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3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6.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authors.xml" ContentType="application/vnd.ms-powerpoint.authors+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ppt/revisionInfo.xml" ContentType="application/vnd.ms-powerpoint.revisioninfo+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43"/>
  </p:notesMasterIdLst>
  <p:sldIdLst>
    <p:sldId id="2329" r:id="rId2"/>
    <p:sldId id="2365" r:id="rId3"/>
    <p:sldId id="2413" r:id="rId4"/>
    <p:sldId id="2147472788" r:id="rId5"/>
    <p:sldId id="2415" r:id="rId6"/>
    <p:sldId id="2147472787" r:id="rId7"/>
    <p:sldId id="2391" r:id="rId8"/>
    <p:sldId id="2330" r:id="rId9"/>
    <p:sldId id="2404" r:id="rId10"/>
    <p:sldId id="2409" r:id="rId11"/>
    <p:sldId id="2411" r:id="rId12"/>
    <p:sldId id="2412" r:id="rId13"/>
    <p:sldId id="2405" r:id="rId14"/>
    <p:sldId id="2408" r:id="rId15"/>
    <p:sldId id="2369" r:id="rId16"/>
    <p:sldId id="2403" r:id="rId17"/>
    <p:sldId id="2370" r:id="rId18"/>
    <p:sldId id="2371" r:id="rId19"/>
    <p:sldId id="2402" r:id="rId20"/>
    <p:sldId id="2406" r:id="rId21"/>
    <p:sldId id="2388" r:id="rId22"/>
    <p:sldId id="2372" r:id="rId23"/>
    <p:sldId id="2393" r:id="rId24"/>
    <p:sldId id="2373" r:id="rId25"/>
    <p:sldId id="2389" r:id="rId26"/>
    <p:sldId id="2374" r:id="rId27"/>
    <p:sldId id="2390" r:id="rId28"/>
    <p:sldId id="2375" r:id="rId29"/>
    <p:sldId id="2394" r:id="rId30"/>
    <p:sldId id="2376" r:id="rId31"/>
    <p:sldId id="2392" r:id="rId32"/>
    <p:sldId id="2401" r:id="rId33"/>
    <p:sldId id="2377" r:id="rId34"/>
    <p:sldId id="2399" r:id="rId35"/>
    <p:sldId id="2378" r:id="rId36"/>
    <p:sldId id="2398" r:id="rId37"/>
    <p:sldId id="2395" r:id="rId38"/>
    <p:sldId id="2381" r:id="rId39"/>
    <p:sldId id="2396" r:id="rId40"/>
    <p:sldId id="2380" r:id="rId41"/>
    <p:sldId id="2397" r:id="rId42"/>
  </p:sldIdLst>
  <p:sldSz cx="12192000" cy="6858000"/>
  <p:notesSz cx="6858000" cy="9144000"/>
  <p:defaultTextStyle>
    <a:defPPr>
      <a:defRPr lang="sv-SE"/>
    </a:defPPr>
    <a:lvl1pPr marL="0" algn="l" defTabSz="967618" rtl="0" eaLnBrk="1" latinLnBrk="0" hangingPunct="1">
      <a:defRPr sz="1905" kern="120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1EFFDEF-0E9B-7A6F-B763-D62B1C00D57F}" name="Sadhana Anandan" initials="SA" userId="S::sadhana.anandan@volvo.com::781e40ce-46f3-427e-93be-91bdc8a786f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A66D16-E45D-4396-A522-EE5A570B8E04}" v="1795" dt="2025-08-26T11:37:39.556"/>
    <p1510:client id="{1EC9F5B9-EFF4-4DAF-A214-80E069CD5E0D}" v="7313" dt="2025-08-27T11:16:02.722"/>
    <p1510:client id="{AC034243-2A2A-DD24-BB20-92FC6F1D9FB5}" v="35" dt="2025-08-26T11:53:27.849"/>
    <p1510:client id="{C04E7CC6-688E-4FE2-9599-3E146902AC94}" v="3158" dt="2025-08-26T12:47:03.6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288" autoAdjust="0"/>
  </p:normalViewPr>
  <p:slideViewPr>
    <p:cSldViewPr snapToGrid="0">
      <p:cViewPr varScale="1">
        <p:scale>
          <a:sx n="77" d="100"/>
          <a:sy n="77" d="100"/>
        </p:scale>
        <p:origin x="187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50"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52"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customXml" Target="../customXml/item2.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1B5F71-8F33-4E4E-877A-0940CAD7EB23}" type="datetimeFigureOut">
              <a:rPr lang="en-US" smtClean="0"/>
              <a:t>8/27/2025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FA4158-989F-47C9-B5FE-46886DDAF440}" type="slidenum">
              <a:rPr lang="en-US" smtClean="0"/>
              <a:t>‹#›</a:t>
            </a:fld>
            <a:endParaRPr lang="en-US"/>
          </a:p>
        </p:txBody>
      </p:sp>
    </p:spTree>
    <p:extLst>
      <p:ext uri="{BB962C8B-B14F-4D97-AF65-F5344CB8AC3E}">
        <p14:creationId xmlns:p14="http://schemas.microsoft.com/office/powerpoint/2010/main" val="750178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FA4158-989F-47C9-B5FE-46886DDAF440}" type="slidenum">
              <a:rPr lang="en-US" smtClean="0"/>
              <a:t>1</a:t>
            </a:fld>
            <a:endParaRPr lang="en-US"/>
          </a:p>
        </p:txBody>
      </p:sp>
    </p:spTree>
    <p:extLst>
      <p:ext uri="{BB962C8B-B14F-4D97-AF65-F5344CB8AC3E}">
        <p14:creationId xmlns:p14="http://schemas.microsoft.com/office/powerpoint/2010/main" val="502054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1CA2C-79EE-59AB-568A-4C17E50503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5AA8E8-FCA5-8028-2D7B-013314330D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D93B81-0ADB-7345-A462-E4573DE90F9D}"/>
              </a:ext>
            </a:extLst>
          </p:cNvPr>
          <p:cNvSpPr>
            <a:spLocks noGrp="1"/>
          </p:cNvSpPr>
          <p:nvPr>
            <p:ph type="body" idx="1"/>
          </p:nvPr>
        </p:nvSpPr>
        <p:spPr/>
        <p:txBody>
          <a:bodyPr/>
          <a:lstStyle/>
          <a:p>
            <a:pPr marL="0" indent="0">
              <a:buNone/>
            </a:pPr>
            <a:endParaRPr lang="en-US"/>
          </a:p>
        </p:txBody>
      </p:sp>
      <p:sp>
        <p:nvSpPr>
          <p:cNvPr id="4" name="Slide Number Placeholder 3">
            <a:extLst>
              <a:ext uri="{FF2B5EF4-FFF2-40B4-BE49-F238E27FC236}">
                <a16:creationId xmlns:a16="http://schemas.microsoft.com/office/drawing/2014/main" id="{FD263D46-E4CC-3A4B-6EA7-2147BEB4F5AF}"/>
              </a:ext>
            </a:extLst>
          </p:cNvPr>
          <p:cNvSpPr>
            <a:spLocks noGrp="1"/>
          </p:cNvSpPr>
          <p:nvPr>
            <p:ph type="sldNum" sz="quarter" idx="5"/>
          </p:nvPr>
        </p:nvSpPr>
        <p:spPr/>
        <p:txBody>
          <a:bodyPr/>
          <a:lstStyle/>
          <a:p>
            <a:fld id="{21FA4158-989F-47C9-B5FE-46886DDAF440}" type="slidenum">
              <a:rPr lang="en-US" smtClean="0"/>
              <a:t>2</a:t>
            </a:fld>
            <a:endParaRPr lang="en-US"/>
          </a:p>
        </p:txBody>
      </p:sp>
    </p:spTree>
    <p:extLst>
      <p:ext uri="{BB962C8B-B14F-4D97-AF65-F5344CB8AC3E}">
        <p14:creationId xmlns:p14="http://schemas.microsoft.com/office/powerpoint/2010/main" val="2002366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20D71-9386-18E8-8CCE-CAF2F43FDC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508C45-B577-3D20-18FE-121AEB49E5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A9F402-4C59-C111-2614-D35426C365AC}"/>
              </a:ext>
            </a:extLst>
          </p:cNvPr>
          <p:cNvSpPr>
            <a:spLocks noGrp="1"/>
          </p:cNvSpPr>
          <p:nvPr>
            <p:ph type="body" idx="1"/>
          </p:nvPr>
        </p:nvSpPr>
        <p:spPr/>
        <p:txBody>
          <a:bodyPr/>
          <a:lstStyle/>
          <a:p>
            <a:pPr marL="0" indent="0">
              <a:buNone/>
            </a:pPr>
            <a:endParaRPr lang="en-US" dirty="0"/>
          </a:p>
        </p:txBody>
      </p:sp>
      <p:sp>
        <p:nvSpPr>
          <p:cNvPr id="4" name="Slide Number Placeholder 3">
            <a:extLst>
              <a:ext uri="{FF2B5EF4-FFF2-40B4-BE49-F238E27FC236}">
                <a16:creationId xmlns:a16="http://schemas.microsoft.com/office/drawing/2014/main" id="{ADF412C3-E167-3A7E-F911-98514166EDDA}"/>
              </a:ext>
            </a:extLst>
          </p:cNvPr>
          <p:cNvSpPr>
            <a:spLocks noGrp="1"/>
          </p:cNvSpPr>
          <p:nvPr>
            <p:ph type="sldNum" sz="quarter" idx="5"/>
          </p:nvPr>
        </p:nvSpPr>
        <p:spPr/>
        <p:txBody>
          <a:bodyPr/>
          <a:lstStyle/>
          <a:p>
            <a:fld id="{21FA4158-989F-47C9-B5FE-46886DDAF440}" type="slidenum">
              <a:rPr lang="en-US" smtClean="0"/>
              <a:t>3</a:t>
            </a:fld>
            <a:endParaRPr lang="en-US"/>
          </a:p>
        </p:txBody>
      </p:sp>
    </p:spTree>
    <p:extLst>
      <p:ext uri="{BB962C8B-B14F-4D97-AF65-F5344CB8AC3E}">
        <p14:creationId xmlns:p14="http://schemas.microsoft.com/office/powerpoint/2010/main" val="930341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1FA4158-989F-47C9-B5FE-46886DDAF440}" type="slidenum">
              <a:rPr lang="en-US" smtClean="0"/>
              <a:t>4</a:t>
            </a:fld>
            <a:endParaRPr lang="en-US"/>
          </a:p>
        </p:txBody>
      </p:sp>
    </p:spTree>
    <p:extLst>
      <p:ext uri="{BB962C8B-B14F-4D97-AF65-F5344CB8AC3E}">
        <p14:creationId xmlns:p14="http://schemas.microsoft.com/office/powerpoint/2010/main" val="3041817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a:t>The Challenge</a:t>
            </a:r>
            <a:endParaRPr lang="en-US"/>
          </a:p>
          <a:p>
            <a:pPr marL="0" indent="0">
              <a:buNone/>
            </a:pPr>
            <a:r>
              <a:rPr lang="en-US"/>
              <a:t>Data sharing is complex, and generating real value often entails significant infrastructure costs. Additionally, legal regulations such as GDPR and security concerns pose obstacles or cause lengthy delays in data sharing and processing.</a:t>
            </a:r>
          </a:p>
          <a:p>
            <a:pPr marL="0" indent="0">
              <a:buNone/>
            </a:pPr>
            <a:r>
              <a:rPr lang="en-US"/>
              <a:t>A clear opportunity to unlock value from data lies in AI, yet running AI demands substantial data and computing power. Vehicle-based computing, particularly AI processing, is a limited resource. Relying on cloud computing introduces high data transfer costs, latency issues, and further complications related to legal frameworks like GDPR.</a:t>
            </a:r>
          </a:p>
          <a:p>
            <a:pPr marL="0" indent="0">
              <a:buNone/>
            </a:pPr>
            <a:r>
              <a:rPr lang="en-US"/>
              <a:t>Cotwin aims to address these challenges comprehensively.</a:t>
            </a:r>
            <a:endParaRPr lang="sv-SE">
              <a:solidFill>
                <a:schemeClr val="bg1"/>
              </a:solidFill>
            </a:endParaRPr>
          </a:p>
          <a:p>
            <a:endParaRPr lang="en-US"/>
          </a:p>
        </p:txBody>
      </p:sp>
      <p:sp>
        <p:nvSpPr>
          <p:cNvPr id="4" name="Slide Number Placeholder 3"/>
          <p:cNvSpPr>
            <a:spLocks noGrp="1"/>
          </p:cNvSpPr>
          <p:nvPr>
            <p:ph type="sldNum" sz="quarter" idx="5"/>
          </p:nvPr>
        </p:nvSpPr>
        <p:spPr/>
        <p:txBody>
          <a:bodyPr/>
          <a:lstStyle/>
          <a:p>
            <a:fld id="{21FA4158-989F-47C9-B5FE-46886DDAF440}" type="slidenum">
              <a:rPr lang="en-US" smtClean="0"/>
              <a:t>5</a:t>
            </a:fld>
            <a:endParaRPr lang="en-US"/>
          </a:p>
        </p:txBody>
      </p:sp>
    </p:spTree>
    <p:extLst>
      <p:ext uri="{BB962C8B-B14F-4D97-AF65-F5344CB8AC3E}">
        <p14:creationId xmlns:p14="http://schemas.microsoft.com/office/powerpoint/2010/main" val="7045940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195" lvl="1">
              <a:lnSpc>
                <a:spcPct val="113999"/>
              </a:lnSpc>
            </a:pPr>
            <a:r>
              <a:rPr lang="sv-SE" sz="1000">
                <a:solidFill>
                  <a:schemeClr val="bg1"/>
                </a:solidFill>
              </a:rPr>
              <a:t>To address both data transfer cost, legal challanges and lack of compute onboard an obvious approach would be to create some kind of Edge compute. </a:t>
            </a:r>
            <a:endParaRPr lang="en-US" sz="1000">
              <a:solidFill>
                <a:schemeClr val="bg1"/>
              </a:solidFill>
            </a:endParaRPr>
          </a:p>
          <a:p>
            <a:pPr marL="163195" lvl="1">
              <a:lnSpc>
                <a:spcPct val="113999"/>
              </a:lnSpc>
            </a:pPr>
            <a:r>
              <a:rPr lang="sv-SE" sz="1000">
                <a:solidFill>
                  <a:schemeClr val="bg1"/>
                </a:solidFill>
              </a:rPr>
              <a:t>Edge compute is used in a variety of cases and the actual edge can be many things, for Volvo it is the onboard compute in the truck and for other players it can be in a roadside camera unit with some additional computational capability, etc.</a:t>
            </a:r>
          </a:p>
          <a:p>
            <a:pPr marL="163195" lvl="1">
              <a:lnSpc>
                <a:spcPct val="113999"/>
              </a:lnSpc>
            </a:pPr>
            <a:r>
              <a:rPr lang="sv-SE" sz="1000">
                <a:solidFill>
                  <a:schemeClr val="bg1"/>
                </a:solidFill>
              </a:rPr>
              <a:t>In the CoTwin case the ”Edge” is a compute just behind the base stations which then can be a </a:t>
            </a:r>
            <a:r>
              <a:rPr lang="en-US" sz="1000">
                <a:solidFill>
                  <a:schemeClr val="bg1"/>
                </a:solidFill>
                <a:latin typeface="Volvo Novum"/>
                <a:cs typeface="Arial"/>
              </a:rPr>
              <a:t>future telecom infrastructure capabilities from Ericsson to supply to Operators, in our case represented by Asta Zero (Telia). </a:t>
            </a:r>
          </a:p>
          <a:p>
            <a:pPr marL="163195" lvl="1">
              <a:lnSpc>
                <a:spcPct val="113999"/>
              </a:lnSpc>
            </a:pPr>
            <a:r>
              <a:rPr lang="en-US" sz="1000">
                <a:solidFill>
                  <a:schemeClr val="bg1"/>
                </a:solidFill>
                <a:latin typeface="Volvo Novum"/>
                <a:cs typeface="Arial"/>
              </a:rPr>
              <a:t>This Edge is then equipped with a state-of-the art secure compute and data sharing technology,  in this project provided by </a:t>
            </a:r>
            <a:r>
              <a:rPr lang="en-US" sz="1000" err="1">
                <a:solidFill>
                  <a:schemeClr val="bg1"/>
                </a:solidFill>
                <a:latin typeface="Volvo Novum"/>
                <a:cs typeface="Arial"/>
              </a:rPr>
              <a:t>CanaryBit</a:t>
            </a:r>
            <a:r>
              <a:rPr lang="en-US" sz="1000">
                <a:solidFill>
                  <a:schemeClr val="bg1"/>
                </a:solidFill>
                <a:latin typeface="Volvo Novum"/>
                <a:cs typeface="Arial"/>
              </a:rPr>
              <a:t>. </a:t>
            </a:r>
          </a:p>
          <a:p>
            <a:pPr marL="163195" lvl="1">
              <a:lnSpc>
                <a:spcPct val="113999"/>
              </a:lnSpc>
            </a:pPr>
            <a:r>
              <a:rPr lang="en-US" sz="1000">
                <a:solidFill>
                  <a:schemeClr val="bg1"/>
                </a:solidFill>
                <a:latin typeface="Volvo Novum"/>
                <a:cs typeface="Arial"/>
              </a:rPr>
              <a:t>In this edge sensor data collected from Volvo Group vehicles and other infrastructure sensor systems can processed and after that shared to others both in this Edge but off course also to our traditional cloud compute. </a:t>
            </a:r>
          </a:p>
          <a:p>
            <a:pPr marL="163195" lvl="1">
              <a:lnSpc>
                <a:spcPct val="113999"/>
              </a:lnSpc>
            </a:pPr>
            <a:r>
              <a:rPr lang="en-US" sz="1000">
                <a:solidFill>
                  <a:schemeClr val="bg1"/>
                </a:solidFill>
                <a:latin typeface="Volvo Novum"/>
                <a:cs typeface="Arial"/>
              </a:rPr>
              <a:t>Another key innovation in the project is a Legal investigation together with IMY (</a:t>
            </a:r>
            <a:r>
              <a:rPr lang="en-US" sz="1000" err="1">
                <a:solidFill>
                  <a:schemeClr val="bg1"/>
                </a:solidFill>
                <a:latin typeface="Volvo Novum"/>
                <a:cs typeface="Arial"/>
              </a:rPr>
              <a:t>Integritetsskyddsmyndigheten</a:t>
            </a:r>
            <a:r>
              <a:rPr lang="en-US" sz="1000">
                <a:solidFill>
                  <a:schemeClr val="bg1"/>
                </a:solidFill>
                <a:latin typeface="Volvo Novum"/>
                <a:cs typeface="Arial"/>
              </a:rPr>
              <a:t>) that will analyze if we could see this compute as GDPR free compute, in practice that would mean that a Volvo specific data processing in </a:t>
            </a:r>
            <a:r>
              <a:rPr lang="en-US" sz="1000" err="1">
                <a:solidFill>
                  <a:schemeClr val="bg1"/>
                </a:solidFill>
                <a:latin typeface="Volvo Novum"/>
                <a:cs typeface="Arial"/>
              </a:rPr>
              <a:t>CoTwin</a:t>
            </a:r>
            <a:r>
              <a:rPr lang="en-US" sz="1000">
                <a:solidFill>
                  <a:schemeClr val="bg1"/>
                </a:solidFill>
                <a:latin typeface="Volvo Novum"/>
                <a:cs typeface="Arial"/>
              </a:rPr>
              <a:t> would be as if it was processed in the Truck.</a:t>
            </a:r>
          </a:p>
        </p:txBody>
      </p:sp>
      <p:sp>
        <p:nvSpPr>
          <p:cNvPr id="4" name="Slide Number Placeholder 3"/>
          <p:cNvSpPr>
            <a:spLocks noGrp="1"/>
          </p:cNvSpPr>
          <p:nvPr>
            <p:ph type="sldNum" sz="quarter" idx="5"/>
          </p:nvPr>
        </p:nvSpPr>
        <p:spPr/>
        <p:txBody>
          <a:bodyPr/>
          <a:lstStyle/>
          <a:p>
            <a:fld id="{21FA4158-989F-47C9-B5FE-46886DDAF440}" type="slidenum">
              <a:rPr lang="en-US" smtClean="0"/>
              <a:t>6</a:t>
            </a:fld>
            <a:endParaRPr lang="en-US"/>
          </a:p>
        </p:txBody>
      </p:sp>
    </p:spTree>
    <p:extLst>
      <p:ext uri="{BB962C8B-B14F-4D97-AF65-F5344CB8AC3E}">
        <p14:creationId xmlns:p14="http://schemas.microsoft.com/office/powerpoint/2010/main" val="2877484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So we will begin by discussing the use case that was presented to us.</a:t>
            </a:r>
            <a:endParaRPr lang="en-US" dirty="0"/>
          </a:p>
        </p:txBody>
      </p:sp>
      <p:sp>
        <p:nvSpPr>
          <p:cNvPr id="4" name="Slide Number Placeholder 3"/>
          <p:cNvSpPr>
            <a:spLocks noGrp="1"/>
          </p:cNvSpPr>
          <p:nvPr>
            <p:ph type="sldNum" sz="quarter" idx="5"/>
          </p:nvPr>
        </p:nvSpPr>
        <p:spPr/>
        <p:txBody>
          <a:bodyPr/>
          <a:lstStyle/>
          <a:p>
            <a:fld id="{21FA4158-989F-47C9-B5FE-46886DDAF440}" type="slidenum">
              <a:rPr lang="en-US" smtClean="0"/>
              <a:t>7</a:t>
            </a:fld>
            <a:endParaRPr lang="en-US"/>
          </a:p>
        </p:txBody>
      </p:sp>
    </p:spTree>
    <p:extLst>
      <p:ext uri="{BB962C8B-B14F-4D97-AF65-F5344CB8AC3E}">
        <p14:creationId xmlns:p14="http://schemas.microsoft.com/office/powerpoint/2010/main" val="28370182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 signs are crucial for road safety and traffic management, </a:t>
            </a:r>
            <a:r>
              <a:rPr lang="sv-SE" dirty="0"/>
              <a:t>they keep us safe on the road and prevent accidents, but they are also very dificult to maintain and track. </a:t>
            </a:r>
          </a:p>
          <a:p>
            <a:endParaRPr lang="sv-SE" dirty="0"/>
          </a:p>
          <a:p>
            <a:r>
              <a:rPr lang="sv-SE" dirty="0"/>
              <a:t>Generally, people are sent out to manually check every sign on every road, which is not only boring but also very expensive and time consuming. </a:t>
            </a:r>
          </a:p>
          <a:p>
            <a:endParaRPr lang="sv-SE" dirty="0"/>
          </a:p>
          <a:p>
            <a:r>
              <a:rPr lang="en-US" dirty="0"/>
              <a:t>What if a sign gets knocked down just a day after it's been inspected? The municipality would not know for weeks or months, which creates a huge safety gap. </a:t>
            </a:r>
          </a:p>
          <a:p>
            <a:endParaRPr lang="en-US" dirty="0"/>
          </a:p>
          <a:p>
            <a:r>
              <a:rPr lang="en-US" dirty="0"/>
              <a:t>For example, let us take a look at this fallen road sign. This is from </a:t>
            </a:r>
            <a:r>
              <a:rPr lang="en-US" dirty="0" err="1"/>
              <a:t>Lindholmsallen</a:t>
            </a:r>
            <a:r>
              <a:rPr lang="en-US" dirty="0"/>
              <a:t> and from what we can see, it has been in this state for the entire summer. </a:t>
            </a:r>
          </a:p>
          <a:p>
            <a:endParaRPr lang="en-US" dirty="0"/>
          </a:p>
          <a:p>
            <a:r>
              <a:rPr lang="en-US" dirty="0"/>
              <a:t>This is a clear problem, especially now with the large-scale construction on that road, where road signs are more important than ever.</a:t>
            </a:r>
          </a:p>
          <a:p>
            <a:endParaRPr lang="en-US" dirty="0"/>
          </a:p>
          <a:p>
            <a:r>
              <a:rPr lang="en-US" dirty="0"/>
              <a:t>And this is the use case that was presented to us by the Gothenburg municipality it became the core problem our project was designed to solve. </a:t>
            </a:r>
          </a:p>
          <a:p>
            <a:endParaRPr lang="en-US" dirty="0"/>
          </a:p>
          <a:p>
            <a:r>
              <a:rPr lang="en-US" dirty="0"/>
              <a:t>So what is a good solution for this?</a:t>
            </a:r>
            <a:endParaRPr lang="sv-SE" dirty="0"/>
          </a:p>
        </p:txBody>
      </p:sp>
      <p:sp>
        <p:nvSpPr>
          <p:cNvPr id="4" name="Slide Number Placeholder 3"/>
          <p:cNvSpPr>
            <a:spLocks noGrp="1"/>
          </p:cNvSpPr>
          <p:nvPr>
            <p:ph type="sldNum" sz="quarter" idx="5"/>
          </p:nvPr>
        </p:nvSpPr>
        <p:spPr/>
        <p:txBody>
          <a:bodyPr/>
          <a:lstStyle/>
          <a:p>
            <a:fld id="{21FA4158-989F-47C9-B5FE-46886DDAF440}" type="slidenum">
              <a:rPr lang="en-US" smtClean="0"/>
              <a:t>8</a:t>
            </a:fld>
            <a:endParaRPr lang="en-US"/>
          </a:p>
        </p:txBody>
      </p:sp>
    </p:spTree>
    <p:extLst>
      <p:ext uri="{BB962C8B-B14F-4D97-AF65-F5344CB8AC3E}">
        <p14:creationId xmlns:p14="http://schemas.microsoft.com/office/powerpoint/2010/main" val="42845882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27085-C981-8EC9-E8F9-BA9AA0335C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5EC936-E951-7503-8AFA-33A91C1939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CC7CCB-FAE8-8F3D-CAED-FAC01C2EC85D}"/>
              </a:ext>
            </a:extLst>
          </p:cNvPr>
          <p:cNvSpPr>
            <a:spLocks noGrp="1"/>
          </p:cNvSpPr>
          <p:nvPr>
            <p:ph type="body" idx="1"/>
          </p:nvPr>
        </p:nvSpPr>
        <p:spPr/>
        <p:txBody>
          <a:bodyPr/>
          <a:lstStyle/>
          <a:p>
            <a:r>
              <a:rPr lang="en-US" dirty="0"/>
              <a:t>Well the solution is to use the truck cameras while it is driving around to detect roads signs and collecting that information. </a:t>
            </a:r>
          </a:p>
          <a:p>
            <a:endParaRPr lang="en-US" dirty="0"/>
          </a:p>
          <a:p>
            <a:r>
              <a:rPr lang="en-US" dirty="0"/>
              <a:t>Then we will verify the collected data with the municipality’s database, to see if all the sign locations and conditions are up to date. </a:t>
            </a:r>
          </a:p>
          <a:p>
            <a:endParaRPr lang="en-US" dirty="0"/>
          </a:p>
          <a:p>
            <a:r>
              <a:rPr lang="en-US" dirty="0"/>
              <a:t>To implement this solution, many approaches can be taken:</a:t>
            </a:r>
          </a:p>
          <a:p>
            <a:endParaRPr lang="en-US" dirty="0"/>
          </a:p>
        </p:txBody>
      </p:sp>
      <p:sp>
        <p:nvSpPr>
          <p:cNvPr id="4" name="Slide Number Placeholder 3">
            <a:extLst>
              <a:ext uri="{FF2B5EF4-FFF2-40B4-BE49-F238E27FC236}">
                <a16:creationId xmlns:a16="http://schemas.microsoft.com/office/drawing/2014/main" id="{3B5B52F0-DE2F-7227-182F-B0BBE05C1B42}"/>
              </a:ext>
            </a:extLst>
          </p:cNvPr>
          <p:cNvSpPr>
            <a:spLocks noGrp="1"/>
          </p:cNvSpPr>
          <p:nvPr>
            <p:ph type="sldNum" sz="quarter" idx="5"/>
          </p:nvPr>
        </p:nvSpPr>
        <p:spPr/>
        <p:txBody>
          <a:bodyPr/>
          <a:lstStyle/>
          <a:p>
            <a:fld id="{21FA4158-989F-47C9-B5FE-46886DDAF440}" type="slidenum">
              <a:rPr lang="en-US" smtClean="0"/>
              <a:t>9</a:t>
            </a:fld>
            <a:endParaRPr lang="en-US"/>
          </a:p>
        </p:txBody>
      </p:sp>
    </p:spTree>
    <p:extLst>
      <p:ext uri="{BB962C8B-B14F-4D97-AF65-F5344CB8AC3E}">
        <p14:creationId xmlns:p14="http://schemas.microsoft.com/office/powerpoint/2010/main" val="3038203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81B52-CAFB-8711-3085-642F4E098F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0C4A7C-F744-2248-2DEF-3F5EA637BA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1F10FD-3B34-6886-652F-7D78438E3E8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200" dirty="0"/>
              <a:t>The first solution is to have </a:t>
            </a:r>
            <a:r>
              <a:rPr lang="en-US" sz="1200" dirty="0"/>
              <a:t>all the computational power and data processing directly on the truck.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has two key benefits: it allows for </a:t>
            </a:r>
            <a:r>
              <a:rPr lang="en-US" b="1" dirty="0"/>
              <a:t>real-time analysis</a:t>
            </a:r>
            <a:r>
              <a:rPr lang="en-US" dirty="0"/>
              <a:t> of road signs without any reliance on an internet connection, and it results in </a:t>
            </a:r>
            <a:r>
              <a:rPr lang="en-US" b="1" dirty="0"/>
              <a:t>reduced bandwidth costs</a:t>
            </a:r>
            <a:r>
              <a:rPr lang="en-US" dirty="0"/>
              <a:t> since very little data needs to be transmitted.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However, this method comes with significant drawbacks.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requires expensive and powerful on-board hardware, which can be a major constraint.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Furthermore, this approach has </a:t>
            </a:r>
            <a:r>
              <a:rPr lang="en-US" b="1" dirty="0"/>
              <a:t>limited scalability</a:t>
            </a:r>
            <a:r>
              <a:rPr lang="en-US" dirty="0"/>
              <a:t> and </a:t>
            </a:r>
            <a:r>
              <a:rPr lang="en-US" b="1" dirty="0"/>
              <a:t>high maintenance costs</a:t>
            </a:r>
            <a:r>
              <a:rPr lang="en-US" dirty="0"/>
              <a:t>, as each truck would need to be physically updated and serviced individually.</a:t>
            </a:r>
          </a:p>
        </p:txBody>
      </p:sp>
      <p:sp>
        <p:nvSpPr>
          <p:cNvPr id="4" name="Slide Number Placeholder 3">
            <a:extLst>
              <a:ext uri="{FF2B5EF4-FFF2-40B4-BE49-F238E27FC236}">
                <a16:creationId xmlns:a16="http://schemas.microsoft.com/office/drawing/2014/main" id="{858A520F-DD8C-FD52-DBC7-2CDB094AB712}"/>
              </a:ext>
            </a:extLst>
          </p:cNvPr>
          <p:cNvSpPr>
            <a:spLocks noGrp="1"/>
          </p:cNvSpPr>
          <p:nvPr>
            <p:ph type="sldNum" sz="quarter" idx="5"/>
          </p:nvPr>
        </p:nvSpPr>
        <p:spPr/>
        <p:txBody>
          <a:bodyPr/>
          <a:lstStyle/>
          <a:p>
            <a:fld id="{21FA4158-989F-47C9-B5FE-46886DDAF440}" type="slidenum">
              <a:rPr lang="en-US" smtClean="0"/>
              <a:t>10</a:t>
            </a:fld>
            <a:endParaRPr lang="en-US"/>
          </a:p>
        </p:txBody>
      </p:sp>
    </p:spTree>
    <p:extLst>
      <p:ext uri="{BB962C8B-B14F-4D97-AF65-F5344CB8AC3E}">
        <p14:creationId xmlns:p14="http://schemas.microsoft.com/office/powerpoint/2010/main" val="40889146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0D5D3-6D9D-CCD1-8CE1-3EF7F7C042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AF6A87-171D-CFFB-6F47-029CAA3332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FE38E2-F902-BA2D-7E5E-ADB484BC7968}"/>
              </a:ext>
            </a:extLst>
          </p:cNvPr>
          <p:cNvSpPr>
            <a:spLocks noGrp="1"/>
          </p:cNvSpPr>
          <p:nvPr>
            <p:ph type="body" idx="1"/>
          </p:nvPr>
        </p:nvSpPr>
        <p:spPr/>
        <p:txBody>
          <a:bodyPr/>
          <a:lstStyle/>
          <a:p>
            <a:r>
              <a:rPr lang="en-US" dirty="0"/>
              <a:t>On the other hand, we could use a centralized cloud-based system, where the truck's camera, streams all of its raw data to a remote server for processing. </a:t>
            </a:r>
          </a:p>
          <a:p>
            <a:endParaRPr lang="en-US" dirty="0"/>
          </a:p>
          <a:p>
            <a:r>
              <a:rPr lang="en-US" dirty="0"/>
              <a:t>This approach has many benefits: it's </a:t>
            </a:r>
            <a:r>
              <a:rPr lang="en-US" b="1" dirty="0"/>
              <a:t>highly scalable</a:t>
            </a:r>
            <a:r>
              <a:rPr lang="en-US" dirty="0"/>
              <a:t>, as we can add more data and user capacity in the cloud. </a:t>
            </a:r>
          </a:p>
          <a:p>
            <a:endParaRPr lang="en-US" dirty="0"/>
          </a:p>
          <a:p>
            <a:r>
              <a:rPr lang="en-US" dirty="0"/>
              <a:t>It has </a:t>
            </a:r>
            <a:r>
              <a:rPr lang="en-US" b="1" dirty="0"/>
              <a:t>lower initial costs</a:t>
            </a:r>
            <a:r>
              <a:rPr lang="en-US" dirty="0"/>
              <a:t> since the hardware on the truck can be minimal, and lastly the maintenance is also simplified as all updates are done in one central location.</a:t>
            </a:r>
          </a:p>
          <a:p>
            <a:endParaRPr lang="en-US" dirty="0"/>
          </a:p>
          <a:p>
            <a:r>
              <a:rPr lang="en-US" dirty="0"/>
              <a:t>However, this method has significant drawbacks as well. The major issue is </a:t>
            </a:r>
            <a:r>
              <a:rPr lang="en-US" b="1" dirty="0"/>
              <a:t>latency</a:t>
            </a:r>
            <a:r>
              <a:rPr lang="en-US" dirty="0"/>
              <a:t>. </a:t>
            </a:r>
          </a:p>
          <a:p>
            <a:endParaRPr lang="en-US" dirty="0"/>
          </a:p>
          <a:p>
            <a:r>
              <a:rPr lang="en-US" dirty="0"/>
              <a:t>The time required to transmit each video frame to the cloud and wait for a response would take too long for real-time applications. </a:t>
            </a:r>
          </a:p>
          <a:p>
            <a:endParaRPr lang="en-US" dirty="0"/>
          </a:p>
          <a:p>
            <a:r>
              <a:rPr lang="en-US" dirty="0"/>
              <a:t>Furthermore, it is entirely </a:t>
            </a:r>
            <a:r>
              <a:rPr lang="en-US" b="1" dirty="0"/>
              <a:t>reliant on a stable internet connection</a:t>
            </a:r>
            <a:r>
              <a:rPr lang="en-US" dirty="0"/>
              <a:t>, and streaming large amounts of raw video data can result in </a:t>
            </a:r>
            <a:r>
              <a:rPr lang="en-US" b="1" dirty="0"/>
              <a:t>high bandwidth costs.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sv-SE"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sv-SE" sz="1200" dirty="0"/>
          </a:p>
          <a:p>
            <a:endParaRPr lang="en-US" dirty="0"/>
          </a:p>
        </p:txBody>
      </p:sp>
      <p:sp>
        <p:nvSpPr>
          <p:cNvPr id="4" name="Slide Number Placeholder 3">
            <a:extLst>
              <a:ext uri="{FF2B5EF4-FFF2-40B4-BE49-F238E27FC236}">
                <a16:creationId xmlns:a16="http://schemas.microsoft.com/office/drawing/2014/main" id="{301314C5-1143-C14C-5F84-EC0E732173E6}"/>
              </a:ext>
            </a:extLst>
          </p:cNvPr>
          <p:cNvSpPr>
            <a:spLocks noGrp="1"/>
          </p:cNvSpPr>
          <p:nvPr>
            <p:ph type="sldNum" sz="quarter" idx="5"/>
          </p:nvPr>
        </p:nvSpPr>
        <p:spPr/>
        <p:txBody>
          <a:bodyPr/>
          <a:lstStyle/>
          <a:p>
            <a:fld id="{21FA4158-989F-47C9-B5FE-46886DDAF440}" type="slidenum">
              <a:rPr lang="en-US" smtClean="0"/>
              <a:t>11</a:t>
            </a:fld>
            <a:endParaRPr lang="en-US"/>
          </a:p>
        </p:txBody>
      </p:sp>
    </p:spTree>
    <p:extLst>
      <p:ext uri="{BB962C8B-B14F-4D97-AF65-F5344CB8AC3E}">
        <p14:creationId xmlns:p14="http://schemas.microsoft.com/office/powerpoint/2010/main" val="40217484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639D8-9957-A189-44D1-CDC59A7415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599FF2-74D3-4BC2-61DC-88C9367AA1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AA27B3-61EE-D5A9-072B-36A707737D8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sv-SE" sz="1200" dirty="0"/>
          </a:p>
          <a:p>
            <a:r>
              <a:rPr lang="en-US" dirty="0"/>
              <a:t>But what if we can get the best of both approaches? </a:t>
            </a:r>
          </a:p>
          <a:p>
            <a:endParaRPr lang="en-US" dirty="0"/>
          </a:p>
          <a:p>
            <a:r>
              <a:rPr lang="en-US" dirty="0"/>
              <a:t>A solution that provides low latency, real time processing with minimal computation power on the truck? </a:t>
            </a:r>
          </a:p>
          <a:p>
            <a:endParaRPr lang="en-US" dirty="0"/>
          </a:p>
          <a:p>
            <a:r>
              <a:rPr lang="en-US" dirty="0"/>
              <a:t>This can be achieved through </a:t>
            </a:r>
            <a:r>
              <a:rPr lang="en-US" dirty="0" err="1"/>
              <a:t>CoTwin</a:t>
            </a:r>
            <a:r>
              <a:rPr lang="en-US" dirty="0"/>
              <a:t> and it’s use of edge computing. </a:t>
            </a:r>
          </a:p>
        </p:txBody>
      </p:sp>
      <p:sp>
        <p:nvSpPr>
          <p:cNvPr id="4" name="Slide Number Placeholder 3">
            <a:extLst>
              <a:ext uri="{FF2B5EF4-FFF2-40B4-BE49-F238E27FC236}">
                <a16:creationId xmlns:a16="http://schemas.microsoft.com/office/drawing/2014/main" id="{15BE99EF-53B6-2F2C-F5CC-83B1005854A1}"/>
              </a:ext>
            </a:extLst>
          </p:cNvPr>
          <p:cNvSpPr>
            <a:spLocks noGrp="1"/>
          </p:cNvSpPr>
          <p:nvPr>
            <p:ph type="sldNum" sz="quarter" idx="5"/>
          </p:nvPr>
        </p:nvSpPr>
        <p:spPr/>
        <p:txBody>
          <a:bodyPr/>
          <a:lstStyle/>
          <a:p>
            <a:fld id="{21FA4158-989F-47C9-B5FE-46886DDAF440}" type="slidenum">
              <a:rPr lang="en-US" smtClean="0"/>
              <a:t>12</a:t>
            </a:fld>
            <a:endParaRPr lang="en-US"/>
          </a:p>
        </p:txBody>
      </p:sp>
    </p:spTree>
    <p:extLst>
      <p:ext uri="{BB962C8B-B14F-4D97-AF65-F5344CB8AC3E}">
        <p14:creationId xmlns:p14="http://schemas.microsoft.com/office/powerpoint/2010/main" val="35964852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37685-6ACC-30A3-C3B7-EE5F80B917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BE1D8F-02DA-E310-1AF0-209D704056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6501DF-7678-3DF2-406E-FBF0474D1546}"/>
              </a:ext>
            </a:extLst>
          </p:cNvPr>
          <p:cNvSpPr>
            <a:spLocks noGrp="1"/>
          </p:cNvSpPr>
          <p:nvPr>
            <p:ph type="body" idx="1"/>
          </p:nvPr>
        </p:nvSpPr>
        <p:spPr/>
        <p:txBody>
          <a:bodyPr/>
          <a:lstStyle/>
          <a:p>
            <a:r>
              <a:rPr lang="en-US" dirty="0"/>
              <a:t>Edge computing is a decentralized computing model that brings data processing and storage closer to where the data is created, at the "edge" of the network. </a:t>
            </a:r>
          </a:p>
          <a:p>
            <a:endParaRPr lang="en-US" dirty="0"/>
          </a:p>
          <a:p>
            <a:r>
              <a:rPr lang="en-US" dirty="0"/>
              <a:t>Instead of sending all data to a centralized cloud or data center to be processed, edge devices or local servers analyze and act on the information right away. </a:t>
            </a:r>
          </a:p>
          <a:p>
            <a:endParaRPr lang="en-US" dirty="0"/>
          </a:p>
          <a:p>
            <a:r>
              <a:rPr lang="en-US" dirty="0"/>
              <a:t>In our case, we would have many edge compute towers stationed around the town. </a:t>
            </a:r>
          </a:p>
          <a:p>
            <a:endParaRPr lang="en-US" dirty="0"/>
          </a:p>
          <a:p>
            <a:r>
              <a:rPr lang="en-US" dirty="0"/>
              <a:t>So what would happen is that when the truck drives around and detects a road sign, it will send this information to the closest tower, where it will process all the information in real time and send respond back to the truck with low latency. </a:t>
            </a:r>
          </a:p>
          <a:p>
            <a:endParaRPr lang="en-US" dirty="0"/>
          </a:p>
          <a:p>
            <a:r>
              <a:rPr lang="en-US" dirty="0"/>
              <a:t>Moreover, these compute towers can be connected to one large centralized cloud, thereby sharing the information across all towers as well. </a:t>
            </a:r>
          </a:p>
        </p:txBody>
      </p:sp>
      <p:sp>
        <p:nvSpPr>
          <p:cNvPr id="4" name="Slide Number Placeholder 3">
            <a:extLst>
              <a:ext uri="{FF2B5EF4-FFF2-40B4-BE49-F238E27FC236}">
                <a16:creationId xmlns:a16="http://schemas.microsoft.com/office/drawing/2014/main" id="{CF2DC65A-AD14-8EC2-A82F-CC26744349A1}"/>
              </a:ext>
            </a:extLst>
          </p:cNvPr>
          <p:cNvSpPr>
            <a:spLocks noGrp="1"/>
          </p:cNvSpPr>
          <p:nvPr>
            <p:ph type="sldNum" sz="quarter" idx="5"/>
          </p:nvPr>
        </p:nvSpPr>
        <p:spPr/>
        <p:txBody>
          <a:bodyPr/>
          <a:lstStyle/>
          <a:p>
            <a:fld id="{21FA4158-989F-47C9-B5FE-46886DDAF440}" type="slidenum">
              <a:rPr lang="en-US" smtClean="0"/>
              <a:t>13</a:t>
            </a:fld>
            <a:endParaRPr lang="en-US"/>
          </a:p>
        </p:txBody>
      </p:sp>
    </p:spTree>
    <p:extLst>
      <p:ext uri="{BB962C8B-B14F-4D97-AF65-F5344CB8AC3E}">
        <p14:creationId xmlns:p14="http://schemas.microsoft.com/office/powerpoint/2010/main" val="28983355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1F8A9-7E18-92B7-FAA7-47B3309B7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97A0CD-FD01-5E1B-5C7D-FC4E874376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0B6FAD-8457-3467-CEE5-2E97D6032BB7}"/>
              </a:ext>
            </a:extLst>
          </p:cNvPr>
          <p:cNvSpPr>
            <a:spLocks noGrp="1"/>
          </p:cNvSpPr>
          <p:nvPr>
            <p:ph type="body" idx="1"/>
          </p:nvPr>
        </p:nvSpPr>
        <p:spPr/>
        <p:txBody>
          <a:bodyPr/>
          <a:lstStyle/>
          <a:p>
            <a:r>
              <a:rPr lang="sv-SE" dirty="0"/>
              <a:t>Let us take a quick look at the overview.</a:t>
            </a:r>
            <a:endParaRPr lang="en-US" dirty="0"/>
          </a:p>
        </p:txBody>
      </p:sp>
      <p:sp>
        <p:nvSpPr>
          <p:cNvPr id="4" name="Slide Number Placeholder 3">
            <a:extLst>
              <a:ext uri="{FF2B5EF4-FFF2-40B4-BE49-F238E27FC236}">
                <a16:creationId xmlns:a16="http://schemas.microsoft.com/office/drawing/2014/main" id="{484D8162-43CB-3F20-D639-BBDEA311AACA}"/>
              </a:ext>
            </a:extLst>
          </p:cNvPr>
          <p:cNvSpPr>
            <a:spLocks noGrp="1"/>
          </p:cNvSpPr>
          <p:nvPr>
            <p:ph type="sldNum" sz="quarter" idx="5"/>
          </p:nvPr>
        </p:nvSpPr>
        <p:spPr/>
        <p:txBody>
          <a:bodyPr/>
          <a:lstStyle/>
          <a:p>
            <a:fld id="{21FA4158-989F-47C9-B5FE-46886DDAF440}" type="slidenum">
              <a:rPr lang="en-US" smtClean="0"/>
              <a:t>14</a:t>
            </a:fld>
            <a:endParaRPr lang="en-US"/>
          </a:p>
        </p:txBody>
      </p:sp>
    </p:spTree>
    <p:extLst>
      <p:ext uri="{BB962C8B-B14F-4D97-AF65-F5344CB8AC3E}">
        <p14:creationId xmlns:p14="http://schemas.microsoft.com/office/powerpoint/2010/main" val="18557598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This is a highlevel overview of the system we developed this summer. </a:t>
            </a:r>
          </a:p>
          <a:p>
            <a:endParaRPr lang="sv-SE" dirty="0"/>
          </a:p>
          <a:p>
            <a:r>
              <a:rPr lang="sv-SE" dirty="0"/>
              <a:t>We have 3 main components, we refer to them as a video stream, truck app and tower app.</a:t>
            </a:r>
          </a:p>
          <a:p>
            <a:endParaRPr lang="sv-SE" dirty="0"/>
          </a:p>
          <a:p>
            <a:r>
              <a:rPr lang="sv-SE" dirty="0"/>
              <a:t>The video stream will stream the video from the truck camera to the app on the truck, which will then send individual frames to the nearest tower app, where we will get a confirmation whether there was a road sign on the frame or not, and then the tower app will send a response back to the truck app. This will be discussed in detail a bit later. </a:t>
            </a:r>
          </a:p>
          <a:p>
            <a:endParaRPr lang="sv-SE" dirty="0"/>
          </a:p>
        </p:txBody>
      </p:sp>
      <p:sp>
        <p:nvSpPr>
          <p:cNvPr id="4" name="Slide Number Placeholder 3"/>
          <p:cNvSpPr>
            <a:spLocks noGrp="1"/>
          </p:cNvSpPr>
          <p:nvPr>
            <p:ph type="sldNum" sz="quarter" idx="5"/>
          </p:nvPr>
        </p:nvSpPr>
        <p:spPr/>
        <p:txBody>
          <a:bodyPr/>
          <a:lstStyle/>
          <a:p>
            <a:fld id="{21FA4158-989F-47C9-B5FE-46886DDAF440}" type="slidenum">
              <a:rPr lang="en-US" smtClean="0"/>
              <a:t>15</a:t>
            </a:fld>
            <a:endParaRPr lang="en-US"/>
          </a:p>
        </p:txBody>
      </p:sp>
    </p:spTree>
    <p:extLst>
      <p:ext uri="{BB962C8B-B14F-4D97-AF65-F5344CB8AC3E}">
        <p14:creationId xmlns:p14="http://schemas.microsoft.com/office/powerpoint/2010/main" val="10739969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a:t>We will first talk about the data we used to develop this system and how we collected it. </a:t>
            </a:r>
            <a:endParaRPr lang="en-US"/>
          </a:p>
        </p:txBody>
      </p:sp>
      <p:sp>
        <p:nvSpPr>
          <p:cNvPr id="4" name="Slide Number Placeholder 3"/>
          <p:cNvSpPr>
            <a:spLocks noGrp="1"/>
          </p:cNvSpPr>
          <p:nvPr>
            <p:ph type="sldNum" sz="quarter" idx="5"/>
          </p:nvPr>
        </p:nvSpPr>
        <p:spPr/>
        <p:txBody>
          <a:bodyPr/>
          <a:lstStyle/>
          <a:p>
            <a:fld id="{21FA4158-989F-47C9-B5FE-46886DDAF440}" type="slidenum">
              <a:rPr lang="en-US" smtClean="0"/>
              <a:t>16</a:t>
            </a:fld>
            <a:endParaRPr lang="en-US"/>
          </a:p>
        </p:txBody>
      </p:sp>
    </p:spTree>
    <p:extLst>
      <p:ext uri="{BB962C8B-B14F-4D97-AF65-F5344CB8AC3E}">
        <p14:creationId xmlns:p14="http://schemas.microsoft.com/office/powerpoint/2010/main" val="31673373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We first found a dataset published by the university of Linköping, which consisted of 4000 labelled images consisting of 3488 swedish road signs. </a:t>
            </a:r>
          </a:p>
          <a:p>
            <a:endParaRPr lang="sv-SE" dirty="0"/>
          </a:p>
          <a:p>
            <a:r>
              <a:rPr lang="sv-SE" dirty="0"/>
              <a:t>While this dataset was good with a large quantity of annotated data, consisting of many road signs, it did not fullfill all of our requirements. </a:t>
            </a:r>
          </a:p>
          <a:p>
            <a:endParaRPr lang="sv-SE" dirty="0"/>
          </a:p>
          <a:p>
            <a:r>
              <a:rPr lang="sv-SE" dirty="0"/>
              <a:t>Mainly, we dont have any local data to verify with the municipality’s database. </a:t>
            </a:r>
          </a:p>
          <a:p>
            <a:endParaRPr lang="sv-SE" dirty="0"/>
          </a:p>
          <a:p>
            <a:r>
              <a:rPr lang="sv-SE" dirty="0"/>
              <a:t>Secondly, the camera with which these images were captured was placed quite low, especially in comparison to a truck camera. </a:t>
            </a:r>
          </a:p>
          <a:p>
            <a:endParaRPr lang="sv-SE" dirty="0"/>
          </a:p>
          <a:p>
            <a:r>
              <a:rPr lang="sv-SE" dirty="0"/>
              <a:t>This is important since we want to train our model with road signs as a truck would view them. </a:t>
            </a:r>
          </a:p>
          <a:p>
            <a:endParaRPr lang="sv-SE" dirty="0"/>
          </a:p>
          <a:p>
            <a:r>
              <a:rPr lang="sv-SE" dirty="0"/>
              <a:t>And lastly, the camera also used a standard lens and not fisheye like the truck cameras have. </a:t>
            </a:r>
          </a:p>
          <a:p>
            <a:endParaRPr lang="sv-SE" dirty="0"/>
          </a:p>
          <a:p>
            <a:r>
              <a:rPr lang="sv-SE" dirty="0"/>
              <a:t>A fisheeye lens is when </a:t>
            </a:r>
            <a:r>
              <a:rPr lang="en-US" dirty="0"/>
              <a:t>the camera captures an extremely wide-angle image, distorting the image and making straight lines appear curved. We needed to account for this distortion to ensure our model could accurately detect signs from a truck's perspective.</a:t>
            </a:r>
            <a:endParaRPr lang="sv-SE" dirty="0"/>
          </a:p>
          <a:p>
            <a:endParaRPr lang="sv-SE" dirty="0"/>
          </a:p>
          <a:p>
            <a:endParaRPr lang="en-US" dirty="0"/>
          </a:p>
        </p:txBody>
      </p:sp>
      <p:sp>
        <p:nvSpPr>
          <p:cNvPr id="4" name="Slide Number Placeholder 3"/>
          <p:cNvSpPr>
            <a:spLocks noGrp="1"/>
          </p:cNvSpPr>
          <p:nvPr>
            <p:ph type="sldNum" sz="quarter" idx="5"/>
          </p:nvPr>
        </p:nvSpPr>
        <p:spPr/>
        <p:txBody>
          <a:bodyPr/>
          <a:lstStyle/>
          <a:p>
            <a:fld id="{21FA4158-989F-47C9-B5FE-46886DDAF440}" type="slidenum">
              <a:rPr lang="en-US" smtClean="0"/>
              <a:t>17</a:t>
            </a:fld>
            <a:endParaRPr lang="en-US"/>
          </a:p>
        </p:txBody>
      </p:sp>
    </p:spTree>
    <p:extLst>
      <p:ext uri="{BB962C8B-B14F-4D97-AF65-F5344CB8AC3E}">
        <p14:creationId xmlns:p14="http://schemas.microsoft.com/office/powerpoint/2010/main" val="34690064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Therefore, in addition to the Linköping dataset, we also drove around lindholmsallen in a truck and collected our own data. </a:t>
            </a:r>
          </a:p>
          <a:p>
            <a:endParaRPr lang="sv-SE" dirty="0"/>
          </a:p>
          <a:p>
            <a:r>
              <a:rPr lang="sv-SE" dirty="0"/>
              <a:t>By doing so we were able to collect images with a fisheye lens and collect road sign data specific to linholmen. </a:t>
            </a:r>
            <a:endParaRPr lang="en-US" dirty="0"/>
          </a:p>
        </p:txBody>
      </p:sp>
      <p:sp>
        <p:nvSpPr>
          <p:cNvPr id="4" name="Slide Number Placeholder 3"/>
          <p:cNvSpPr>
            <a:spLocks noGrp="1"/>
          </p:cNvSpPr>
          <p:nvPr>
            <p:ph type="sldNum" sz="quarter" idx="5"/>
          </p:nvPr>
        </p:nvSpPr>
        <p:spPr/>
        <p:txBody>
          <a:bodyPr/>
          <a:lstStyle/>
          <a:p>
            <a:fld id="{21FA4158-989F-47C9-B5FE-46886DDAF440}" type="slidenum">
              <a:rPr lang="en-US" smtClean="0"/>
              <a:t>18</a:t>
            </a:fld>
            <a:endParaRPr lang="en-US"/>
          </a:p>
        </p:txBody>
      </p:sp>
    </p:spTree>
    <p:extLst>
      <p:ext uri="{BB962C8B-B14F-4D97-AF65-F5344CB8AC3E}">
        <p14:creationId xmlns:p14="http://schemas.microsoft.com/office/powerpoint/2010/main" val="32172911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15719-BCCF-A555-E7B4-65E744B322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796CED-7F74-C335-A05B-16885D64A5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049A18-3056-2339-34FE-40FC5D1746C0}"/>
              </a:ext>
            </a:extLst>
          </p:cNvPr>
          <p:cNvSpPr>
            <a:spLocks noGrp="1"/>
          </p:cNvSpPr>
          <p:nvPr>
            <p:ph type="body" idx="1"/>
          </p:nvPr>
        </p:nvSpPr>
        <p:spPr/>
        <p:txBody>
          <a:bodyPr/>
          <a:lstStyle/>
          <a:p>
            <a:r>
              <a:rPr lang="en-US" dirty="0"/>
              <a:t>After collecting our video data</a:t>
            </a:r>
            <a:r>
              <a:rPr lang="sv-SE" dirty="0"/>
              <a:t>, we used a computer vision platform called roboflow to label and annotate the dataset. </a:t>
            </a:r>
          </a:p>
          <a:p>
            <a:endParaRPr lang="sv-SE" dirty="0"/>
          </a:p>
          <a:p>
            <a:r>
              <a:rPr lang="en-US" dirty="0"/>
              <a:t>First, we extracted individual frames from the video footage and uploaded them to the platform.</a:t>
            </a:r>
            <a:r>
              <a:rPr lang="sv-SE" dirty="0"/>
              <a:t> </a:t>
            </a:r>
          </a:p>
          <a:p>
            <a:endParaRPr lang="sv-SE" dirty="0"/>
          </a:p>
          <a:p>
            <a:r>
              <a:rPr lang="sv-SE" dirty="0"/>
              <a:t>Then we manually drew a bounding boxes around each road sign. </a:t>
            </a:r>
          </a:p>
          <a:p>
            <a:endParaRPr lang="sv-SE" dirty="0"/>
          </a:p>
          <a:p>
            <a:r>
              <a:rPr lang="en-US" dirty="0"/>
              <a:t>A bounding box is just a rectangle around an object, and by doing so we can extract the coordinates surrounding the object. </a:t>
            </a:r>
          </a:p>
          <a:p>
            <a:endParaRPr lang="en-US" dirty="0"/>
          </a:p>
          <a:p>
            <a:r>
              <a:rPr lang="en-US" dirty="0"/>
              <a:t>These coordinates are then </a:t>
            </a:r>
            <a:r>
              <a:rPr lang="sv-SE" dirty="0"/>
              <a:t>fed to the model along with the images, so it knows exactly where in the image the road signs are. </a:t>
            </a:r>
            <a:endParaRPr lang="en-US" dirty="0"/>
          </a:p>
        </p:txBody>
      </p:sp>
      <p:sp>
        <p:nvSpPr>
          <p:cNvPr id="4" name="Slide Number Placeholder 3">
            <a:extLst>
              <a:ext uri="{FF2B5EF4-FFF2-40B4-BE49-F238E27FC236}">
                <a16:creationId xmlns:a16="http://schemas.microsoft.com/office/drawing/2014/main" id="{15B7782F-CA56-D45C-F99E-7D5883683BFA}"/>
              </a:ext>
            </a:extLst>
          </p:cNvPr>
          <p:cNvSpPr>
            <a:spLocks noGrp="1"/>
          </p:cNvSpPr>
          <p:nvPr>
            <p:ph type="sldNum" sz="quarter" idx="5"/>
          </p:nvPr>
        </p:nvSpPr>
        <p:spPr/>
        <p:txBody>
          <a:bodyPr/>
          <a:lstStyle/>
          <a:p>
            <a:fld id="{21FA4158-989F-47C9-B5FE-46886DDAF440}" type="slidenum">
              <a:rPr lang="en-US" smtClean="0"/>
              <a:t>19</a:t>
            </a:fld>
            <a:endParaRPr lang="en-US"/>
          </a:p>
        </p:txBody>
      </p:sp>
    </p:spTree>
    <p:extLst>
      <p:ext uri="{BB962C8B-B14F-4D97-AF65-F5344CB8AC3E}">
        <p14:creationId xmlns:p14="http://schemas.microsoft.com/office/powerpoint/2010/main" val="14773939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8B3B8-6D83-EC25-D3D2-DE3E0F875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993297-0DD5-ABAE-30D6-8F2BF48A75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90B149-EB0E-3317-3370-EFA79ADE8F1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dirty="0"/>
              <a:t>Lastly, to make our model as robust as possible, we applied some data augmentation techniques to the data we collected.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sv-SE" dirty="0"/>
          </a:p>
          <a:p>
            <a:pPr marL="0" marR="0" lvl="0" indent="0" algn="l" defTabSz="914400" rtl="0" eaLnBrk="1" fontAlgn="auto" latinLnBrk="0" hangingPunct="1">
              <a:lnSpc>
                <a:spcPct val="100000"/>
              </a:lnSpc>
              <a:spcBef>
                <a:spcPts val="0"/>
              </a:spcBef>
              <a:spcAft>
                <a:spcPts val="0"/>
              </a:spcAft>
              <a:buClrTx/>
              <a:buSzTx/>
              <a:buFontTx/>
              <a:buNone/>
              <a:tabLst/>
              <a:defRPr/>
            </a:pPr>
            <a:r>
              <a:rPr lang="sv-SE" dirty="0"/>
              <a:t>Data augmentation is a set of techniques used in machine learning to artíficially increase the size and diversity of a dataset.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sv-SE"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look at these three pictures of the exact same road signs in the same location.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Even though they show the same signs, each one looks a bit different</a:t>
            </a:r>
            <a:r>
              <a:rPr lang="sv-SE"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sv-SE"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image on the left was taken on a sunny day. The sun was on the right side, which created a strong shadow, making the sign on the left look bright while the one on the right looks dull.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middle picture, you can see both signs look the same. This was because the photo was taken on a cloudy day.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image on the right, the camera lens is foggy from the rain, making one sign look clear and the other barely visible.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humans, we can easily recognize a road sign in any of these scenarios, but an AI model can’t.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only knows what a sign is based on the data we feed it.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Therefore, to ensure our model could handle all these real-world conditions, we applied various techniques to our data, so it can recognize signs even if they are affected by weather or other factors.</a:t>
            </a:r>
            <a:endParaRPr lang="sv-S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sv-SE" dirty="0"/>
          </a:p>
          <a:p>
            <a:r>
              <a:rPr lang="en-US" dirty="0"/>
              <a:t>Some of the key techniques we used include:</a:t>
            </a:r>
          </a:p>
          <a:p>
            <a:r>
              <a:rPr lang="en-US" b="1" dirty="0"/>
              <a:t>Rotation</a:t>
            </a:r>
            <a:r>
              <a:rPr lang="en-US" dirty="0"/>
              <a:t>: To account for signs that may be tilted.</a:t>
            </a:r>
          </a:p>
          <a:p>
            <a:r>
              <a:rPr lang="en-US" b="1" dirty="0"/>
              <a:t>Blur</a:t>
            </a:r>
            <a:r>
              <a:rPr lang="en-US" dirty="0"/>
              <a:t>: To simulate fog, rain, or a dirty camera lens.</a:t>
            </a:r>
          </a:p>
          <a:p>
            <a:r>
              <a:rPr lang="en-US" b="1" dirty="0"/>
              <a:t>Brightness/Exposure</a:t>
            </a:r>
            <a:r>
              <a:rPr lang="en-US" dirty="0"/>
              <a:t>: To train the model on signs in different lighting conditions.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sv-SE" dirty="0"/>
          </a:p>
        </p:txBody>
      </p:sp>
      <p:sp>
        <p:nvSpPr>
          <p:cNvPr id="4" name="Slide Number Placeholder 3">
            <a:extLst>
              <a:ext uri="{FF2B5EF4-FFF2-40B4-BE49-F238E27FC236}">
                <a16:creationId xmlns:a16="http://schemas.microsoft.com/office/drawing/2014/main" id="{FAD4DA3F-F507-4C20-C74D-EA9D7A49D49B}"/>
              </a:ext>
            </a:extLst>
          </p:cNvPr>
          <p:cNvSpPr>
            <a:spLocks noGrp="1"/>
          </p:cNvSpPr>
          <p:nvPr>
            <p:ph type="sldNum" sz="quarter" idx="5"/>
          </p:nvPr>
        </p:nvSpPr>
        <p:spPr/>
        <p:txBody>
          <a:bodyPr/>
          <a:lstStyle/>
          <a:p>
            <a:fld id="{21FA4158-989F-47C9-B5FE-46886DDAF440}" type="slidenum">
              <a:rPr lang="en-US" smtClean="0"/>
              <a:t>20</a:t>
            </a:fld>
            <a:endParaRPr lang="en-US"/>
          </a:p>
        </p:txBody>
      </p:sp>
    </p:spTree>
    <p:extLst>
      <p:ext uri="{BB962C8B-B14F-4D97-AF65-F5344CB8AC3E}">
        <p14:creationId xmlns:p14="http://schemas.microsoft.com/office/powerpoint/2010/main" val="14174950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a:t>Now i will talk about the video stream from the camera to the truck app</a:t>
            </a:r>
          </a:p>
        </p:txBody>
      </p:sp>
      <p:sp>
        <p:nvSpPr>
          <p:cNvPr id="4" name="Slide Number Placeholder 3"/>
          <p:cNvSpPr>
            <a:spLocks noGrp="1"/>
          </p:cNvSpPr>
          <p:nvPr>
            <p:ph type="sldNum" sz="quarter" idx="5"/>
          </p:nvPr>
        </p:nvSpPr>
        <p:spPr/>
        <p:txBody>
          <a:bodyPr/>
          <a:lstStyle/>
          <a:p>
            <a:fld id="{21FA4158-989F-47C9-B5FE-46886DDAF440}" type="slidenum">
              <a:rPr lang="en-US" smtClean="0"/>
              <a:t>21</a:t>
            </a:fld>
            <a:endParaRPr lang="en-US"/>
          </a:p>
        </p:txBody>
      </p:sp>
    </p:spTree>
    <p:extLst>
      <p:ext uri="{BB962C8B-B14F-4D97-AF65-F5344CB8AC3E}">
        <p14:creationId xmlns:p14="http://schemas.microsoft.com/office/powerpoint/2010/main" val="20488943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Calibri"/>
              <a:buChar char="-"/>
            </a:pPr>
            <a:r>
              <a:rPr lang="en-US">
                <a:latin typeface="Calibri"/>
                <a:ea typeface="Calibri"/>
                <a:cs typeface="Calibri"/>
              </a:rPr>
              <a:t>Camera streams through AVTP (Audio Video Transport Protocol)</a:t>
            </a:r>
          </a:p>
          <a:p>
            <a:pPr marL="171450" indent="-171450">
              <a:buFont typeface="Calibri"/>
              <a:buChar char="-"/>
            </a:pPr>
            <a:r>
              <a:rPr lang="en-US">
                <a:latin typeface="Calibri"/>
                <a:ea typeface="Calibri"/>
                <a:cs typeface="Calibri"/>
              </a:rPr>
              <a:t>Over Ethernet </a:t>
            </a:r>
          </a:p>
          <a:p>
            <a:pPr marL="171450" indent="-171450">
              <a:buFont typeface="Calibri"/>
              <a:buChar char="-"/>
            </a:pPr>
            <a:r>
              <a:rPr lang="en-US">
                <a:latin typeface="Calibri"/>
                <a:ea typeface="Calibri"/>
                <a:cs typeface="Calibri"/>
              </a:rPr>
              <a:t>Don’t have access to a truck all the time had to come up with something else to test the app.</a:t>
            </a:r>
          </a:p>
          <a:p>
            <a:pPr marL="171450" indent="-171450">
              <a:buFont typeface="Calibri"/>
              <a:buChar char="-"/>
            </a:pPr>
            <a:r>
              <a:rPr lang="en-US">
                <a:latin typeface="Calibri"/>
                <a:ea typeface="Calibri"/>
                <a:cs typeface="Calibri"/>
              </a:rPr>
              <a:t>To mimic the camera we use recorded video and stream it to the app.</a:t>
            </a:r>
          </a:p>
          <a:p>
            <a:pPr marL="171450" indent="-171450">
              <a:buFont typeface="Calibri"/>
              <a:buChar char="-"/>
            </a:pPr>
            <a:r>
              <a:rPr lang="en-US" err="1">
                <a:latin typeface="Calibri"/>
                <a:ea typeface="Calibri"/>
                <a:cs typeface="Calibri"/>
              </a:rPr>
              <a:t>Ffmpeg</a:t>
            </a:r>
            <a:r>
              <a:rPr lang="en-US">
                <a:latin typeface="Calibri"/>
                <a:ea typeface="Calibri"/>
                <a:cs typeface="Calibri"/>
              </a:rPr>
              <a:t> to stream it via UDP (User Datagram Protocol)</a:t>
            </a:r>
          </a:p>
          <a:p>
            <a:pPr marL="171450" indent="-171450">
              <a:buFont typeface="Calibri"/>
              <a:buChar char="-"/>
            </a:pPr>
            <a:r>
              <a:rPr lang="en-US">
                <a:latin typeface="Calibri"/>
                <a:ea typeface="Calibri"/>
                <a:cs typeface="Calibri"/>
              </a:rPr>
              <a:t>UDP does not need a confirmation from the receiving side</a:t>
            </a:r>
          </a:p>
          <a:p>
            <a:pPr marL="171450" indent="-171450">
              <a:buFont typeface="Calibri"/>
              <a:buChar char="-"/>
            </a:pPr>
            <a:r>
              <a:rPr lang="en-US">
                <a:latin typeface="Calibri"/>
                <a:ea typeface="Calibri"/>
                <a:cs typeface="Calibri"/>
              </a:rPr>
              <a:t>App listens for everything and UDP packets gets sent to the app. </a:t>
            </a:r>
          </a:p>
          <a:p>
            <a:pPr marL="171450" indent="-171450">
              <a:buFont typeface="Calibri"/>
              <a:buChar char="-"/>
            </a:pPr>
            <a:r>
              <a:rPr lang="en-US">
                <a:latin typeface="Calibri"/>
                <a:ea typeface="Calibri"/>
                <a:cs typeface="Calibri"/>
              </a:rPr>
              <a:t>Then on the app these packets gets decoded to a frame.  </a:t>
            </a:r>
          </a:p>
          <a:p>
            <a:pPr marL="171450" indent="-171450">
              <a:buFont typeface="Calibri"/>
              <a:buChar char="-"/>
            </a:pPr>
            <a:r>
              <a:rPr lang="en-US">
                <a:latin typeface="Calibri"/>
                <a:ea typeface="Calibri"/>
                <a:cs typeface="Calibri"/>
              </a:rPr>
              <a:t>7.5 frames per second with some corrupted frames. Up to 15 FPS</a:t>
            </a:r>
          </a:p>
          <a:p>
            <a:pPr marL="171450" indent="-171450">
              <a:buFont typeface="Calibri"/>
              <a:buChar char="-"/>
            </a:pPr>
            <a:r>
              <a:rPr lang="en-US">
                <a:latin typeface="Calibri"/>
                <a:ea typeface="Calibri"/>
                <a:cs typeface="Calibri"/>
              </a:rPr>
              <a:t>Recorded with phone (30 fps). In app took every 4th frame to mimic 7.5 fps. </a:t>
            </a:r>
          </a:p>
          <a:p>
            <a:pPr marL="171450" indent="-171450">
              <a:buFont typeface="Calibri"/>
              <a:buChar char="-"/>
            </a:pPr>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21FA4158-989F-47C9-B5FE-46886DDAF440}" type="slidenum">
              <a:rPr lang="en-US" smtClean="0"/>
              <a:t>22</a:t>
            </a:fld>
            <a:endParaRPr lang="en-US"/>
          </a:p>
        </p:txBody>
      </p:sp>
    </p:spTree>
    <p:extLst>
      <p:ext uri="{BB962C8B-B14F-4D97-AF65-F5344CB8AC3E}">
        <p14:creationId xmlns:p14="http://schemas.microsoft.com/office/powerpoint/2010/main" val="42011648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a:t>I will talk about the app located on the truck</a:t>
            </a:r>
          </a:p>
        </p:txBody>
      </p:sp>
      <p:sp>
        <p:nvSpPr>
          <p:cNvPr id="4" name="Slide Number Placeholder 3"/>
          <p:cNvSpPr>
            <a:spLocks noGrp="1"/>
          </p:cNvSpPr>
          <p:nvPr>
            <p:ph type="sldNum" sz="quarter" idx="5"/>
          </p:nvPr>
        </p:nvSpPr>
        <p:spPr/>
        <p:txBody>
          <a:bodyPr/>
          <a:lstStyle/>
          <a:p>
            <a:fld id="{21FA4158-989F-47C9-B5FE-46886DDAF440}" type="slidenum">
              <a:rPr lang="en-US" smtClean="0"/>
              <a:t>23</a:t>
            </a:fld>
            <a:endParaRPr lang="en-US"/>
          </a:p>
        </p:txBody>
      </p:sp>
    </p:spTree>
    <p:extLst>
      <p:ext uri="{BB962C8B-B14F-4D97-AF65-F5344CB8AC3E}">
        <p14:creationId xmlns:p14="http://schemas.microsoft.com/office/powerpoint/2010/main" val="9206562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a:latin typeface="Calibri"/>
                <a:ea typeface="Calibri"/>
                <a:cs typeface="Calibri"/>
              </a:rPr>
              <a:t>UDP packets as inputs</a:t>
            </a:r>
          </a:p>
          <a:p>
            <a:pPr marL="171450" indent="-171450">
              <a:buFont typeface="Arial"/>
              <a:buChar char="•"/>
            </a:pPr>
            <a:r>
              <a:rPr lang="en-US">
                <a:latin typeface="Calibri"/>
                <a:ea typeface="Calibri"/>
                <a:cs typeface="Calibri"/>
              </a:rPr>
              <a:t>Go through flowchart</a:t>
            </a:r>
          </a:p>
          <a:p>
            <a:pPr marL="171450" indent="-171450">
              <a:buFont typeface="Arial"/>
              <a:buChar char="•"/>
            </a:pPr>
            <a:r>
              <a:rPr lang="en-US">
                <a:latin typeface="Calibri"/>
                <a:ea typeface="Calibri"/>
                <a:cs typeface="Calibri"/>
              </a:rPr>
              <a:t>Could send all frames to tower. OD model acts as a filter to reduce bandwidth. </a:t>
            </a:r>
          </a:p>
          <a:p>
            <a:pPr marL="171450" indent="-171450">
              <a:buFont typeface="Arial"/>
              <a:buChar char="•"/>
            </a:pPr>
            <a:r>
              <a:rPr lang="en-US">
                <a:latin typeface="Calibri"/>
                <a:ea typeface="Calibri"/>
                <a:cs typeface="Calibri"/>
              </a:rPr>
              <a:t>Resized images when ran through model</a:t>
            </a:r>
          </a:p>
          <a:p>
            <a:pPr marL="171450" indent="-171450">
              <a:buFont typeface="Arial"/>
              <a:buChar char="•"/>
            </a:pPr>
            <a:r>
              <a:rPr lang="en-US">
                <a:latin typeface="Calibri"/>
                <a:ea typeface="Calibri"/>
                <a:cs typeface="Calibri"/>
              </a:rPr>
              <a:t>Don’t send frame if it contains an already seen sign.</a:t>
            </a:r>
          </a:p>
          <a:p>
            <a:pPr marL="171450" indent="-171450">
              <a:buFont typeface="Arial"/>
              <a:buChar char="•"/>
            </a:pPr>
            <a:endParaRPr lang="en-US">
              <a:latin typeface="Calibri"/>
              <a:ea typeface="Calibri"/>
              <a:cs typeface="Calibri"/>
            </a:endParaRPr>
          </a:p>
          <a:p>
            <a:pPr marL="171450" indent="-171450">
              <a:buFont typeface="Arial"/>
              <a:buChar char="•"/>
            </a:pPr>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21FA4158-989F-47C9-B5FE-46886DDAF440}" type="slidenum">
              <a:rPr lang="en-US" smtClean="0"/>
              <a:t>24</a:t>
            </a:fld>
            <a:endParaRPr lang="en-US"/>
          </a:p>
        </p:txBody>
      </p:sp>
    </p:spTree>
    <p:extLst>
      <p:ext uri="{BB962C8B-B14F-4D97-AF65-F5344CB8AC3E}">
        <p14:creationId xmlns:p14="http://schemas.microsoft.com/office/powerpoint/2010/main" val="28017995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a:t>Now I will be talking a little about the object detection model we have on the Truck App.</a:t>
            </a:r>
            <a:endParaRPr lang="en-US"/>
          </a:p>
        </p:txBody>
      </p:sp>
      <p:sp>
        <p:nvSpPr>
          <p:cNvPr id="4" name="Slide Number Placeholder 3"/>
          <p:cNvSpPr>
            <a:spLocks noGrp="1"/>
          </p:cNvSpPr>
          <p:nvPr>
            <p:ph type="sldNum" sz="quarter" idx="5"/>
          </p:nvPr>
        </p:nvSpPr>
        <p:spPr/>
        <p:txBody>
          <a:bodyPr/>
          <a:lstStyle/>
          <a:p>
            <a:fld id="{21FA4158-989F-47C9-B5FE-46886DDAF440}" type="slidenum">
              <a:rPr lang="en-US" smtClean="0"/>
              <a:t>25</a:t>
            </a:fld>
            <a:endParaRPr lang="en-US"/>
          </a:p>
        </p:txBody>
      </p:sp>
    </p:spTree>
    <p:extLst>
      <p:ext uri="{BB962C8B-B14F-4D97-AF65-F5344CB8AC3E}">
        <p14:creationId xmlns:p14="http://schemas.microsoft.com/office/powerpoint/2010/main" val="15775315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As </a:t>
            </a:r>
            <a:r>
              <a:rPr lang="sv-SE" err="1"/>
              <a:t>mentioned</a:t>
            </a:r>
            <a:r>
              <a:rPr lang="sv-SE" dirty="0"/>
              <a:t> </a:t>
            </a:r>
            <a:r>
              <a:rPr lang="sv-SE" err="1"/>
              <a:t>previosuly</a:t>
            </a:r>
            <a:r>
              <a:rPr lang="sv-SE" dirty="0"/>
              <a:t>, </a:t>
            </a:r>
            <a:r>
              <a:rPr lang="en-US" dirty="0"/>
              <a:t>The purpose of having a model on the app is to reduce bandwidth and latency. Instead of sending every image to the tower, the app first checks if there is a road sign in the frame or not. This is done with a </a:t>
            </a:r>
            <a:r>
              <a:rPr lang="en-US" b="1" dirty="0"/>
              <a:t>binary classification model</a:t>
            </a:r>
            <a:r>
              <a:rPr lang="en-US" dirty="0"/>
              <a:t> – it only decides if a sign is present or not, without classifying what sign it is. (Saghar)</a:t>
            </a:r>
          </a:p>
          <a:p>
            <a:endParaRPr lang="en-US" dirty="0"/>
          </a:p>
          <a:p>
            <a:r>
              <a:rPr lang="en-US" dirty="0"/>
              <a:t>For this, we used </a:t>
            </a:r>
            <a:r>
              <a:rPr lang="en-US" b="1" dirty="0"/>
              <a:t>YOLOv11</a:t>
            </a:r>
            <a:r>
              <a:rPr lang="en-US" dirty="0"/>
              <a:t>, the latest version of the YOLO models (“You Only Look Once”). YOLO models come in different sizes.  we chose the </a:t>
            </a:r>
            <a:r>
              <a:rPr lang="en-US" b="1" dirty="0"/>
              <a:t>nano version</a:t>
            </a:r>
            <a:r>
              <a:rPr lang="en-US" dirty="0"/>
              <a:t>, which is the smallest and fastest one. While it is less accurate than larger models, but speed is the main priority for the app. (Saghar)</a:t>
            </a:r>
          </a:p>
          <a:p>
            <a:endParaRPr lang="en-US" dirty="0"/>
          </a:p>
          <a:p>
            <a:r>
              <a:rPr lang="en-US" dirty="0"/>
              <a:t>We used transfer learning to train the model, which means It first learned from a large dataset and was then adapted for our task. We started with the Linköping dataset of Swedish road signs, relabeling it for binary detection. After that, we retrained the model on the Lindholmen dataset so it could also detect local signs captured with a fisheye camera. (Saghar)</a:t>
            </a:r>
          </a:p>
          <a:p>
            <a:endParaRPr lang="sv-SE" dirty="0"/>
          </a:p>
          <a:p>
            <a:r>
              <a:rPr lang="sv-SE" err="1"/>
              <a:t>We</a:t>
            </a:r>
            <a:r>
              <a:rPr lang="sv-SE" dirty="0"/>
              <a:t> </a:t>
            </a:r>
            <a:r>
              <a:rPr lang="sv-SE" err="1"/>
              <a:t>wanted</a:t>
            </a:r>
            <a:r>
              <a:rPr lang="sv-SE" dirty="0"/>
              <a:t> the truck </a:t>
            </a:r>
            <a:r>
              <a:rPr lang="sv-SE" err="1"/>
              <a:t>app</a:t>
            </a:r>
            <a:r>
              <a:rPr lang="sv-SE" dirty="0"/>
              <a:t> </a:t>
            </a:r>
            <a:r>
              <a:rPr lang="sv-SE" err="1"/>
              <a:t>model</a:t>
            </a:r>
            <a:r>
              <a:rPr lang="sv-SE" dirty="0"/>
              <a:t> to be as small as </a:t>
            </a:r>
            <a:r>
              <a:rPr lang="sv-SE" err="1"/>
              <a:t>possible</a:t>
            </a:r>
            <a:r>
              <a:rPr lang="sv-SE" dirty="0"/>
              <a:t>, in order to </a:t>
            </a:r>
            <a:r>
              <a:rPr lang="sv-SE" err="1"/>
              <a:t>avoid</a:t>
            </a:r>
            <a:r>
              <a:rPr lang="sv-SE" dirty="0"/>
              <a:t> </a:t>
            </a:r>
            <a:r>
              <a:rPr lang="sv-SE" err="1"/>
              <a:t>taking</a:t>
            </a:r>
            <a:r>
              <a:rPr lang="sv-SE" dirty="0"/>
              <a:t> </a:t>
            </a:r>
            <a:r>
              <a:rPr lang="sv-SE" err="1"/>
              <a:t>up</a:t>
            </a:r>
            <a:r>
              <a:rPr lang="sv-SE" dirty="0"/>
              <a:t> space and </a:t>
            </a:r>
            <a:r>
              <a:rPr lang="sv-SE" err="1"/>
              <a:t>computational</a:t>
            </a:r>
            <a:r>
              <a:rPr lang="sv-SE" dirty="0"/>
              <a:t> </a:t>
            </a:r>
            <a:r>
              <a:rPr lang="sv-SE" err="1"/>
              <a:t>resources</a:t>
            </a:r>
            <a:r>
              <a:rPr lang="sv-SE" dirty="0"/>
              <a:t> on SEM, </a:t>
            </a:r>
            <a:r>
              <a:rPr lang="sv-SE" err="1"/>
              <a:t>therefore</a:t>
            </a:r>
            <a:r>
              <a:rPr lang="sv-SE" dirty="0"/>
              <a:t> </a:t>
            </a:r>
            <a:r>
              <a:rPr lang="sv-SE" err="1"/>
              <a:t>we</a:t>
            </a:r>
            <a:r>
              <a:rPr lang="sv-SE" dirty="0"/>
              <a:t> </a:t>
            </a:r>
            <a:r>
              <a:rPr lang="sv-SE" err="1"/>
              <a:t>performed</a:t>
            </a:r>
            <a:r>
              <a:rPr lang="sv-SE" dirty="0"/>
              <a:t> </a:t>
            </a:r>
            <a:r>
              <a:rPr lang="sv-SE" err="1"/>
              <a:t>model</a:t>
            </a:r>
            <a:r>
              <a:rPr lang="sv-SE" dirty="0"/>
              <a:t> </a:t>
            </a:r>
            <a:r>
              <a:rPr lang="sv-SE" err="1"/>
              <a:t>quantisation</a:t>
            </a:r>
            <a:r>
              <a:rPr lang="sv-SE" dirty="0"/>
              <a:t>, </a:t>
            </a:r>
            <a:r>
              <a:rPr lang="sv-SE" err="1"/>
              <a:t>which</a:t>
            </a:r>
            <a:r>
              <a:rPr lang="sv-SE" dirty="0"/>
              <a:t> is an </a:t>
            </a:r>
            <a:r>
              <a:rPr lang="en-US" dirty="0"/>
              <a:t>optimization technique that </a:t>
            </a:r>
            <a:r>
              <a:rPr lang="en-US" b="1" dirty="0"/>
              <a:t>reduces the size and computational requirements of a model</a:t>
            </a:r>
            <a:r>
              <a:rPr lang="en-US" dirty="0"/>
              <a:t> without significantly sacrificing its performance. So therefore we managed to make an already small model even smaller.</a:t>
            </a:r>
          </a:p>
          <a:p>
            <a:endParaRPr lang="sv-SE" dirty="0"/>
          </a:p>
          <a:p>
            <a:pPr marL="0" marR="0" lvl="0" indent="0" algn="l" defTabSz="914400" rtl="0" eaLnBrk="1" fontAlgn="auto" latinLnBrk="0" hangingPunct="1">
              <a:lnSpc>
                <a:spcPct val="100000"/>
              </a:lnSpc>
              <a:spcBef>
                <a:spcPts val="0"/>
              </a:spcBef>
              <a:spcAft>
                <a:spcPts val="0"/>
              </a:spcAft>
              <a:buClrTx/>
              <a:buSzTx/>
              <a:buFontTx/>
              <a:buNone/>
              <a:tabLst/>
              <a:defRPr/>
            </a:pPr>
            <a:r>
              <a:rPr lang="sv-SE" err="1"/>
              <a:t>We</a:t>
            </a:r>
            <a:r>
              <a:rPr lang="sv-SE" dirty="0"/>
              <a:t> </a:t>
            </a:r>
            <a:r>
              <a:rPr lang="sv-SE" err="1"/>
              <a:t>also</a:t>
            </a:r>
            <a:r>
              <a:rPr lang="sv-SE" dirty="0"/>
              <a:t> </a:t>
            </a:r>
            <a:r>
              <a:rPr lang="sv-SE" err="1"/>
              <a:t>managed</a:t>
            </a:r>
            <a:r>
              <a:rPr lang="sv-SE" dirty="0"/>
              <a:t> to </a:t>
            </a:r>
            <a:r>
              <a:rPr lang="sv-SE" err="1"/>
              <a:t>achieve</a:t>
            </a:r>
            <a:r>
              <a:rPr lang="sv-SE" dirty="0"/>
              <a:t> an </a:t>
            </a:r>
            <a:r>
              <a:rPr lang="sv-SE" err="1"/>
              <a:t>accuracy</a:t>
            </a:r>
            <a:r>
              <a:rPr lang="sv-SE" dirty="0"/>
              <a:t> </a:t>
            </a:r>
            <a:r>
              <a:rPr lang="sv-SE" err="1"/>
              <a:t>of</a:t>
            </a:r>
            <a:r>
              <a:rPr lang="sv-SE" dirty="0"/>
              <a:t> 82% </a:t>
            </a:r>
            <a:r>
              <a:rPr lang="sv-SE" err="1"/>
              <a:t>accuracy</a:t>
            </a:r>
            <a:r>
              <a:rPr lang="sv-SE" dirty="0"/>
              <a:t>, </a:t>
            </a:r>
            <a:r>
              <a:rPr lang="sv-SE" err="1"/>
              <a:t>creating</a:t>
            </a:r>
            <a:r>
              <a:rPr lang="sv-SE" dirty="0"/>
              <a:t> a fast and </a:t>
            </a:r>
            <a:r>
              <a:rPr lang="sv-SE" err="1"/>
              <a:t>pretty</a:t>
            </a:r>
            <a:r>
              <a:rPr lang="sv-SE" dirty="0"/>
              <a:t> </a:t>
            </a:r>
            <a:r>
              <a:rPr lang="sv-SE" err="1"/>
              <a:t>accurate</a:t>
            </a:r>
            <a:r>
              <a:rPr lang="sv-SE" dirty="0"/>
              <a:t> </a:t>
            </a:r>
            <a:r>
              <a:rPr lang="sv-SE" err="1"/>
              <a:t>model</a:t>
            </a:r>
            <a:r>
              <a:rPr lang="sv-SE" dirty="0"/>
              <a:t>. </a:t>
            </a:r>
            <a:r>
              <a:rPr lang="sv-SE" err="1"/>
              <a:t>Lastly</a:t>
            </a:r>
            <a:r>
              <a:rPr lang="sv-SE" dirty="0"/>
              <a:t>, the </a:t>
            </a:r>
            <a:r>
              <a:rPr lang="sv-SE" err="1"/>
              <a:t>model</a:t>
            </a:r>
            <a:r>
              <a:rPr lang="sv-SE" dirty="0"/>
              <a:t> </a:t>
            </a:r>
            <a:r>
              <a:rPr lang="sv-SE" err="1"/>
              <a:t>only</a:t>
            </a:r>
            <a:r>
              <a:rPr lang="sv-SE" dirty="0"/>
              <a:t> outputs all the </a:t>
            </a:r>
            <a:r>
              <a:rPr lang="sv-SE" err="1"/>
              <a:t>bounding</a:t>
            </a:r>
            <a:r>
              <a:rPr lang="sv-SE" dirty="0"/>
              <a:t> box </a:t>
            </a:r>
            <a:r>
              <a:rPr lang="sv-SE" err="1"/>
              <a:t>coordinates</a:t>
            </a:r>
            <a:r>
              <a:rPr lang="sv-SE" dirty="0"/>
              <a:t> for </a:t>
            </a:r>
            <a:r>
              <a:rPr lang="sv-SE" err="1"/>
              <a:t>each</a:t>
            </a:r>
            <a:r>
              <a:rPr lang="sv-SE" dirty="0"/>
              <a:t> road </a:t>
            </a:r>
            <a:r>
              <a:rPr lang="sv-SE" err="1"/>
              <a:t>sign</a:t>
            </a:r>
            <a:r>
              <a:rPr lang="sv-SE" dirty="0"/>
              <a:t> it </a:t>
            </a:r>
            <a:r>
              <a:rPr lang="sv-SE" err="1"/>
              <a:t>detects</a:t>
            </a:r>
            <a:r>
              <a:rPr lang="sv-SE" dirty="0"/>
              <a:t> </a:t>
            </a:r>
            <a:r>
              <a:rPr lang="sv-SE" err="1"/>
              <a:t>that</a:t>
            </a:r>
            <a:r>
              <a:rPr lang="sv-SE" dirty="0"/>
              <a:t> has </a:t>
            </a:r>
            <a:r>
              <a:rPr lang="sv-SE" err="1"/>
              <a:t>more</a:t>
            </a:r>
            <a:r>
              <a:rPr lang="sv-SE" dirty="0"/>
              <a:t> </a:t>
            </a:r>
            <a:r>
              <a:rPr lang="sv-SE" err="1"/>
              <a:t>than</a:t>
            </a:r>
            <a:r>
              <a:rPr lang="sv-SE" dirty="0"/>
              <a:t> 50% </a:t>
            </a:r>
            <a:r>
              <a:rPr lang="sv-SE" err="1"/>
              <a:t>confidence</a:t>
            </a:r>
            <a:r>
              <a:rPr lang="sv-SE" dirty="0"/>
              <a:t>, </a:t>
            </a:r>
            <a:r>
              <a:rPr lang="sv-SE" err="1"/>
              <a:t>that</a:t>
            </a:r>
            <a:r>
              <a:rPr lang="sv-SE" dirty="0"/>
              <a:t> is </a:t>
            </a:r>
            <a:r>
              <a:rPr lang="sv-SE" err="1"/>
              <a:t>if</a:t>
            </a:r>
            <a:r>
              <a:rPr lang="sv-SE" dirty="0"/>
              <a:t> the </a:t>
            </a:r>
            <a:r>
              <a:rPr lang="sv-SE" err="1"/>
              <a:t>probability</a:t>
            </a:r>
            <a:r>
              <a:rPr lang="sv-SE" dirty="0"/>
              <a:t> </a:t>
            </a:r>
            <a:r>
              <a:rPr lang="sv-SE" err="1"/>
              <a:t>of</a:t>
            </a:r>
            <a:r>
              <a:rPr lang="sv-SE" dirty="0"/>
              <a:t> it </a:t>
            </a:r>
            <a:r>
              <a:rPr lang="sv-SE" err="1"/>
              <a:t>being</a:t>
            </a:r>
            <a:r>
              <a:rPr lang="sv-SE" dirty="0"/>
              <a:t> a </a:t>
            </a:r>
            <a:r>
              <a:rPr lang="sv-SE" err="1"/>
              <a:t>sign</a:t>
            </a:r>
            <a:r>
              <a:rPr lang="sv-SE" dirty="0"/>
              <a:t> is </a:t>
            </a:r>
            <a:r>
              <a:rPr lang="sv-SE" err="1"/>
              <a:t>more</a:t>
            </a:r>
            <a:r>
              <a:rPr lang="sv-SE" dirty="0"/>
              <a:t> </a:t>
            </a:r>
            <a:r>
              <a:rPr lang="sv-SE" err="1"/>
              <a:t>than</a:t>
            </a:r>
            <a:r>
              <a:rPr lang="sv-SE" dirty="0"/>
              <a:t> 50%. </a:t>
            </a:r>
          </a:p>
          <a:p>
            <a:endParaRPr lang="sv-SE" dirty="0"/>
          </a:p>
        </p:txBody>
      </p:sp>
      <p:sp>
        <p:nvSpPr>
          <p:cNvPr id="4" name="Slide Number Placeholder 3"/>
          <p:cNvSpPr>
            <a:spLocks noGrp="1"/>
          </p:cNvSpPr>
          <p:nvPr>
            <p:ph type="sldNum" sz="quarter" idx="5"/>
          </p:nvPr>
        </p:nvSpPr>
        <p:spPr/>
        <p:txBody>
          <a:bodyPr/>
          <a:lstStyle/>
          <a:p>
            <a:fld id="{21FA4158-989F-47C9-B5FE-46886DDAF440}" type="slidenum">
              <a:rPr lang="en-US" smtClean="0"/>
              <a:t>26</a:t>
            </a:fld>
            <a:endParaRPr lang="en-US"/>
          </a:p>
        </p:txBody>
      </p:sp>
    </p:spTree>
    <p:extLst>
      <p:ext uri="{BB962C8B-B14F-4D97-AF65-F5344CB8AC3E}">
        <p14:creationId xmlns:p14="http://schemas.microsoft.com/office/powerpoint/2010/main" val="3435172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a:cs typeface="+mn-lt"/>
              </a:rPr>
            </a:br>
            <a:r>
              <a:rPr lang="en-US">
                <a:cs typeface="+mn-lt"/>
              </a:rPr>
              <a:t>Tower app,, which</a:t>
            </a:r>
            <a:r>
              <a:rPr lang="en-US"/>
              <a:t> is basically, a program that’s always listening for incoming data from the app that runs on the truck.</a:t>
            </a:r>
          </a:p>
          <a:p>
            <a:endParaRPr lang="en-US"/>
          </a:p>
          <a:p>
            <a:r>
              <a:rPr lang="en-US"/>
              <a:t>Both the tower and the YOLOv11 model are packaged inside a Docker image. This makes everything easier to run, move, and ensures it works the same, on any computer. On the tower, we use a larger YOLOv11 model because of its higher computing power.</a:t>
            </a:r>
          </a:p>
          <a:p>
            <a:endParaRPr lang="en-US"/>
          </a:p>
          <a:p>
            <a:r>
              <a:rPr lang="en-US"/>
              <a:t>Now, what happens is,,,  when the tower receives all data packets that belong to the same ID, it tries to put them back together and rebuild the full image. If some packets never arrive, the server will clean up those incomplete assemblies, so they don’t take up space.</a:t>
            </a:r>
          </a:p>
          <a:p>
            <a:endParaRPr lang="en-US"/>
          </a:p>
          <a:p>
            <a:r>
              <a:rPr lang="en-US"/>
              <a:t>Once the image is rebuilt, the tower runs the AI model to look for traffic signs. If a sign is found, the model returns a list of detected signs with confidence scores.</a:t>
            </a:r>
          </a:p>
          <a:p>
            <a:r>
              <a:rPr lang="en-US"/>
              <a:t>Then, the tower sends a response back to the truck app, saying whether a sign was detected or not. To avoid delays, there’s also a timeout—if the image isn’t processed in time, the server sends a negative response automatically.</a:t>
            </a:r>
          </a:p>
          <a:p>
            <a:endParaRPr lang="en-US"/>
          </a:p>
          <a:p>
            <a:r>
              <a:rPr lang="en-US"/>
              <a:t>Finally, if a sign is actually detected, the tower saves the original image and also generates a text file with the results. That file contains the unique request ID, type of sign that was detected, confidence score, and  GPS coordinates of the sign.</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21FA4158-989F-47C9-B5FE-46886DDAF440}" type="slidenum">
              <a:rPr lang="en-US" smtClean="0"/>
              <a:t>28</a:t>
            </a:fld>
            <a:endParaRPr lang="en-US"/>
          </a:p>
        </p:txBody>
      </p:sp>
    </p:spTree>
    <p:extLst>
      <p:ext uri="{BB962C8B-B14F-4D97-AF65-F5344CB8AC3E}">
        <p14:creationId xmlns:p14="http://schemas.microsoft.com/office/powerpoint/2010/main" val="7343643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We’ve chosen to use the </a:t>
            </a:r>
            <a:r>
              <a:rPr lang="en-US" b="1"/>
              <a:t>YOLOv11-medium model</a:t>
            </a:r>
            <a:r>
              <a:rPr lang="en-US"/>
              <a:t> for </a:t>
            </a:r>
            <a:r>
              <a:rPr lang="en-US" i="1"/>
              <a:t>multiclass</a:t>
            </a:r>
            <a:r>
              <a:rPr lang="en-US"/>
              <a:t> object detection.  Multiclass object detection is that, when the model can recognize </a:t>
            </a:r>
            <a:r>
              <a:rPr lang="en-US" b="1"/>
              <a:t>different kinds of traffic signs</a:t>
            </a:r>
            <a:r>
              <a:rPr lang="en-US"/>
              <a:t>, not just one single type. </a:t>
            </a:r>
          </a:p>
          <a:p>
            <a:endParaRPr lang="en-US"/>
          </a:p>
          <a:p>
            <a:r>
              <a:rPr lang="en-US"/>
              <a:t>The model runs on the tower, and whenever it detects a sign, it also tells us </a:t>
            </a:r>
            <a:r>
              <a:rPr lang="en-US" i="1"/>
              <a:t>which kind</a:t>
            </a:r>
            <a:r>
              <a:rPr lang="en-US"/>
              <a:t> of sign it is. For example, if an image includes multiple signs, the model needs to detect all of them and identify what type of signs they are.</a:t>
            </a:r>
          </a:p>
          <a:p>
            <a:endParaRPr lang="en-US"/>
          </a:p>
          <a:p>
            <a:r>
              <a:rPr lang="en-US"/>
              <a:t>For training, we used </a:t>
            </a:r>
            <a:r>
              <a:rPr lang="en-US" b="1"/>
              <a:t>transfer learning</a:t>
            </a:r>
            <a:r>
              <a:rPr lang="en-US"/>
              <a:t>. Just like the model that we have on the truck app, we first trained it on the Linköping dataset and then continued on the Lindholmen dataset. The final accuracy of the model is about </a:t>
            </a:r>
            <a:r>
              <a:rPr lang="en-US" b="1"/>
              <a:t>84%</a:t>
            </a:r>
            <a:r>
              <a:rPr lang="en-US"/>
              <a:t>.</a:t>
            </a:r>
          </a:p>
          <a:p>
            <a:endParaRPr lang="en-US"/>
          </a:p>
          <a:p>
            <a:endParaRPr lang="en-US"/>
          </a:p>
          <a:p>
            <a:r>
              <a:rPr lang="en-US"/>
              <a:t>  </a:t>
            </a:r>
          </a:p>
        </p:txBody>
      </p:sp>
      <p:sp>
        <p:nvSpPr>
          <p:cNvPr id="4" name="Slide Number Placeholder 3"/>
          <p:cNvSpPr>
            <a:spLocks noGrp="1"/>
          </p:cNvSpPr>
          <p:nvPr>
            <p:ph type="sldNum" sz="quarter" idx="5"/>
          </p:nvPr>
        </p:nvSpPr>
        <p:spPr/>
        <p:txBody>
          <a:bodyPr/>
          <a:lstStyle/>
          <a:p>
            <a:fld id="{21FA4158-989F-47C9-B5FE-46886DDAF440}" type="slidenum">
              <a:rPr lang="en-US" smtClean="0"/>
              <a:t>30</a:t>
            </a:fld>
            <a:endParaRPr lang="en-US"/>
          </a:p>
        </p:txBody>
      </p:sp>
    </p:spTree>
    <p:extLst>
      <p:ext uri="{BB962C8B-B14F-4D97-AF65-F5344CB8AC3E}">
        <p14:creationId xmlns:p14="http://schemas.microsoft.com/office/powerpoint/2010/main" val="19760106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E4792-18A2-AF3E-4EF5-064C71220F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D5170A-F17B-7C56-F98F-6727C746A5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BFA520-DB60-3E8A-C48F-06D2E1D14B2E}"/>
              </a:ext>
            </a:extLst>
          </p:cNvPr>
          <p:cNvSpPr>
            <a:spLocks noGrp="1"/>
          </p:cNvSpPr>
          <p:nvPr>
            <p:ph type="body" idx="1"/>
          </p:nvPr>
        </p:nvSpPr>
        <p:spPr/>
        <p:txBody>
          <a:bodyPr/>
          <a:lstStyle/>
          <a:p>
            <a:endParaRPr lang="en-US"/>
          </a:p>
          <a:p>
            <a:r>
              <a:rPr lang="en-US"/>
              <a:t>Before we look at the results, I need to go through some quick keywords — kind of like a mini crash course.  </a:t>
            </a:r>
            <a:r>
              <a:rPr lang="en-US" b="1"/>
              <a:t>Precision</a:t>
            </a:r>
            <a:r>
              <a:rPr lang="en-US"/>
              <a:t> is about how many of the detected signs were correct, and </a:t>
            </a:r>
            <a:r>
              <a:rPr lang="en-US" b="1"/>
              <a:t>recall</a:t>
            </a:r>
            <a:r>
              <a:rPr lang="en-US"/>
              <a:t> is how many real signs the model actually found. </a:t>
            </a:r>
            <a:r>
              <a:rPr lang="en-US" b="1"/>
              <a:t>F1</a:t>
            </a:r>
            <a:r>
              <a:rPr lang="en-US"/>
              <a:t> is just the balance between precision and recall.</a:t>
            </a:r>
          </a:p>
          <a:p>
            <a:r>
              <a:rPr lang="en-US"/>
              <a:t>Then we have </a:t>
            </a:r>
            <a:r>
              <a:rPr lang="en-US" b="1" err="1"/>
              <a:t>mAP</a:t>
            </a:r>
            <a:r>
              <a:rPr lang="en-US"/>
              <a:t> —  it’s just a way of testing the model. At 0.5 it’s an easier test, at 0.95 it’s a tougher one.</a:t>
            </a:r>
          </a:p>
          <a:p>
            <a:r>
              <a:rPr lang="en-US"/>
              <a:t>And last, </a:t>
            </a:r>
            <a:r>
              <a:rPr lang="en-US" b="1"/>
              <a:t>overfitting</a:t>
            </a:r>
            <a:r>
              <a:rPr lang="en-US"/>
              <a:t> is when the model memorizes the training data too well but struggles with new data</a:t>
            </a:r>
          </a:p>
          <a:p>
            <a:endParaRPr lang="en-US"/>
          </a:p>
        </p:txBody>
      </p:sp>
      <p:sp>
        <p:nvSpPr>
          <p:cNvPr id="4" name="Slide Number Placeholder 3">
            <a:extLst>
              <a:ext uri="{FF2B5EF4-FFF2-40B4-BE49-F238E27FC236}">
                <a16:creationId xmlns:a16="http://schemas.microsoft.com/office/drawing/2014/main" id="{B9042EA3-E0B2-89A2-924C-903715113460}"/>
              </a:ext>
            </a:extLst>
          </p:cNvPr>
          <p:cNvSpPr>
            <a:spLocks noGrp="1"/>
          </p:cNvSpPr>
          <p:nvPr>
            <p:ph type="sldNum" sz="quarter" idx="5"/>
          </p:nvPr>
        </p:nvSpPr>
        <p:spPr/>
        <p:txBody>
          <a:bodyPr/>
          <a:lstStyle/>
          <a:p>
            <a:fld id="{21FA4158-989F-47C9-B5FE-46886DDAF440}" type="slidenum">
              <a:rPr lang="en-US" smtClean="0"/>
              <a:t>32</a:t>
            </a:fld>
            <a:endParaRPr lang="en-US"/>
          </a:p>
        </p:txBody>
      </p:sp>
    </p:spTree>
    <p:extLst>
      <p:ext uri="{BB962C8B-B14F-4D97-AF65-F5344CB8AC3E}">
        <p14:creationId xmlns:p14="http://schemas.microsoft.com/office/powerpoint/2010/main" val="22256540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Result from onboard:</a:t>
            </a:r>
            <a:br>
              <a:rPr lang="en-US"/>
            </a:br>
            <a:r>
              <a:rPr lang="sv-SE"/>
              <a:t>The table </a:t>
            </a:r>
            <a:r>
              <a:rPr lang="sv-SE" err="1"/>
              <a:t>you</a:t>
            </a:r>
            <a:r>
              <a:rPr lang="sv-SE"/>
              <a:t> </a:t>
            </a:r>
            <a:r>
              <a:rPr lang="sv-SE" err="1"/>
              <a:t>see</a:t>
            </a:r>
            <a:r>
              <a:rPr lang="sv-SE"/>
              <a:t> on the </a:t>
            </a:r>
            <a:r>
              <a:rPr lang="sv-SE" b="1" err="1"/>
              <a:t>left</a:t>
            </a:r>
            <a:r>
              <a:rPr lang="sv-SE"/>
              <a:t> shows the </a:t>
            </a:r>
            <a:r>
              <a:rPr lang="sv-SE" err="1"/>
              <a:t>results</a:t>
            </a:r>
            <a:r>
              <a:rPr lang="sv-SE"/>
              <a:t> from the </a:t>
            </a:r>
            <a:r>
              <a:rPr lang="sv-SE" b="1"/>
              <a:t> </a:t>
            </a:r>
            <a:r>
              <a:rPr lang="sv-SE" b="1" err="1"/>
              <a:t>model</a:t>
            </a:r>
            <a:r>
              <a:rPr lang="sv-SE" b="1"/>
              <a:t> on the truck </a:t>
            </a:r>
            <a:r>
              <a:rPr lang="sv-SE" b="1" err="1"/>
              <a:t>application</a:t>
            </a:r>
            <a:r>
              <a:rPr lang="sv-SE" b="1"/>
              <a:t>.  As </a:t>
            </a:r>
            <a:r>
              <a:rPr lang="sv-SE" b="1" err="1"/>
              <a:t>we</a:t>
            </a:r>
            <a:r>
              <a:rPr lang="sv-SE" b="1"/>
              <a:t> </a:t>
            </a:r>
            <a:r>
              <a:rPr lang="sv-SE" b="1" err="1"/>
              <a:t>mentioned</a:t>
            </a:r>
            <a:r>
              <a:rPr lang="sv-SE" b="1"/>
              <a:t> </a:t>
            </a:r>
            <a:r>
              <a:rPr lang="sv-SE" b="1" err="1"/>
              <a:t>before</a:t>
            </a:r>
            <a:r>
              <a:rPr lang="sv-SE" b="1"/>
              <a:t> ,</a:t>
            </a:r>
            <a:r>
              <a:rPr lang="en-US"/>
              <a:t>We used the smallest YOLO version to reduce latency and bandwidth. The model works well, but validation shows lower precision, recall, and F1-score. Stricter evaluation also dropped slightly. This suggests some overfitting, so the model could be improved to generalize better.</a:t>
            </a:r>
            <a:endParaRPr lang="en-US" b="1"/>
          </a:p>
          <a:p>
            <a:endParaRPr lang="en-US" b="1"/>
          </a:p>
          <a:p>
            <a:r>
              <a:rPr lang="en-US" b="1"/>
              <a:t>Result from offboard:</a:t>
            </a:r>
          </a:p>
          <a:p>
            <a:r>
              <a:rPr lang="sv-SE"/>
              <a:t>So, The table on the </a:t>
            </a:r>
            <a:r>
              <a:rPr lang="sv-SE" b="1"/>
              <a:t>right</a:t>
            </a:r>
            <a:r>
              <a:rPr lang="sv-SE"/>
              <a:t> shows the </a:t>
            </a:r>
            <a:r>
              <a:rPr lang="sv-SE" err="1"/>
              <a:t>results</a:t>
            </a:r>
            <a:r>
              <a:rPr lang="sv-SE"/>
              <a:t> from the </a:t>
            </a:r>
            <a:r>
              <a:rPr lang="sv-SE" b="1"/>
              <a:t> </a:t>
            </a:r>
            <a:r>
              <a:rPr lang="sv-SE" b="1" err="1"/>
              <a:t>model</a:t>
            </a:r>
            <a:r>
              <a:rPr lang="sv-SE" b="1"/>
              <a:t> on </a:t>
            </a:r>
            <a:r>
              <a:rPr lang="sv-SE" b="1" err="1"/>
              <a:t>tower</a:t>
            </a:r>
            <a:r>
              <a:rPr lang="sv-SE" b="1"/>
              <a:t>.</a:t>
            </a:r>
            <a:br>
              <a:rPr lang="en-US"/>
            </a:br>
            <a:r>
              <a:rPr lang="en-US"/>
              <a:t>The model shows no overfitting. Validation performs as well as, or even better than, training. Precision drops slightly but recall increases which means the model detects more objects with a few extra false positives. Since mAP@0.5 and mAP@0.95 stay stable, the model is reliable and generalizes well to new data.</a:t>
            </a:r>
          </a:p>
          <a:p>
            <a:pPr>
              <a:lnSpc>
                <a:spcPct val="113999"/>
              </a:lnSpc>
              <a:spcBef>
                <a:spcPts val="952"/>
              </a:spcBef>
            </a:pPr>
            <a:endParaRPr lang="sv-SE" b="1"/>
          </a:p>
        </p:txBody>
      </p:sp>
      <p:sp>
        <p:nvSpPr>
          <p:cNvPr id="4" name="Slide Number Placeholder 3"/>
          <p:cNvSpPr>
            <a:spLocks noGrp="1"/>
          </p:cNvSpPr>
          <p:nvPr>
            <p:ph type="sldNum" sz="quarter" idx="5"/>
          </p:nvPr>
        </p:nvSpPr>
        <p:spPr/>
        <p:txBody>
          <a:bodyPr/>
          <a:lstStyle/>
          <a:p>
            <a:fld id="{21FA4158-989F-47C9-B5FE-46886DDAF440}" type="slidenum">
              <a:rPr lang="en-US" smtClean="0"/>
              <a:t>33</a:t>
            </a:fld>
            <a:endParaRPr lang="en-US"/>
          </a:p>
        </p:txBody>
      </p:sp>
    </p:spTree>
    <p:extLst>
      <p:ext uri="{BB962C8B-B14F-4D97-AF65-F5344CB8AC3E}">
        <p14:creationId xmlns:p14="http://schemas.microsoft.com/office/powerpoint/2010/main" val="22853150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a:t>Now i will talk about the hardware integration</a:t>
            </a:r>
          </a:p>
        </p:txBody>
      </p:sp>
      <p:sp>
        <p:nvSpPr>
          <p:cNvPr id="4" name="Slide Number Placeholder 3"/>
          <p:cNvSpPr>
            <a:spLocks noGrp="1"/>
          </p:cNvSpPr>
          <p:nvPr>
            <p:ph type="sldNum" sz="quarter" idx="5"/>
          </p:nvPr>
        </p:nvSpPr>
        <p:spPr/>
        <p:txBody>
          <a:bodyPr/>
          <a:lstStyle/>
          <a:p>
            <a:fld id="{21FA4158-989F-47C9-B5FE-46886DDAF440}" type="slidenum">
              <a:rPr lang="en-US" smtClean="0"/>
              <a:t>34</a:t>
            </a:fld>
            <a:endParaRPr lang="en-US"/>
          </a:p>
        </p:txBody>
      </p:sp>
    </p:spTree>
    <p:extLst>
      <p:ext uri="{BB962C8B-B14F-4D97-AF65-F5344CB8AC3E}">
        <p14:creationId xmlns:p14="http://schemas.microsoft.com/office/powerpoint/2010/main" val="12366122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a:latin typeface="Calibri"/>
                <a:ea typeface="Calibri"/>
                <a:cs typeface="Calibri"/>
              </a:rPr>
              <a:t>The final goal is to have the App on the SEM on a truck, getting the Video from the truck camera and having the Tower app on an actual </a:t>
            </a:r>
            <a:r>
              <a:rPr lang="en-US" err="1">
                <a:latin typeface="Calibri"/>
                <a:ea typeface="Calibri"/>
                <a:cs typeface="Calibri"/>
              </a:rPr>
              <a:t>CoTwin</a:t>
            </a:r>
            <a:r>
              <a:rPr lang="en-US">
                <a:latin typeface="Calibri"/>
                <a:ea typeface="Calibri"/>
                <a:cs typeface="Calibri"/>
              </a:rPr>
              <a:t> server. </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lang="en-US">
                <a:latin typeface="Calibri"/>
                <a:ea typeface="Calibri"/>
                <a:cs typeface="Calibri"/>
              </a:rPr>
              <a:t>Currently running everything locally, easier while developing. 1 computer, app on emulator, streaming video locally, running docker container locally as server.</a:t>
            </a:r>
          </a:p>
          <a:p>
            <a:pPr marL="171450" indent="-171450">
              <a:buFont typeface="Arial"/>
              <a:buChar char="•"/>
            </a:pPr>
            <a:r>
              <a:rPr lang="en-US">
                <a:latin typeface="Calibri"/>
                <a:ea typeface="Calibri"/>
                <a:cs typeface="Calibri"/>
              </a:rPr>
              <a:t>To work towards the final goal we tried with three different computers. App on the emulator, streaming video, running app within docker container as server</a:t>
            </a:r>
          </a:p>
          <a:p>
            <a:pPr marL="171450" indent="-171450">
              <a:buFont typeface="Arial"/>
              <a:buChar char="•"/>
            </a:pPr>
            <a:r>
              <a:rPr lang="en-US">
                <a:latin typeface="Calibri"/>
                <a:ea typeface="Calibri"/>
                <a:cs typeface="Calibri"/>
              </a:rPr>
              <a:t> firewall problems so used Rezas Linux computers. </a:t>
            </a:r>
          </a:p>
          <a:p>
            <a:pPr marL="171450" indent="-171450">
              <a:buFont typeface="Arial"/>
              <a:buChar char="•"/>
            </a:pPr>
            <a:r>
              <a:rPr lang="en-US">
                <a:latin typeface="Calibri"/>
                <a:ea typeface="Calibri"/>
                <a:cs typeface="Calibri"/>
              </a:rPr>
              <a:t>Problem with rerouting to emulator to receive the stream without performance issue. Because have to do everything with CPU then.</a:t>
            </a:r>
          </a:p>
          <a:p>
            <a:pPr marL="171450" indent="-171450">
              <a:buFont typeface="Arial"/>
              <a:buChar char="•"/>
            </a:pPr>
            <a:r>
              <a:rPr lang="en-US">
                <a:latin typeface="Calibri"/>
                <a:ea typeface="Calibri"/>
                <a:cs typeface="Calibri"/>
              </a:rPr>
              <a:t>Needed a physical device. Used SEM Rig to run the app.</a:t>
            </a:r>
          </a:p>
          <a:p>
            <a:pPr marL="171450" indent="-171450">
              <a:buFont typeface="Arial"/>
              <a:buChar char="•"/>
            </a:pPr>
            <a:r>
              <a:rPr lang="en-US">
                <a:latin typeface="Calibri"/>
                <a:ea typeface="Calibri"/>
                <a:cs typeface="Calibri"/>
              </a:rPr>
              <a:t>Problem is that SEM was to fast for the code. The loopback has a small delay.</a:t>
            </a:r>
          </a:p>
          <a:p>
            <a:pPr marL="171450" indent="-171450">
              <a:buFont typeface="Arial"/>
              <a:buChar char="•"/>
            </a:pPr>
            <a:r>
              <a:rPr lang="en-US">
                <a:latin typeface="Calibri"/>
                <a:ea typeface="Calibri"/>
                <a:cs typeface="Calibri"/>
              </a:rPr>
              <a:t>Tried changing structure on the code entirely, couldn’t manage. </a:t>
            </a:r>
          </a:p>
        </p:txBody>
      </p:sp>
      <p:sp>
        <p:nvSpPr>
          <p:cNvPr id="4" name="Slide Number Placeholder 3"/>
          <p:cNvSpPr>
            <a:spLocks noGrp="1"/>
          </p:cNvSpPr>
          <p:nvPr>
            <p:ph type="sldNum" sz="quarter" idx="5"/>
          </p:nvPr>
        </p:nvSpPr>
        <p:spPr/>
        <p:txBody>
          <a:bodyPr/>
          <a:lstStyle/>
          <a:p>
            <a:fld id="{21FA4158-989F-47C9-B5FE-46886DDAF440}" type="slidenum">
              <a:rPr lang="en-US" smtClean="0"/>
              <a:t>35</a:t>
            </a:fld>
            <a:endParaRPr lang="en-US"/>
          </a:p>
        </p:txBody>
      </p:sp>
    </p:spTree>
    <p:extLst>
      <p:ext uri="{BB962C8B-B14F-4D97-AF65-F5344CB8AC3E}">
        <p14:creationId xmlns:p14="http://schemas.microsoft.com/office/powerpoint/2010/main" val="39381692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Show video</a:t>
            </a:r>
          </a:p>
          <a:p>
            <a:endParaRPr lang="sv-SE" dirty="0"/>
          </a:p>
          <a:p>
            <a:r>
              <a:rPr lang="sv-SE" dirty="0"/>
              <a:t>Stream video using ffmpeg</a:t>
            </a:r>
          </a:p>
          <a:p>
            <a:endParaRPr lang="sv-SE" dirty="0"/>
          </a:p>
          <a:p>
            <a:endParaRPr lang="sv-SE" dirty="0"/>
          </a:p>
          <a:p>
            <a:endParaRPr lang="en-US" dirty="0"/>
          </a:p>
        </p:txBody>
      </p:sp>
      <p:sp>
        <p:nvSpPr>
          <p:cNvPr id="4" name="Slide Number Placeholder 3"/>
          <p:cNvSpPr>
            <a:spLocks noGrp="1"/>
          </p:cNvSpPr>
          <p:nvPr>
            <p:ph type="sldNum" sz="quarter" idx="5"/>
          </p:nvPr>
        </p:nvSpPr>
        <p:spPr/>
        <p:txBody>
          <a:bodyPr/>
          <a:lstStyle/>
          <a:p>
            <a:fld id="{21FA4158-989F-47C9-B5FE-46886DDAF440}" type="slidenum">
              <a:rPr lang="en-US" smtClean="0"/>
              <a:t>36</a:t>
            </a:fld>
            <a:endParaRPr lang="en-US"/>
          </a:p>
        </p:txBody>
      </p:sp>
    </p:spTree>
    <p:extLst>
      <p:ext uri="{BB962C8B-B14F-4D97-AF65-F5344CB8AC3E}">
        <p14:creationId xmlns:p14="http://schemas.microsoft.com/office/powerpoint/2010/main" val="9443261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dirty="0"/>
              <a:t>To conclude, let us take a look at the diagram we saw in the beginning. </a:t>
            </a:r>
          </a:p>
          <a:p>
            <a:endParaRPr lang="sv-SE" dirty="0"/>
          </a:p>
          <a:p>
            <a:r>
              <a:rPr lang="sv-SE" dirty="0"/>
              <a:t>The video stream will send encoded image fragments captured from the truck camera to app on the truck. </a:t>
            </a:r>
          </a:p>
          <a:p>
            <a:endParaRPr lang="sv-SE" dirty="0"/>
          </a:p>
          <a:p>
            <a:r>
              <a:rPr lang="sv-SE" dirty="0"/>
              <a:t>On the truck app, the frames will be decoded, and run through a small binary classification model. </a:t>
            </a:r>
          </a:p>
          <a:p>
            <a:endParaRPr lang="sv-SE" dirty="0"/>
          </a:p>
          <a:p>
            <a:r>
              <a:rPr lang="sv-SE" dirty="0"/>
              <a:t>The model will then output frames that only have a sign with a confidence of more than 50%. </a:t>
            </a:r>
          </a:p>
          <a:p>
            <a:endParaRPr lang="sv-SE" dirty="0"/>
          </a:p>
          <a:p>
            <a:r>
              <a:rPr lang="sv-SE" dirty="0"/>
              <a:t>Then we will apply gps calculation to calculate the gps location of these detected signs. </a:t>
            </a:r>
          </a:p>
          <a:p>
            <a:endParaRPr lang="sv-SE" dirty="0"/>
          </a:p>
          <a:p>
            <a:r>
              <a:rPr lang="sv-SE" dirty="0"/>
              <a:t>Then we will encode these frames again and send it over to the nearest tower. </a:t>
            </a:r>
          </a:p>
          <a:p>
            <a:endParaRPr lang="sv-SE" dirty="0"/>
          </a:p>
          <a:p>
            <a:r>
              <a:rPr lang="sv-SE" dirty="0"/>
              <a:t>Where it will decode and apply a bigger model to verify if there is a sign and what sign it is. </a:t>
            </a:r>
          </a:p>
          <a:p>
            <a:endParaRPr lang="sv-SE" dirty="0"/>
          </a:p>
          <a:p>
            <a:r>
              <a:rPr lang="sv-SE" dirty="0"/>
              <a:t>Then we will store the information regarding the detected sign in a small database on the tower and send a binary response back to the app stating whether the sign detected is true or false for each frame.  </a:t>
            </a:r>
          </a:p>
          <a:p>
            <a:endParaRPr lang="sv-SE" dirty="0"/>
          </a:p>
          <a:p>
            <a:r>
              <a:rPr lang="sv-SE" dirty="0"/>
              <a:t>Then we could create a centralized volvo cloud and either get the data from the towers or from the app from the truck</a:t>
            </a:r>
          </a:p>
          <a:p>
            <a:endParaRPr lang="sv-SE" dirty="0"/>
          </a:p>
          <a:p>
            <a:endParaRPr lang="en-US" dirty="0"/>
          </a:p>
        </p:txBody>
      </p:sp>
      <p:sp>
        <p:nvSpPr>
          <p:cNvPr id="4" name="Slide Number Placeholder 3"/>
          <p:cNvSpPr>
            <a:spLocks noGrp="1"/>
          </p:cNvSpPr>
          <p:nvPr>
            <p:ph type="sldNum" sz="quarter" idx="5"/>
          </p:nvPr>
        </p:nvSpPr>
        <p:spPr/>
        <p:txBody>
          <a:bodyPr/>
          <a:lstStyle/>
          <a:p>
            <a:fld id="{21FA4158-989F-47C9-B5FE-46886DDAF440}" type="slidenum">
              <a:rPr lang="en-US" smtClean="0"/>
              <a:t>38</a:t>
            </a:fld>
            <a:endParaRPr lang="en-US"/>
          </a:p>
        </p:txBody>
      </p:sp>
    </p:spTree>
    <p:extLst>
      <p:ext uri="{BB962C8B-B14F-4D97-AF65-F5344CB8AC3E}">
        <p14:creationId xmlns:p14="http://schemas.microsoft.com/office/powerpoint/2010/main" val="17210446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a:t>Then we have future work</a:t>
            </a:r>
          </a:p>
        </p:txBody>
      </p:sp>
      <p:sp>
        <p:nvSpPr>
          <p:cNvPr id="4" name="Slide Number Placeholder 3"/>
          <p:cNvSpPr>
            <a:spLocks noGrp="1"/>
          </p:cNvSpPr>
          <p:nvPr>
            <p:ph type="sldNum" sz="quarter" idx="5"/>
          </p:nvPr>
        </p:nvSpPr>
        <p:spPr/>
        <p:txBody>
          <a:bodyPr/>
          <a:lstStyle/>
          <a:p>
            <a:fld id="{21FA4158-989F-47C9-B5FE-46886DDAF440}" type="slidenum">
              <a:rPr lang="en-US" smtClean="0"/>
              <a:t>39</a:t>
            </a:fld>
            <a:endParaRPr lang="en-US"/>
          </a:p>
        </p:txBody>
      </p:sp>
    </p:spTree>
    <p:extLst>
      <p:ext uri="{BB962C8B-B14F-4D97-AF65-F5344CB8AC3E}">
        <p14:creationId xmlns:p14="http://schemas.microsoft.com/office/powerpoint/2010/main" val="37440844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a:latin typeface="Calibri"/>
                <a:ea typeface="Calibri"/>
                <a:cs typeface="Calibri"/>
              </a:rPr>
              <a:t>Change structure of code to work on physical device.</a:t>
            </a:r>
          </a:p>
          <a:p>
            <a:pPr marL="171450" indent="-171450">
              <a:buFont typeface="Arial"/>
              <a:buChar char="•"/>
            </a:pPr>
            <a:r>
              <a:rPr lang="en-US">
                <a:latin typeface="Calibri"/>
                <a:ea typeface="Calibri"/>
                <a:cs typeface="Calibri"/>
              </a:rPr>
              <a:t>Collect more data with the truck camera</a:t>
            </a:r>
          </a:p>
          <a:p>
            <a:pPr marL="171450" indent="-171450">
              <a:buFont typeface="Arial"/>
              <a:buChar char="•"/>
            </a:pPr>
            <a:r>
              <a:rPr lang="en-US">
                <a:latin typeface="Calibri"/>
                <a:ea typeface="Calibri"/>
                <a:cs typeface="Calibri"/>
              </a:rPr>
              <a:t>With that optimize the model</a:t>
            </a:r>
          </a:p>
          <a:p>
            <a:pPr marL="171450" indent="-171450">
              <a:buFont typeface="Arial"/>
              <a:buChar char="•"/>
            </a:pPr>
            <a:r>
              <a:rPr lang="en-US">
                <a:latin typeface="Calibri"/>
                <a:ea typeface="Calibri"/>
                <a:cs typeface="Calibri"/>
              </a:rPr>
              <a:t>Handling more signs in one frame, and how that can be done</a:t>
            </a:r>
          </a:p>
        </p:txBody>
      </p:sp>
      <p:sp>
        <p:nvSpPr>
          <p:cNvPr id="4" name="Slide Number Placeholder 3"/>
          <p:cNvSpPr>
            <a:spLocks noGrp="1"/>
          </p:cNvSpPr>
          <p:nvPr>
            <p:ph type="sldNum" sz="quarter" idx="5"/>
          </p:nvPr>
        </p:nvSpPr>
        <p:spPr/>
        <p:txBody>
          <a:bodyPr/>
          <a:lstStyle/>
          <a:p>
            <a:fld id="{21FA4158-989F-47C9-B5FE-46886DDAF440}" type="slidenum">
              <a:rPr lang="en-US" smtClean="0"/>
              <a:t>40</a:t>
            </a:fld>
            <a:endParaRPr lang="en-US"/>
          </a:p>
        </p:txBody>
      </p:sp>
    </p:spTree>
    <p:extLst>
      <p:ext uri="{BB962C8B-B14F-4D97-AF65-F5344CB8AC3E}">
        <p14:creationId xmlns:p14="http://schemas.microsoft.com/office/powerpoint/2010/main" val="38332778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1.svg"/><Relationship Id="rId4" Type="http://schemas.openxmlformats.org/officeDocument/2006/relationships/image" Target="../media/image10.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1 Intro – Black text light backgrou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E15661-0B2E-4145-BFC7-96344832A046}"/>
              </a:ext>
            </a:extLst>
          </p:cNvPr>
          <p:cNvSpPr>
            <a:spLocks noGrp="1"/>
          </p:cNvSpPr>
          <p:nvPr>
            <p:ph type="sldNum" sz="quarter" idx="19"/>
          </p:nvPr>
        </p:nvSpPr>
        <p:spPr/>
        <p:txBody>
          <a:bodyPr/>
          <a:lstStyle>
            <a:lvl1pPr>
              <a:defRPr>
                <a:solidFill>
                  <a:schemeClr val="bg1"/>
                </a:solidFill>
              </a:defRPr>
            </a:lvl1pPr>
          </a:lstStyle>
          <a:p>
            <a:fld id="{330EA680-D336-4FF7-8B7A-9848BB0A1C32}" type="slidenum">
              <a:rPr lang="en-US" smtClean="0"/>
              <a:t>‹#›</a:t>
            </a:fld>
            <a:endParaRPr lang="en-US"/>
          </a:p>
        </p:txBody>
      </p:sp>
      <p:sp>
        <p:nvSpPr>
          <p:cNvPr id="11" name="Picture Placeholder 10">
            <a:extLst>
              <a:ext uri="{FF2B5EF4-FFF2-40B4-BE49-F238E27FC236}">
                <a16:creationId xmlns:a16="http://schemas.microsoft.com/office/drawing/2014/main" id="{FDBE988F-1BF4-472B-8755-57EAF869555F}"/>
              </a:ext>
            </a:extLst>
          </p:cNvPr>
          <p:cNvSpPr>
            <a:spLocks noGrp="1"/>
          </p:cNvSpPr>
          <p:nvPr>
            <p:ph type="pic" sz="quarter" idx="20" hasCustomPrompt="1"/>
          </p:nvPr>
        </p:nvSpPr>
        <p:spPr>
          <a:xfrm>
            <a:off x="0" y="0"/>
            <a:ext cx="12192000" cy="6858000"/>
          </a:xfrm>
        </p:spPr>
        <p:txBody>
          <a:bodyPr tIns="2088000" anchor="t" anchorCtr="0">
            <a:normAutofit/>
          </a:bodyPr>
          <a:lstStyle>
            <a:lvl1pPr marL="0" indent="0" algn="ctr">
              <a:buFontTx/>
              <a:buNone/>
              <a:defRPr sz="800">
                <a:solidFill>
                  <a:srgbClr val="A7A8A9"/>
                </a:solidFill>
              </a:defRPr>
            </a:lvl1pPr>
          </a:lstStyle>
          <a:p>
            <a:r>
              <a:rPr lang="en-US"/>
              <a:t>[Add light background picture or leave for white]</a:t>
            </a:r>
          </a:p>
        </p:txBody>
      </p:sp>
      <p:sp>
        <p:nvSpPr>
          <p:cNvPr id="15" name="Rectangle 14">
            <a:extLst>
              <a:ext uri="{FF2B5EF4-FFF2-40B4-BE49-F238E27FC236}">
                <a16:creationId xmlns:a16="http://schemas.microsoft.com/office/drawing/2014/main" id="{93CBD83D-FC01-4B5C-B1AF-BB19331DE3D2}"/>
              </a:ext>
            </a:extLst>
          </p:cNvPr>
          <p:cNvSpPr>
            <a:spLocks/>
          </p:cNvSpPr>
          <p:nvPr/>
        </p:nvSpPr>
        <p:spPr>
          <a:xfrm>
            <a:off x="0" y="0"/>
            <a:ext cx="12192000" cy="685800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2" name="Date Placeholder 1">
            <a:extLst>
              <a:ext uri="{FF2B5EF4-FFF2-40B4-BE49-F238E27FC236}">
                <a16:creationId xmlns:a16="http://schemas.microsoft.com/office/drawing/2014/main" id="{8B3D2978-24B0-4C69-9731-62579EDE9044}"/>
              </a:ext>
            </a:extLst>
          </p:cNvPr>
          <p:cNvSpPr>
            <a:spLocks noGrp="1"/>
          </p:cNvSpPr>
          <p:nvPr>
            <p:ph type="dt" sz="half" idx="17"/>
          </p:nvPr>
        </p:nvSpPr>
        <p:spPr>
          <a:xfrm>
            <a:off x="5380315" y="6379143"/>
            <a:ext cx="1431370" cy="180000"/>
          </a:xfrm>
        </p:spPr>
        <p:txBody>
          <a:bodyPr lIns="0" tIns="0" rIns="0" anchor="ctr" anchorCtr="0"/>
          <a:lstStyle>
            <a:lvl1pPr algn="ctr">
              <a:defRPr sz="1000"/>
            </a:lvl1pPr>
          </a:lstStyle>
          <a:p>
            <a:fld id="{846CE7D5-CF57-46EF-B807-FDD0502418D4}" type="datetimeFigureOut">
              <a:rPr lang="en-US" smtClean="0"/>
              <a:t>8/27/2025</a:t>
            </a:fld>
            <a:endParaRPr lang="en-US"/>
          </a:p>
        </p:txBody>
      </p:sp>
      <p:sp>
        <p:nvSpPr>
          <p:cNvPr id="7" name="Rectangle 5"/>
          <p:cNvSpPr>
            <a:spLocks noGrp="1" noChangeArrowheads="1"/>
          </p:cNvSpPr>
          <p:nvPr>
            <p:ph type="ctrTitle" hasCustomPrompt="1"/>
          </p:nvPr>
        </p:nvSpPr>
        <p:spPr>
          <a:xfrm>
            <a:off x="2001672" y="2591846"/>
            <a:ext cx="8188656" cy="845214"/>
          </a:xfrm>
          <a:prstGeom prst="rect">
            <a:avLst/>
          </a:prstGeom>
        </p:spPr>
        <p:txBody>
          <a:bodyPr wrap="square" bIns="0" anchor="b" anchorCtr="0"/>
          <a:lstStyle>
            <a:lvl1pPr algn="ctr">
              <a:lnSpc>
                <a:spcPct val="80000"/>
              </a:lnSpc>
              <a:defRPr sz="5400" b="0" i="0" spc="317" baseline="0">
                <a:solidFill>
                  <a:schemeClr val="tx1"/>
                </a:solidFill>
                <a:latin typeface="Volvo Broad Pro" panose="02000606020000020004" pitchFamily="50" charset="0"/>
              </a:defRPr>
            </a:lvl1pPr>
          </a:lstStyle>
          <a:p>
            <a:pPr lvl="0"/>
            <a:r>
              <a:rPr lang="en-US" noProof="0"/>
              <a:t>Insert headline</a:t>
            </a:r>
          </a:p>
        </p:txBody>
      </p:sp>
      <p:sp>
        <p:nvSpPr>
          <p:cNvPr id="8" name="Rectangle 6"/>
          <p:cNvSpPr>
            <a:spLocks noGrp="1" noChangeArrowheads="1"/>
          </p:cNvSpPr>
          <p:nvPr>
            <p:ph type="subTitle" idx="1" hasCustomPrompt="1"/>
          </p:nvPr>
        </p:nvSpPr>
        <p:spPr>
          <a:xfrm>
            <a:off x="2668587" y="3527140"/>
            <a:ext cx="6854825" cy="754236"/>
          </a:xfrm>
          <a:prstGeom prst="rect">
            <a:avLst/>
          </a:prstGeom>
        </p:spPr>
        <p:txBody>
          <a:bodyPr tIns="0">
            <a:noAutofit/>
          </a:bodyPr>
          <a:lstStyle>
            <a:lvl1pPr marL="0" indent="0" algn="ctr">
              <a:lnSpc>
                <a:spcPct val="114000"/>
              </a:lnSpc>
              <a:buFont typeface="Volvo Novum" panose="020B0503040502060204" pitchFamily="34" charset="0"/>
              <a:buNone/>
              <a:defRPr sz="1400" spc="0" baseline="0">
                <a:latin typeface="+mj-lt"/>
                <a:ea typeface="Volvo Broad Pro" panose="02000606020000020004" pitchFamily="50" charset="0"/>
                <a:cs typeface="+mn-cs"/>
              </a:defRPr>
            </a:lvl1pPr>
          </a:lstStyle>
          <a:p>
            <a:pPr lvl="0"/>
            <a:r>
              <a:rPr lang="en-US" noProof="0"/>
              <a:t>Insert sub headline</a:t>
            </a:r>
          </a:p>
        </p:txBody>
      </p:sp>
      <p:sp>
        <p:nvSpPr>
          <p:cNvPr id="10" name="Logotype">
            <a:extLst>
              <a:ext uri="{FF2B5EF4-FFF2-40B4-BE49-F238E27FC236}">
                <a16:creationId xmlns:a16="http://schemas.microsoft.com/office/drawing/2014/main" id="{EFD490B4-D84C-4512-B0E3-BC38BE39F5C7}"/>
              </a:ext>
            </a:extLst>
          </p:cNvPr>
          <p:cNvSpPr>
            <a:spLocks noGrp="1" noChangeAspect="1"/>
          </p:cNvSpPr>
          <p:nvPr>
            <p:ph type="body" sz="quarter" idx="16" hasCustomPrompt="1"/>
          </p:nvPr>
        </p:nvSpPr>
        <p:spPr>
          <a:xfrm>
            <a:off x="5485800" y="278990"/>
            <a:ext cx="1220400" cy="936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
        <p:nvSpPr>
          <p:cNvPr id="5" name="Footer Placeholder 4">
            <a:extLst>
              <a:ext uri="{FF2B5EF4-FFF2-40B4-BE49-F238E27FC236}">
                <a16:creationId xmlns:a16="http://schemas.microsoft.com/office/drawing/2014/main" id="{593539FA-75E5-47C4-A176-BCA731EF1FC8}"/>
              </a:ext>
            </a:extLst>
          </p:cNvPr>
          <p:cNvSpPr>
            <a:spLocks noGrp="1"/>
          </p:cNvSpPr>
          <p:nvPr>
            <p:ph type="ftr" sz="quarter" idx="23"/>
          </p:nvPr>
        </p:nvSpPr>
        <p:spPr>
          <a:xfrm>
            <a:off x="766764" y="6130859"/>
            <a:ext cx="10658474" cy="164442"/>
          </a:xfrm>
        </p:spPr>
        <p:txBody>
          <a:bodyPr anchor="ctr" anchorCtr="0"/>
          <a:lstStyle>
            <a:lvl1pPr algn="ctr">
              <a:defRPr sz="1000">
                <a:solidFill>
                  <a:schemeClr val="tx1"/>
                </a:solidFill>
              </a:defRPr>
            </a:lvl1pPr>
          </a:lstStyle>
          <a:p>
            <a:endParaRPr lang="en-US"/>
          </a:p>
        </p:txBody>
      </p:sp>
      <p:sp>
        <p:nvSpPr>
          <p:cNvPr id="13" name="Entity">
            <a:extLst>
              <a:ext uri="{FF2B5EF4-FFF2-40B4-BE49-F238E27FC236}">
                <a16:creationId xmlns:a16="http://schemas.microsoft.com/office/drawing/2014/main" id="{C74D9F74-0897-4A80-BE8D-B1DEDD026C1B}"/>
              </a:ext>
            </a:extLst>
          </p:cNvPr>
          <p:cNvSpPr>
            <a:spLocks noGrp="1"/>
          </p:cNvSpPr>
          <p:nvPr>
            <p:ph type="body" sz="quarter" idx="24" hasCustomPrompt="1"/>
          </p:nvPr>
        </p:nvSpPr>
        <p:spPr>
          <a:xfrm>
            <a:off x="5060816" y="5887220"/>
            <a:ext cx="2070368" cy="216429"/>
          </a:xfrm>
          <a:prstGeom prst="rect">
            <a:avLst/>
          </a:prstGeom>
          <a:blipFill>
            <a:blip r:embed="rId4">
              <a:extLst>
                <a:ext uri="{96DAC541-7B7A-43D3-8B79-37D633B846F1}">
                  <asvg:svgBlip xmlns:asvg="http://schemas.microsoft.com/office/drawing/2016/SVG/main" r:embed="rId5"/>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255803523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2 Intro – White text dark backgrou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E15661-0B2E-4145-BFC7-96344832A046}"/>
              </a:ext>
            </a:extLst>
          </p:cNvPr>
          <p:cNvSpPr>
            <a:spLocks noGrp="1"/>
          </p:cNvSpPr>
          <p:nvPr>
            <p:ph type="sldNum" sz="quarter" idx="19"/>
          </p:nvPr>
        </p:nvSpPr>
        <p:spPr/>
        <p:txBody>
          <a:bodyPr/>
          <a:lstStyle>
            <a:lvl1pPr>
              <a:defRPr>
                <a:solidFill>
                  <a:schemeClr val="accent1"/>
                </a:solidFill>
              </a:defRPr>
            </a:lvl1pPr>
          </a:lstStyle>
          <a:p>
            <a:fld id="{F4BB9EDD-1740-4E4A-8601-A7D0893F42E6}" type="slidenum">
              <a:rPr lang="en-US" smtClean="0"/>
              <a:pPr/>
              <a:t>‹#›</a:t>
            </a:fld>
            <a:endParaRPr lang="en-US"/>
          </a:p>
        </p:txBody>
      </p:sp>
      <p:sp>
        <p:nvSpPr>
          <p:cNvPr id="15" name="Rectangle 14">
            <a:extLst>
              <a:ext uri="{FF2B5EF4-FFF2-40B4-BE49-F238E27FC236}">
                <a16:creationId xmlns:a16="http://schemas.microsoft.com/office/drawing/2014/main" id="{93CBD83D-FC01-4B5C-B1AF-BB19331DE3D2}"/>
              </a:ext>
            </a:extLst>
          </p:cNvPr>
          <p:cNvSpPr>
            <a:spLocks/>
          </p:cNvSpPr>
          <p:nvPr/>
        </p:nvSpPr>
        <p:spPr>
          <a:xfrm>
            <a:off x="0" y="0"/>
            <a:ext cx="12192000" cy="68580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rgbClr val="396976"/>
              </a:solidFill>
            </a:endParaRPr>
          </a:p>
        </p:txBody>
      </p:sp>
      <p:sp>
        <p:nvSpPr>
          <p:cNvPr id="12" name="Picture Placeholder 10">
            <a:extLst>
              <a:ext uri="{FF2B5EF4-FFF2-40B4-BE49-F238E27FC236}">
                <a16:creationId xmlns:a16="http://schemas.microsoft.com/office/drawing/2014/main" id="{498F0748-BA9A-4992-B5FF-4C9A480B0F79}"/>
              </a:ext>
            </a:extLst>
          </p:cNvPr>
          <p:cNvSpPr>
            <a:spLocks noGrp="1"/>
          </p:cNvSpPr>
          <p:nvPr>
            <p:ph type="pic" sz="quarter" idx="20" hasCustomPrompt="1"/>
          </p:nvPr>
        </p:nvSpPr>
        <p:spPr>
          <a:xfrm>
            <a:off x="0" y="0"/>
            <a:ext cx="12192000" cy="6858000"/>
          </a:xfrm>
        </p:spPr>
        <p:txBody>
          <a:bodyPr tIns="2088000" anchor="t" anchorCtr="0">
            <a:normAutofit/>
          </a:bodyPr>
          <a:lstStyle>
            <a:lvl1pPr marL="0" indent="0" algn="ctr">
              <a:buFontTx/>
              <a:buNone/>
              <a:defRPr sz="800">
                <a:solidFill>
                  <a:srgbClr val="A7A8A9"/>
                </a:solidFill>
              </a:defRPr>
            </a:lvl1pPr>
          </a:lstStyle>
          <a:p>
            <a:r>
              <a:rPr lang="en-US"/>
              <a:t>[Add dark background picture or leave for blue]</a:t>
            </a:r>
          </a:p>
        </p:txBody>
      </p:sp>
      <p:sp>
        <p:nvSpPr>
          <p:cNvPr id="2" name="Date Placeholder 1">
            <a:extLst>
              <a:ext uri="{FF2B5EF4-FFF2-40B4-BE49-F238E27FC236}">
                <a16:creationId xmlns:a16="http://schemas.microsoft.com/office/drawing/2014/main" id="{8B3D2978-24B0-4C69-9731-62579EDE9044}"/>
              </a:ext>
            </a:extLst>
          </p:cNvPr>
          <p:cNvSpPr>
            <a:spLocks noGrp="1"/>
          </p:cNvSpPr>
          <p:nvPr>
            <p:ph type="dt" sz="half" idx="17"/>
          </p:nvPr>
        </p:nvSpPr>
        <p:spPr>
          <a:xfrm>
            <a:off x="5380315" y="6379143"/>
            <a:ext cx="1431370" cy="180000"/>
          </a:xfrm>
        </p:spPr>
        <p:txBody>
          <a:bodyPr lIns="0" tIns="0" rIns="0" anchor="ctr" anchorCtr="0"/>
          <a:lstStyle>
            <a:lvl1pPr algn="ctr">
              <a:defRPr sz="1000">
                <a:solidFill>
                  <a:schemeClr val="bg1"/>
                </a:solidFill>
              </a:defRPr>
            </a:lvl1pPr>
          </a:lstStyle>
          <a:p>
            <a:r>
              <a:rPr lang="en-US"/>
              <a:t>2023</a:t>
            </a:r>
          </a:p>
        </p:txBody>
      </p:sp>
      <p:sp>
        <p:nvSpPr>
          <p:cNvPr id="7" name="Rectangle 5"/>
          <p:cNvSpPr>
            <a:spLocks noGrp="1" noChangeArrowheads="1"/>
          </p:cNvSpPr>
          <p:nvPr>
            <p:ph type="ctrTitle" hasCustomPrompt="1"/>
          </p:nvPr>
        </p:nvSpPr>
        <p:spPr>
          <a:xfrm>
            <a:off x="2001672" y="2591846"/>
            <a:ext cx="8188656" cy="845214"/>
          </a:xfrm>
          <a:prstGeom prst="rect">
            <a:avLst/>
          </a:prstGeom>
        </p:spPr>
        <p:txBody>
          <a:bodyPr wrap="square" bIns="0" anchor="b" anchorCtr="0"/>
          <a:lstStyle>
            <a:lvl1pPr algn="ctr">
              <a:lnSpc>
                <a:spcPct val="80000"/>
              </a:lnSpc>
              <a:defRPr sz="5400" b="0" i="0" spc="317" baseline="0">
                <a:solidFill>
                  <a:schemeClr val="bg1"/>
                </a:solidFill>
                <a:latin typeface="Volvo Broad Pro" panose="02000606020000020004" pitchFamily="50" charset="0"/>
              </a:defRPr>
            </a:lvl1pPr>
          </a:lstStyle>
          <a:p>
            <a:pPr lvl="0"/>
            <a:r>
              <a:rPr lang="en-US" noProof="0"/>
              <a:t>Insert headline</a:t>
            </a:r>
          </a:p>
        </p:txBody>
      </p:sp>
      <p:sp>
        <p:nvSpPr>
          <p:cNvPr id="8" name="Rectangle 6"/>
          <p:cNvSpPr>
            <a:spLocks noGrp="1" noChangeArrowheads="1"/>
          </p:cNvSpPr>
          <p:nvPr>
            <p:ph type="subTitle" idx="1" hasCustomPrompt="1"/>
          </p:nvPr>
        </p:nvSpPr>
        <p:spPr>
          <a:xfrm>
            <a:off x="2668587" y="3527140"/>
            <a:ext cx="6854825" cy="754236"/>
          </a:xfrm>
          <a:prstGeom prst="rect">
            <a:avLst/>
          </a:prstGeom>
        </p:spPr>
        <p:txBody>
          <a:bodyPr tIns="0">
            <a:noAutofit/>
          </a:bodyPr>
          <a:lstStyle>
            <a:lvl1pPr marL="0" indent="0" algn="ctr">
              <a:lnSpc>
                <a:spcPct val="114000"/>
              </a:lnSpc>
              <a:buFont typeface="Volvo Novum" panose="020B0503040502060204" pitchFamily="34" charset="0"/>
              <a:buNone/>
              <a:defRPr sz="1400" spc="0" baseline="0">
                <a:solidFill>
                  <a:schemeClr val="bg1"/>
                </a:solidFill>
                <a:latin typeface="+mj-lt"/>
                <a:ea typeface="Volvo Broad Pro" panose="02000606020000020004" pitchFamily="50" charset="0"/>
                <a:cs typeface="+mn-cs"/>
              </a:defRPr>
            </a:lvl1pPr>
          </a:lstStyle>
          <a:p>
            <a:pPr lvl="0"/>
            <a:r>
              <a:rPr lang="en-US"/>
              <a:t>Insert sub headline</a:t>
            </a:r>
          </a:p>
        </p:txBody>
      </p:sp>
      <p:sp>
        <p:nvSpPr>
          <p:cNvPr id="3" name="Footer Placeholder 2">
            <a:extLst>
              <a:ext uri="{FF2B5EF4-FFF2-40B4-BE49-F238E27FC236}">
                <a16:creationId xmlns:a16="http://schemas.microsoft.com/office/drawing/2014/main" id="{2DE09822-E119-48C4-9E5A-1117F60A4992}"/>
              </a:ext>
            </a:extLst>
          </p:cNvPr>
          <p:cNvSpPr>
            <a:spLocks noGrp="1"/>
          </p:cNvSpPr>
          <p:nvPr>
            <p:ph type="ftr" sz="quarter" idx="23"/>
          </p:nvPr>
        </p:nvSpPr>
        <p:spPr>
          <a:xfrm>
            <a:off x="766762" y="6130859"/>
            <a:ext cx="10658475" cy="164442"/>
          </a:xfrm>
        </p:spPr>
        <p:txBody>
          <a:bodyPr anchor="ctr" anchorCtr="0"/>
          <a:lstStyle>
            <a:lvl1pPr algn="ctr">
              <a:defRPr sz="1000">
                <a:solidFill>
                  <a:schemeClr val="bg1"/>
                </a:solidFill>
              </a:defRPr>
            </a:lvl1pPr>
          </a:lstStyle>
          <a:p>
            <a:r>
              <a:rPr lang="en-US"/>
              <a:t>Connectivity | Anders Björklund | Internal</a:t>
            </a:r>
          </a:p>
        </p:txBody>
      </p:sp>
      <p:sp>
        <p:nvSpPr>
          <p:cNvPr id="10" name="Logotype">
            <a:extLst>
              <a:ext uri="{FF2B5EF4-FFF2-40B4-BE49-F238E27FC236}">
                <a16:creationId xmlns:a16="http://schemas.microsoft.com/office/drawing/2014/main" id="{EFD490B4-D84C-4512-B0E3-BC38BE39F5C7}"/>
              </a:ext>
            </a:extLst>
          </p:cNvPr>
          <p:cNvSpPr>
            <a:spLocks noGrp="1" noChangeAspect="1"/>
          </p:cNvSpPr>
          <p:nvPr>
            <p:ph type="body" sz="quarter" idx="16" hasCustomPrompt="1"/>
          </p:nvPr>
        </p:nvSpPr>
        <p:spPr>
          <a:xfrm>
            <a:off x="5485800" y="278990"/>
            <a:ext cx="1220400" cy="936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
        <p:nvSpPr>
          <p:cNvPr id="13" name="Entity">
            <a:extLst>
              <a:ext uri="{FF2B5EF4-FFF2-40B4-BE49-F238E27FC236}">
                <a16:creationId xmlns:a16="http://schemas.microsoft.com/office/drawing/2014/main" id="{A90D8576-36E4-4ADE-89B2-64C9C7010491}"/>
              </a:ext>
            </a:extLst>
          </p:cNvPr>
          <p:cNvSpPr>
            <a:spLocks noGrp="1"/>
          </p:cNvSpPr>
          <p:nvPr>
            <p:ph type="body" sz="quarter" idx="24" hasCustomPrompt="1"/>
          </p:nvPr>
        </p:nvSpPr>
        <p:spPr>
          <a:xfrm>
            <a:off x="5060816" y="5887220"/>
            <a:ext cx="2070368" cy="216429"/>
          </a:xfrm>
          <a:prstGeom prst="rect">
            <a:avLst/>
          </a:prstGeom>
          <a:blipFill>
            <a:blip r:embed="rId4">
              <a:extLst>
                <a:ext uri="{96DAC541-7B7A-43D3-8B79-37D633B846F1}">
                  <asvg:svgBlip xmlns:asvg="http://schemas.microsoft.com/office/drawing/2016/SVG/main" r:embed="rId5"/>
                </a:ext>
              </a:extLst>
            </a:blip>
            <a:stretch>
              <a:fillRect/>
            </a:stretch>
          </a:blipFill>
        </p:spPr>
        <p:txBody>
          <a:bodyPr/>
          <a:lstStyle>
            <a:lvl1pPr marL="0" indent="0">
              <a:buFontTx/>
              <a:buNone/>
              <a:defRPr/>
            </a:lvl1pPr>
            <a:lvl2pPr marL="267129" indent="0">
              <a:buNone/>
              <a:defRPr/>
            </a:lvl2pPr>
          </a:lstStyle>
          <a:p>
            <a:pPr lvl="0"/>
            <a:r>
              <a:rPr lang="en-US"/>
              <a:t> </a:t>
            </a:r>
          </a:p>
        </p:txBody>
      </p:sp>
      <p:sp>
        <p:nvSpPr>
          <p:cNvPr id="5" name="Rectangle 4">
            <a:extLst>
              <a:ext uri="{FF2B5EF4-FFF2-40B4-BE49-F238E27FC236}">
                <a16:creationId xmlns:a16="http://schemas.microsoft.com/office/drawing/2014/main" id="{7B29DAAB-280F-75C4-B229-BCA4D62CCFB0}"/>
              </a:ext>
            </a:extLst>
          </p:cNvPr>
          <p:cNvSpPr>
            <a:spLocks/>
          </p:cNvSpPr>
          <p:nvPr userDrawn="1"/>
        </p:nvSpPr>
        <p:spPr>
          <a:xfrm>
            <a:off x="0" y="0"/>
            <a:ext cx="12192000" cy="68580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rgbClr val="396976"/>
              </a:solidFill>
            </a:endParaRPr>
          </a:p>
        </p:txBody>
      </p:sp>
    </p:spTree>
    <p:extLst>
      <p:ext uri="{BB962C8B-B14F-4D97-AF65-F5344CB8AC3E}">
        <p14:creationId xmlns:p14="http://schemas.microsoft.com/office/powerpoint/2010/main" val="338759900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1 Chapter - Headline with light background">
    <p:bg>
      <p:bgPr>
        <a:solidFill>
          <a:srgbClr val="E1DFDD"/>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E04AE67-31E6-4B83-94BC-D89600871A4C}"/>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E26CFD90-A60F-4078-BB20-BB1424378529}"/>
              </a:ext>
            </a:extLst>
          </p:cNvPr>
          <p:cNvSpPr>
            <a:spLocks noGrp="1"/>
          </p:cNvSpPr>
          <p:nvPr>
            <p:ph type="sldNum" sz="quarter" idx="11"/>
          </p:nvPr>
        </p:nvSpPr>
        <p:spPr/>
        <p:txBody>
          <a:bodyPr/>
          <a:lstStyle/>
          <a:p>
            <a:fld id="{330EA680-D336-4FF7-8B7A-9848BB0A1C32}" type="slidenum">
              <a:rPr lang="en-US" smtClean="0"/>
              <a:t>‹#›</a:t>
            </a:fld>
            <a:endParaRPr lang="en-US"/>
          </a:p>
        </p:txBody>
      </p:sp>
      <p:sp>
        <p:nvSpPr>
          <p:cNvPr id="5" name="Date Placeholder 4">
            <a:extLst>
              <a:ext uri="{FF2B5EF4-FFF2-40B4-BE49-F238E27FC236}">
                <a16:creationId xmlns:a16="http://schemas.microsoft.com/office/drawing/2014/main" id="{C15C6101-0437-4F7A-9363-4B7E6C7BE385}"/>
              </a:ext>
            </a:extLst>
          </p:cNvPr>
          <p:cNvSpPr>
            <a:spLocks noGrp="1"/>
          </p:cNvSpPr>
          <p:nvPr>
            <p:ph type="dt" sz="half" idx="12"/>
          </p:nvPr>
        </p:nvSpPr>
        <p:spPr/>
        <p:txBody>
          <a:bodyPr/>
          <a:lstStyle/>
          <a:p>
            <a:fld id="{846CE7D5-CF57-46EF-B807-FDD0502418D4}" type="datetimeFigureOut">
              <a:rPr lang="en-US" smtClean="0"/>
              <a:t>8/27/2025</a:t>
            </a:fld>
            <a:endParaRPr lang="en-US"/>
          </a:p>
        </p:txBody>
      </p:sp>
      <p:sp>
        <p:nvSpPr>
          <p:cNvPr id="7" name="Subtitle 6">
            <a:extLst>
              <a:ext uri="{FF2B5EF4-FFF2-40B4-BE49-F238E27FC236}">
                <a16:creationId xmlns:a16="http://schemas.microsoft.com/office/drawing/2014/main" id="{380F1236-AB04-4B51-92A3-C5004390C03D}"/>
              </a:ext>
            </a:extLst>
          </p:cNvPr>
          <p:cNvSpPr>
            <a:spLocks noGrp="1" noChangeArrowheads="1"/>
          </p:cNvSpPr>
          <p:nvPr>
            <p:ph type="subTitle" idx="1" hasCustomPrompt="1"/>
          </p:nvPr>
        </p:nvSpPr>
        <p:spPr>
          <a:xfrm>
            <a:off x="2668587" y="3600000"/>
            <a:ext cx="6854825" cy="754236"/>
          </a:xfrm>
          <a:prstGeom prst="rect">
            <a:avLst/>
          </a:prstGeom>
        </p:spPr>
        <p:txBody>
          <a:bodyPr tIns="0">
            <a:noAutofit/>
          </a:bodyPr>
          <a:lstStyle>
            <a:lvl1pPr marL="0" indent="0" algn="ctr">
              <a:lnSpc>
                <a:spcPct val="114000"/>
              </a:lnSpc>
              <a:buFont typeface="Volvo Novum" panose="020B0503040502060204" pitchFamily="34" charset="0"/>
              <a:buNone/>
              <a:defRPr sz="1400" spc="0" baseline="0">
                <a:latin typeface="+mn-lt"/>
                <a:ea typeface="Volvo Broad Pro" panose="02000606020000020004" pitchFamily="50" charset="0"/>
                <a:cs typeface="+mn-cs"/>
              </a:defRPr>
            </a:lvl1pPr>
          </a:lstStyle>
          <a:p>
            <a:pPr lvl="0"/>
            <a:r>
              <a:rPr lang="en-US" noProof="0"/>
              <a:t>Insert sub headline</a:t>
            </a:r>
          </a:p>
        </p:txBody>
      </p:sp>
      <p:sp>
        <p:nvSpPr>
          <p:cNvPr id="2" name="Title 1">
            <a:extLst>
              <a:ext uri="{FF2B5EF4-FFF2-40B4-BE49-F238E27FC236}">
                <a16:creationId xmlns:a16="http://schemas.microsoft.com/office/drawing/2014/main" id="{2489EA45-A61D-4DBE-8226-13D071120F62}"/>
              </a:ext>
            </a:extLst>
          </p:cNvPr>
          <p:cNvSpPr>
            <a:spLocks noGrp="1"/>
          </p:cNvSpPr>
          <p:nvPr>
            <p:ph type="title" hasCustomPrompt="1"/>
          </p:nvPr>
        </p:nvSpPr>
        <p:spPr>
          <a:xfrm>
            <a:off x="2001669" y="2337420"/>
            <a:ext cx="8188657" cy="1135374"/>
          </a:xfrm>
        </p:spPr>
        <p:txBody>
          <a:bodyPr anchor="b" anchorCtr="0"/>
          <a:lstStyle>
            <a:lvl1pPr algn="ctr">
              <a:lnSpc>
                <a:spcPct val="113000"/>
              </a:lnSpc>
              <a:defRPr sz="3200"/>
            </a:lvl1pPr>
          </a:lstStyle>
          <a:p>
            <a:r>
              <a:rPr lang="en-US"/>
              <a:t>Insert headline</a:t>
            </a:r>
            <a:endParaRPr lang="sv-SE"/>
          </a:p>
        </p:txBody>
      </p:sp>
      <p:sp>
        <p:nvSpPr>
          <p:cNvPr id="8" name="Logotype">
            <a:extLst>
              <a:ext uri="{FF2B5EF4-FFF2-40B4-BE49-F238E27FC236}">
                <a16:creationId xmlns:a16="http://schemas.microsoft.com/office/drawing/2014/main" id="{81232A66-82D4-4B81-8D26-92D4F4FF2530}"/>
              </a:ext>
            </a:extLst>
          </p:cNvPr>
          <p:cNvSpPr>
            <a:spLocks noGrp="1" noChangeAspect="1"/>
          </p:cNvSpPr>
          <p:nvPr>
            <p:ph type="body" sz="quarter" idx="16" hasCustomPrompt="1"/>
          </p:nvPr>
        </p:nvSpPr>
        <p:spPr>
          <a:xfrm>
            <a:off x="287927"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1356012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2 Chapter - Headline with dark background">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E04AE67-31E6-4B83-94BC-D89600871A4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E26CFD90-A60F-4078-BB20-BB1424378529}"/>
              </a:ext>
            </a:extLst>
          </p:cNvPr>
          <p:cNvSpPr>
            <a:spLocks noGrp="1"/>
          </p:cNvSpPr>
          <p:nvPr>
            <p:ph type="sldNum" sz="quarter" idx="11"/>
          </p:nvPr>
        </p:nvSpPr>
        <p:spPr/>
        <p:txBody>
          <a:bodyPr/>
          <a:lstStyle>
            <a:lvl1pPr>
              <a:defRPr>
                <a:solidFill>
                  <a:schemeClr val="bg1"/>
                </a:solidFill>
              </a:defRPr>
            </a:lvl1pPr>
          </a:lstStyle>
          <a:p>
            <a:fld id="{330EA680-D336-4FF7-8B7A-9848BB0A1C32}" type="slidenum">
              <a:rPr lang="en-US" smtClean="0"/>
              <a:t>‹#›</a:t>
            </a:fld>
            <a:endParaRPr lang="en-US"/>
          </a:p>
        </p:txBody>
      </p:sp>
      <p:sp>
        <p:nvSpPr>
          <p:cNvPr id="5" name="Date Placeholder 4">
            <a:extLst>
              <a:ext uri="{FF2B5EF4-FFF2-40B4-BE49-F238E27FC236}">
                <a16:creationId xmlns:a16="http://schemas.microsoft.com/office/drawing/2014/main" id="{C15C6101-0437-4F7A-9363-4B7E6C7BE385}"/>
              </a:ext>
            </a:extLst>
          </p:cNvPr>
          <p:cNvSpPr>
            <a:spLocks noGrp="1"/>
          </p:cNvSpPr>
          <p:nvPr>
            <p:ph type="dt" sz="half" idx="12"/>
          </p:nvPr>
        </p:nvSpPr>
        <p:spPr/>
        <p:txBody>
          <a:bodyPr/>
          <a:lstStyle>
            <a:lvl1pPr>
              <a:defRPr>
                <a:solidFill>
                  <a:schemeClr val="bg1"/>
                </a:solidFill>
              </a:defRPr>
            </a:lvl1pPr>
          </a:lstStyle>
          <a:p>
            <a:fld id="{846CE7D5-CF57-46EF-B807-FDD0502418D4}" type="datetimeFigureOut">
              <a:rPr lang="en-US" smtClean="0"/>
              <a:t>8/27/2025</a:t>
            </a:fld>
            <a:endParaRPr lang="en-US"/>
          </a:p>
        </p:txBody>
      </p:sp>
      <p:sp>
        <p:nvSpPr>
          <p:cNvPr id="7" name="Subtitle 6">
            <a:extLst>
              <a:ext uri="{FF2B5EF4-FFF2-40B4-BE49-F238E27FC236}">
                <a16:creationId xmlns:a16="http://schemas.microsoft.com/office/drawing/2014/main" id="{380F1236-AB04-4B51-92A3-C5004390C03D}"/>
              </a:ext>
            </a:extLst>
          </p:cNvPr>
          <p:cNvSpPr>
            <a:spLocks noGrp="1" noChangeArrowheads="1"/>
          </p:cNvSpPr>
          <p:nvPr>
            <p:ph type="subTitle" idx="1" hasCustomPrompt="1"/>
          </p:nvPr>
        </p:nvSpPr>
        <p:spPr>
          <a:xfrm>
            <a:off x="2668587" y="3600000"/>
            <a:ext cx="6854825" cy="754236"/>
          </a:xfrm>
          <a:prstGeom prst="rect">
            <a:avLst/>
          </a:prstGeom>
        </p:spPr>
        <p:txBody>
          <a:bodyPr tIns="0">
            <a:noAutofit/>
          </a:bodyPr>
          <a:lstStyle>
            <a:lvl1pPr marL="0" indent="0" algn="ctr">
              <a:lnSpc>
                <a:spcPct val="114000"/>
              </a:lnSpc>
              <a:buFont typeface="Volvo Novum" panose="020B0503040502060204" pitchFamily="34" charset="0"/>
              <a:buNone/>
              <a:defRPr sz="1400" spc="0" baseline="0">
                <a:solidFill>
                  <a:schemeClr val="bg1"/>
                </a:solidFill>
                <a:latin typeface="+mn-lt"/>
                <a:ea typeface="Volvo Broad Pro" panose="02000606020000020004" pitchFamily="50" charset="0"/>
                <a:cs typeface="+mn-cs"/>
              </a:defRPr>
            </a:lvl1pPr>
          </a:lstStyle>
          <a:p>
            <a:pPr lvl="0"/>
            <a:r>
              <a:rPr lang="en-US" noProof="0"/>
              <a:t>Insert sub headline</a:t>
            </a:r>
          </a:p>
        </p:txBody>
      </p:sp>
      <p:sp>
        <p:nvSpPr>
          <p:cNvPr id="2" name="Title 1">
            <a:extLst>
              <a:ext uri="{FF2B5EF4-FFF2-40B4-BE49-F238E27FC236}">
                <a16:creationId xmlns:a16="http://schemas.microsoft.com/office/drawing/2014/main" id="{2489EA45-A61D-4DBE-8226-13D071120F62}"/>
              </a:ext>
            </a:extLst>
          </p:cNvPr>
          <p:cNvSpPr>
            <a:spLocks noGrp="1"/>
          </p:cNvSpPr>
          <p:nvPr>
            <p:ph type="title" hasCustomPrompt="1"/>
          </p:nvPr>
        </p:nvSpPr>
        <p:spPr>
          <a:xfrm>
            <a:off x="2001669" y="2337420"/>
            <a:ext cx="8188657" cy="1135374"/>
          </a:xfrm>
        </p:spPr>
        <p:txBody>
          <a:bodyPr anchor="b" anchorCtr="0"/>
          <a:lstStyle>
            <a:lvl1pPr algn="ctr">
              <a:lnSpc>
                <a:spcPct val="113000"/>
              </a:lnSpc>
              <a:defRPr sz="3200">
                <a:solidFill>
                  <a:schemeClr val="bg1"/>
                </a:solidFill>
              </a:defRPr>
            </a:lvl1pPr>
          </a:lstStyle>
          <a:p>
            <a:r>
              <a:rPr lang="en-US"/>
              <a:t>Insert headline</a:t>
            </a:r>
            <a:endParaRPr lang="sv-SE"/>
          </a:p>
        </p:txBody>
      </p:sp>
      <p:pic>
        <p:nvPicPr>
          <p:cNvPr id="8" name="Graphic 7">
            <a:extLst>
              <a:ext uri="{FF2B5EF4-FFF2-40B4-BE49-F238E27FC236}">
                <a16:creationId xmlns:a16="http://schemas.microsoft.com/office/drawing/2014/main" id="{A1B19DDB-28DE-477F-A297-CD8DA8470CB3}"/>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85800" y="278990"/>
            <a:ext cx="1220400" cy="93600"/>
          </a:xfrm>
          <a:prstGeom prst="rect">
            <a:avLst/>
          </a:prstGeom>
        </p:spPr>
      </p:pic>
      <p:sp>
        <p:nvSpPr>
          <p:cNvPr id="10" name="Logotype">
            <a:extLst>
              <a:ext uri="{FF2B5EF4-FFF2-40B4-BE49-F238E27FC236}">
                <a16:creationId xmlns:a16="http://schemas.microsoft.com/office/drawing/2014/main" id="{4B9937C0-739B-4C80-86D0-F72887398C6F}"/>
              </a:ext>
            </a:extLst>
          </p:cNvPr>
          <p:cNvSpPr>
            <a:spLocks noGrp="1" noChangeAspect="1"/>
          </p:cNvSpPr>
          <p:nvPr>
            <p:ph type="body" sz="quarter" idx="21" hasCustomPrompt="1"/>
          </p:nvPr>
        </p:nvSpPr>
        <p:spPr>
          <a:xfrm>
            <a:off x="287927" y="6218305"/>
            <a:ext cx="1540800" cy="162000"/>
          </a:xfrm>
          <a:prstGeom prst="rect">
            <a:avLst/>
          </a:prstGeom>
          <a:blipFill>
            <a:blip r:embed="rId4">
              <a:extLst>
                <a:ext uri="{96DAC541-7B7A-43D3-8B79-37D633B846F1}">
                  <asvg:svgBlip xmlns:asvg="http://schemas.microsoft.com/office/drawing/2016/SVG/main" r:embed="rId5"/>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436600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3.1 Content - Title and bullet tex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p:nvPr>
        </p:nvSpPr>
        <p:spPr>
          <a:xfrm>
            <a:off x="766763" y="1616198"/>
            <a:ext cx="6562725" cy="4077388"/>
          </a:xfrm>
        </p:spPr>
        <p:txBody>
          <a:bodyPr/>
          <a:lstStyle/>
          <a:p>
            <a:pPr lvl="0"/>
            <a:r>
              <a:rPr lang="en-US"/>
              <a:t>Click to edit Master text styles</a:t>
            </a:r>
          </a:p>
          <a:p>
            <a:pPr lvl="1"/>
            <a:r>
              <a:rPr lang="en-US"/>
              <a:t>Second level</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846CE7D5-CF57-46EF-B807-FDD0502418D4}" type="datetimeFigureOut">
              <a:rPr lang="en-US" smtClean="0"/>
              <a:t>8/27/2025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330EA680-D336-4FF7-8B7A-9848BB0A1C32}" type="slidenum">
              <a:rPr lang="en-US" smtClean="0"/>
              <a:t>‹#›</a:t>
            </a:fld>
            <a:endParaRPr lang="en-US"/>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766763" y="639246"/>
            <a:ext cx="8986837" cy="913510"/>
          </a:xfrm>
        </p:spPr>
        <p:txBody>
          <a:bodyPr/>
          <a:lstStyle>
            <a:lvl1pPr>
              <a:defRPr/>
            </a:lvl1pPr>
          </a:lstStyle>
          <a:p>
            <a:r>
              <a:rPr lang="en-US"/>
              <a:t>Insert headline on maximum one line</a:t>
            </a:r>
          </a:p>
        </p:txBody>
      </p:sp>
      <p:sp>
        <p:nvSpPr>
          <p:cNvPr id="8" name="Entity">
            <a:extLst>
              <a:ext uri="{FF2B5EF4-FFF2-40B4-BE49-F238E27FC236}">
                <a16:creationId xmlns:a16="http://schemas.microsoft.com/office/drawing/2014/main" id="{482DCAC8-4832-477B-8C58-B560F7F894A3}"/>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1437613316"/>
      </p:ext>
    </p:extLst>
  </p:cSld>
  <p:clrMapOvr>
    <a:masterClrMapping/>
  </p:clrMapOvr>
  <p:extLst>
    <p:ext uri="{DCECCB84-F9BA-43D5-87BE-67443E8EF086}">
      <p15:sldGuideLst xmlns:p15="http://schemas.microsoft.com/office/powerpoint/2012/main">
        <p15:guide id="1" orient="horz" pos="379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2 Content - Title, bullet text with pictur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p:nvPr>
        </p:nvSpPr>
        <p:spPr>
          <a:xfrm>
            <a:off x="766763" y="1616200"/>
            <a:ext cx="5319018" cy="4402814"/>
          </a:xfrm>
        </p:spPr>
        <p:txBody>
          <a:bodyPr/>
          <a:lstStyle/>
          <a:p>
            <a:pPr lvl="0"/>
            <a:r>
              <a:rPr lang="en-US"/>
              <a:t>Click to edit Master text styles</a:t>
            </a:r>
          </a:p>
          <a:p>
            <a:pPr lvl="1"/>
            <a:r>
              <a:rPr lang="en-US"/>
              <a:t>Second level</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846CE7D5-CF57-46EF-B807-FDD0502418D4}" type="datetimeFigureOut">
              <a:rPr lang="en-US" smtClean="0"/>
              <a:t>8/27/2025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330EA680-D336-4FF7-8B7A-9848BB0A1C32}" type="slidenum">
              <a:rPr lang="en-US" smtClean="0"/>
              <a:t>‹#›</a:t>
            </a:fld>
            <a:endParaRPr lang="en-US"/>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766763" y="639248"/>
            <a:ext cx="10137026" cy="800478"/>
          </a:xfrm>
        </p:spPr>
        <p:txBody>
          <a:bodyPr wrap="square"/>
          <a:lstStyle>
            <a:lvl1pPr>
              <a:defRPr/>
            </a:lvl1pPr>
          </a:lstStyle>
          <a:p>
            <a:r>
              <a:rPr lang="en-US"/>
              <a:t>Insert headline</a:t>
            </a:r>
          </a:p>
        </p:txBody>
      </p:sp>
      <p:sp>
        <p:nvSpPr>
          <p:cNvPr id="9" name="Picture Placeholder 5">
            <a:extLst>
              <a:ext uri="{FF2B5EF4-FFF2-40B4-BE49-F238E27FC236}">
                <a16:creationId xmlns:a16="http://schemas.microsoft.com/office/drawing/2014/main" id="{5625D45F-02D3-44E1-BD03-8D4E7CD63470}"/>
              </a:ext>
            </a:extLst>
          </p:cNvPr>
          <p:cNvSpPr>
            <a:spLocks noGrp="1"/>
          </p:cNvSpPr>
          <p:nvPr>
            <p:ph type="pic" sz="quarter" idx="15" hasCustomPrompt="1"/>
          </p:nvPr>
        </p:nvSpPr>
        <p:spPr>
          <a:xfrm>
            <a:off x="6496838" y="1708029"/>
            <a:ext cx="4928400" cy="4310985"/>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8" name="Entity">
            <a:extLst>
              <a:ext uri="{FF2B5EF4-FFF2-40B4-BE49-F238E27FC236}">
                <a16:creationId xmlns:a16="http://schemas.microsoft.com/office/drawing/2014/main" id="{B30277E6-C1E2-41AB-BD2A-FFA132463CE8}"/>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400674280"/>
      </p:ext>
    </p:extLst>
  </p:cSld>
  <p:clrMapOvr>
    <a:masterClrMapping/>
  </p:clrMapOvr>
  <p:extLst>
    <p:ext uri="{DCECCB84-F9BA-43D5-87BE-67443E8EF086}">
      <p15:sldGuideLst xmlns:p15="http://schemas.microsoft.com/office/powerpoint/2012/main">
        <p15:guide id="1" pos="4089">
          <p15:clr>
            <a:srgbClr val="FBAE40"/>
          </p15:clr>
        </p15:guide>
        <p15:guide id="2" orient="horz" pos="3793">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3.2 Content - Title, bullet text with pictur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p:nvPr>
        </p:nvSpPr>
        <p:spPr>
          <a:xfrm>
            <a:off x="766763" y="1616200"/>
            <a:ext cx="4969803" cy="4075015"/>
          </a:xfrm>
        </p:spPr>
        <p:txBody>
          <a:bodyPr/>
          <a:lstStyle/>
          <a:p>
            <a:pPr lvl="0"/>
            <a:r>
              <a:rPr lang="en-US"/>
              <a:t>Click to edit Master text styles</a:t>
            </a:r>
          </a:p>
          <a:p>
            <a:pPr lvl="1"/>
            <a:r>
              <a:rPr lang="en-US"/>
              <a:t>Second level</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r>
              <a:rPr lang="en-US"/>
              <a:t>2023</a:t>
            </a:r>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Connectivity | Anders Björklund | Internal</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766763" y="639248"/>
            <a:ext cx="10137026" cy="800478"/>
          </a:xfrm>
        </p:spPr>
        <p:txBody>
          <a:bodyPr wrap="square"/>
          <a:lstStyle>
            <a:lvl1pPr>
              <a:defRPr/>
            </a:lvl1pPr>
          </a:lstStyle>
          <a:p>
            <a:r>
              <a:rPr lang="en-US"/>
              <a:t>Insert headline</a:t>
            </a:r>
          </a:p>
        </p:txBody>
      </p:sp>
      <p:sp>
        <p:nvSpPr>
          <p:cNvPr id="8" name="Entity">
            <a:extLst>
              <a:ext uri="{FF2B5EF4-FFF2-40B4-BE49-F238E27FC236}">
                <a16:creationId xmlns:a16="http://schemas.microsoft.com/office/drawing/2014/main" id="{B30277E6-C1E2-41AB-BD2A-FFA132463CE8}"/>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
        <p:nvSpPr>
          <p:cNvPr id="10" name="Text Placeholder 6">
            <a:extLst>
              <a:ext uri="{FF2B5EF4-FFF2-40B4-BE49-F238E27FC236}">
                <a16:creationId xmlns:a16="http://schemas.microsoft.com/office/drawing/2014/main" id="{ED2DE234-6CDA-4746-9CA1-5465A36C9BF7}"/>
              </a:ext>
            </a:extLst>
          </p:cNvPr>
          <p:cNvSpPr>
            <a:spLocks noGrp="1"/>
          </p:cNvSpPr>
          <p:nvPr>
            <p:ph type="body" sz="quarter" idx="22"/>
          </p:nvPr>
        </p:nvSpPr>
        <p:spPr>
          <a:xfrm>
            <a:off x="5988105" y="1600757"/>
            <a:ext cx="4969803" cy="4075015"/>
          </a:xfrm>
        </p:spPr>
        <p:txBody>
          <a:body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306810860"/>
      </p:ext>
    </p:extLst>
  </p:cSld>
  <p:clrMapOvr>
    <a:masterClrMapping/>
  </p:clrMapOvr>
  <p:extLst>
    <p:ext uri="{DCECCB84-F9BA-43D5-87BE-67443E8EF086}">
      <p15:sldGuideLst xmlns:p15="http://schemas.microsoft.com/office/powerpoint/2012/main">
        <p15:guide id="1" pos="4089">
          <p15:clr>
            <a:srgbClr val="FBAE40"/>
          </p15:clr>
        </p15:guide>
        <p15:guide id="2" orient="horz" pos="3793">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3 Content – Two column picture with text">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785CA666-6C70-4EFB-B252-337286966A6F}"/>
              </a:ext>
            </a:extLst>
          </p:cNvPr>
          <p:cNvSpPr>
            <a:spLocks noGrp="1"/>
          </p:cNvSpPr>
          <p:nvPr>
            <p:ph type="pic" sz="quarter" idx="15" hasCustomPrompt="1"/>
          </p:nvPr>
        </p:nvSpPr>
        <p:spPr>
          <a:xfrm>
            <a:off x="766763" y="2133599"/>
            <a:ext cx="5147179" cy="2909889"/>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14" name="Picture Placeholder 5">
            <a:extLst>
              <a:ext uri="{FF2B5EF4-FFF2-40B4-BE49-F238E27FC236}">
                <a16:creationId xmlns:a16="http://schemas.microsoft.com/office/drawing/2014/main" id="{813A8910-5699-4EE0-A403-9991CA89EE9C}"/>
              </a:ext>
            </a:extLst>
          </p:cNvPr>
          <p:cNvSpPr>
            <a:spLocks noGrp="1"/>
          </p:cNvSpPr>
          <p:nvPr>
            <p:ph type="pic" sz="quarter" idx="16" hasCustomPrompt="1"/>
          </p:nvPr>
        </p:nvSpPr>
        <p:spPr>
          <a:xfrm>
            <a:off x="6278059" y="2133599"/>
            <a:ext cx="5147179" cy="2909889"/>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hasCustomPrompt="1"/>
          </p:nvPr>
        </p:nvSpPr>
        <p:spPr>
          <a:xfrm>
            <a:off x="766762" y="5158324"/>
            <a:ext cx="5147179" cy="538451"/>
          </a:xfrm>
        </p:spPr>
        <p:txBody>
          <a:bodyPr>
            <a:noAutofit/>
          </a:bodyPr>
          <a:lstStyle>
            <a:lvl1pPr marL="0" indent="0">
              <a:lnSpc>
                <a:spcPct val="114000"/>
              </a:lnSpc>
              <a:buFontTx/>
              <a:buNone/>
              <a:defRPr sz="12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 (max two rows)</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846CE7D5-CF57-46EF-B807-FDD0502418D4}" type="datetimeFigureOut">
              <a:rPr lang="en-US" smtClean="0"/>
              <a:t>8/27/2025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330EA680-D336-4FF7-8B7A-9848BB0A1C32}" type="slidenum">
              <a:rPr lang="en-US" smtClean="0"/>
              <a:t>‹#›</a:t>
            </a:fld>
            <a:endParaRPr lang="en-US"/>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766763" y="967047"/>
            <a:ext cx="8986837" cy="1011689"/>
          </a:xfrm>
        </p:spPr>
        <p:txBody>
          <a:bodyPr/>
          <a:lstStyle>
            <a:lvl1pPr>
              <a:defRPr/>
            </a:lvl1pPr>
          </a:lstStyle>
          <a:p>
            <a:r>
              <a:rPr lang="en-US"/>
              <a:t>Insert headline on maximum one line</a:t>
            </a:r>
          </a:p>
        </p:txBody>
      </p:sp>
      <p:sp>
        <p:nvSpPr>
          <p:cNvPr id="15" name="Text Placeholder 6">
            <a:extLst>
              <a:ext uri="{FF2B5EF4-FFF2-40B4-BE49-F238E27FC236}">
                <a16:creationId xmlns:a16="http://schemas.microsoft.com/office/drawing/2014/main" id="{434E44B9-8C04-47FC-8B4D-A7840BEE1D59}"/>
              </a:ext>
            </a:extLst>
          </p:cNvPr>
          <p:cNvSpPr>
            <a:spLocks noGrp="1"/>
          </p:cNvSpPr>
          <p:nvPr>
            <p:ph type="body" sz="quarter" idx="17" hasCustomPrompt="1"/>
          </p:nvPr>
        </p:nvSpPr>
        <p:spPr>
          <a:xfrm>
            <a:off x="6278059" y="5158324"/>
            <a:ext cx="5147179" cy="538451"/>
          </a:xfrm>
        </p:spPr>
        <p:txBody>
          <a:bodyPr>
            <a:noAutofit/>
          </a:bodyPr>
          <a:lstStyle>
            <a:lvl1pPr marL="0" indent="0">
              <a:lnSpc>
                <a:spcPct val="114000"/>
              </a:lnSpc>
              <a:buFontTx/>
              <a:buNone/>
              <a:defRPr sz="12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 (max two rows)</a:t>
            </a:r>
          </a:p>
        </p:txBody>
      </p:sp>
      <p:sp>
        <p:nvSpPr>
          <p:cNvPr id="12" name="Entity">
            <a:extLst>
              <a:ext uri="{FF2B5EF4-FFF2-40B4-BE49-F238E27FC236}">
                <a16:creationId xmlns:a16="http://schemas.microsoft.com/office/drawing/2014/main" id="{F3B2098D-1055-43BE-81EB-9C6A31EC23A6}"/>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232452609"/>
      </p:ext>
    </p:extLst>
  </p:cSld>
  <p:clrMapOvr>
    <a:masterClrMapping/>
  </p:clrMapOvr>
  <p:extLst>
    <p:ext uri="{DCECCB84-F9BA-43D5-87BE-67443E8EF086}">
      <p15:sldGuideLst xmlns:p15="http://schemas.microsoft.com/office/powerpoint/2012/main">
        <p15:guide id="1" pos="3727">
          <p15:clr>
            <a:srgbClr val="FBAE40"/>
          </p15:clr>
        </p15:guide>
        <p15:guide id="2" pos="3953">
          <p15:clr>
            <a:srgbClr val="FBAE40"/>
          </p15:clr>
        </p15:guide>
        <p15:guide id="3" orient="horz" pos="1344">
          <p15:clr>
            <a:srgbClr val="FBAE40"/>
          </p15:clr>
        </p15:guide>
        <p15:guide id="4" orient="horz" pos="3249">
          <p15:clr>
            <a:srgbClr val="FBAE40"/>
          </p15:clr>
        </p15:guide>
        <p15:guide id="5" orient="horz" pos="3793">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4 Content – Content - Title, bullet text with left pictur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p:nvPr>
        </p:nvSpPr>
        <p:spPr>
          <a:xfrm>
            <a:off x="7671831" y="2022491"/>
            <a:ext cx="3753407" cy="3782997"/>
          </a:xfrm>
        </p:spPr>
        <p:txBody>
          <a:bodyPr/>
          <a:lstStyle>
            <a:lvl1pPr>
              <a:lnSpc>
                <a:spcPct val="120000"/>
              </a:lnSpc>
              <a:defRPr/>
            </a:lvl1pPr>
            <a:lvl2pPr>
              <a:lnSpc>
                <a:spcPct val="120000"/>
              </a:lnSpc>
              <a:defRPr/>
            </a:lvl2pPr>
            <a:lvl3pPr marL="339725" indent="0">
              <a:buNone/>
              <a:defRPr/>
            </a:lvl3pPr>
          </a:lstStyle>
          <a:p>
            <a:pPr lvl="0"/>
            <a:r>
              <a:rPr lang="en-US"/>
              <a:t>Click to edit Master text styles</a:t>
            </a:r>
          </a:p>
          <a:p>
            <a:pPr lvl="1"/>
            <a:r>
              <a:rPr lang="en-US"/>
              <a:t>Second level</a:t>
            </a:r>
          </a:p>
        </p:txBody>
      </p:sp>
      <p:sp>
        <p:nvSpPr>
          <p:cNvPr id="9" name="Picture Placeholder 5">
            <a:extLst>
              <a:ext uri="{FF2B5EF4-FFF2-40B4-BE49-F238E27FC236}">
                <a16:creationId xmlns:a16="http://schemas.microsoft.com/office/drawing/2014/main" id="{CC159C85-B2DF-448E-87B5-B6A0E0763223}"/>
              </a:ext>
            </a:extLst>
          </p:cNvPr>
          <p:cNvSpPr>
            <a:spLocks noGrp="1"/>
          </p:cNvSpPr>
          <p:nvPr>
            <p:ph type="pic" sz="quarter" idx="15" hasCustomPrompt="1"/>
          </p:nvPr>
        </p:nvSpPr>
        <p:spPr>
          <a:xfrm>
            <a:off x="766763" y="2133599"/>
            <a:ext cx="6527799" cy="3671889"/>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846CE7D5-CF57-46EF-B807-FDD0502418D4}" type="datetimeFigureOut">
              <a:rPr lang="en-US" smtClean="0"/>
              <a:t>8/27/2025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330EA680-D336-4FF7-8B7A-9848BB0A1C32}" type="slidenum">
              <a:rPr lang="en-US" smtClean="0"/>
              <a:t>‹#›</a:t>
            </a:fld>
            <a:endParaRPr lang="en-US"/>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766763" y="967047"/>
            <a:ext cx="8986837" cy="1011689"/>
          </a:xfrm>
        </p:spPr>
        <p:txBody>
          <a:bodyPr/>
          <a:lstStyle>
            <a:lvl1pPr>
              <a:defRPr/>
            </a:lvl1pPr>
          </a:lstStyle>
          <a:p>
            <a:r>
              <a:rPr lang="en-US"/>
              <a:t>Insert headline on maximum one line</a:t>
            </a:r>
          </a:p>
        </p:txBody>
      </p:sp>
      <p:sp>
        <p:nvSpPr>
          <p:cNvPr id="10" name="Entity">
            <a:extLst>
              <a:ext uri="{FF2B5EF4-FFF2-40B4-BE49-F238E27FC236}">
                <a16:creationId xmlns:a16="http://schemas.microsoft.com/office/drawing/2014/main" id="{D93476B7-5CBA-4765-B23A-B679AEB232A0}"/>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1753064882"/>
      </p:ext>
    </p:extLst>
  </p:cSld>
  <p:clrMapOvr>
    <a:masterClrMapping/>
  </p:clrMapOvr>
  <p:extLst>
    <p:ext uri="{DCECCB84-F9BA-43D5-87BE-67443E8EF086}">
      <p15:sldGuideLst xmlns:p15="http://schemas.microsoft.com/office/powerpoint/2012/main">
        <p15:guide id="1" orient="horz" pos="1344">
          <p15:clr>
            <a:srgbClr val="FBAE40"/>
          </p15:clr>
        </p15:guide>
        <p15:guide id="2" orient="horz" pos="365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5 Content - Title, text with large right pictur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766763" y="1961186"/>
            <a:ext cx="3419999" cy="853929"/>
          </a:xfrm>
        </p:spPr>
        <p:txBody>
          <a:bodyPr wrap="square" bIns="0" anchor="b" anchorCtr="0"/>
          <a:lstStyle>
            <a:lvl1pPr>
              <a:defRPr/>
            </a:lvl1pPr>
          </a:lstStyle>
          <a:p>
            <a:r>
              <a:rPr lang="en-US"/>
              <a:t>Insert headline</a:t>
            </a:r>
          </a:p>
        </p:txBody>
      </p:sp>
      <p:sp>
        <p:nvSpPr>
          <p:cNvPr id="9" name="Picture Placeholder 5">
            <a:extLst>
              <a:ext uri="{FF2B5EF4-FFF2-40B4-BE49-F238E27FC236}">
                <a16:creationId xmlns:a16="http://schemas.microsoft.com/office/drawing/2014/main" id="{CC159C85-B2DF-448E-87B5-B6A0E0763223}"/>
              </a:ext>
            </a:extLst>
          </p:cNvPr>
          <p:cNvSpPr>
            <a:spLocks noGrp="1"/>
          </p:cNvSpPr>
          <p:nvPr>
            <p:ph type="pic" sz="quarter" idx="15" hasCustomPrompt="1"/>
          </p:nvPr>
        </p:nvSpPr>
        <p:spPr>
          <a:xfrm>
            <a:off x="4440238" y="1089025"/>
            <a:ext cx="6985000" cy="4716463"/>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hasCustomPrompt="1"/>
          </p:nvPr>
        </p:nvSpPr>
        <p:spPr>
          <a:xfrm>
            <a:off x="766762" y="2916001"/>
            <a:ext cx="3027923" cy="2889488"/>
          </a:xfrm>
        </p:spPr>
        <p:txBody>
          <a:bodyPr/>
          <a:lstStyle>
            <a:lvl1pPr marL="0" indent="0">
              <a:lnSpc>
                <a:spcPct val="120000"/>
              </a:lnSpc>
              <a:buFontTx/>
              <a:buNone/>
              <a:defRPr/>
            </a:lvl1pPr>
            <a:lvl2pPr marL="163513" indent="0">
              <a:buFontTx/>
              <a:buNone/>
              <a:defRPr/>
            </a:lvl2pPr>
            <a:lvl3pPr marL="339725" indent="0">
              <a:buNone/>
              <a:defRPr/>
            </a:lvl3pPr>
          </a:lstStyle>
          <a:p>
            <a:pPr lvl="0"/>
            <a:r>
              <a:rPr lang="en-US"/>
              <a:t>Insert text</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846CE7D5-CF57-46EF-B807-FDD0502418D4}" type="datetimeFigureOut">
              <a:rPr lang="en-US" smtClean="0"/>
              <a:t>8/27/2025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330EA680-D336-4FF7-8B7A-9848BB0A1C32}" type="slidenum">
              <a:rPr lang="en-US" smtClean="0"/>
              <a:t>‹#›</a:t>
            </a:fld>
            <a:endParaRPr lang="en-US"/>
          </a:p>
        </p:txBody>
      </p:sp>
      <p:sp>
        <p:nvSpPr>
          <p:cNvPr id="8" name="Entity">
            <a:extLst>
              <a:ext uri="{FF2B5EF4-FFF2-40B4-BE49-F238E27FC236}">
                <a16:creationId xmlns:a16="http://schemas.microsoft.com/office/drawing/2014/main" id="{789750BC-27DF-4F27-993F-6C59438B859F}"/>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3497762571"/>
      </p:ext>
    </p:extLst>
  </p:cSld>
  <p:clrMapOvr>
    <a:masterClrMapping/>
  </p:clrMapOvr>
  <p:extLst>
    <p:ext uri="{DCECCB84-F9BA-43D5-87BE-67443E8EF086}">
      <p15:sldGuideLst xmlns:p15="http://schemas.microsoft.com/office/powerpoint/2012/main">
        <p15:guide id="1" pos="2797">
          <p15:clr>
            <a:srgbClr val="FBAE40"/>
          </p15:clr>
        </p15:guide>
        <p15:guide id="2" orient="horz" pos="3657">
          <p15:clr>
            <a:srgbClr val="FBAE40"/>
          </p15:clr>
        </p15:guide>
        <p15:guide id="3" orient="horz" pos="1729">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6 Content - Title, text with large left picture">
    <p:spTree>
      <p:nvGrpSpPr>
        <p:cNvPr id="1" name=""/>
        <p:cNvGrpSpPr/>
        <p:nvPr/>
      </p:nvGrpSpPr>
      <p:grpSpPr>
        <a:xfrm>
          <a:off x="0" y="0"/>
          <a:ext cx="0" cy="0"/>
          <a:chOff x="0" y="0"/>
          <a:chExt cx="0" cy="0"/>
        </a:xfrm>
      </p:grpSpPr>
      <p:sp>
        <p:nvSpPr>
          <p:cNvPr id="9" name="Picture Placeholder 5">
            <a:extLst>
              <a:ext uri="{FF2B5EF4-FFF2-40B4-BE49-F238E27FC236}">
                <a16:creationId xmlns:a16="http://schemas.microsoft.com/office/drawing/2014/main" id="{CC159C85-B2DF-448E-87B5-B6A0E0763223}"/>
              </a:ext>
            </a:extLst>
          </p:cNvPr>
          <p:cNvSpPr>
            <a:spLocks noGrp="1"/>
          </p:cNvSpPr>
          <p:nvPr>
            <p:ph type="pic" sz="quarter" idx="15" hasCustomPrompt="1"/>
          </p:nvPr>
        </p:nvSpPr>
        <p:spPr>
          <a:xfrm>
            <a:off x="766762" y="1089025"/>
            <a:ext cx="6985000" cy="4716463"/>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8005239" y="1961186"/>
            <a:ext cx="3419999" cy="853929"/>
          </a:xfrm>
        </p:spPr>
        <p:txBody>
          <a:bodyPr wrap="square" bIns="0" anchor="b" anchorCtr="0"/>
          <a:lstStyle>
            <a:lvl1pPr>
              <a:defRPr/>
            </a:lvl1pPr>
          </a:lstStyle>
          <a:p>
            <a:r>
              <a:rPr lang="en-US"/>
              <a:t>Insert headline</a:t>
            </a:r>
          </a:p>
        </p:txBody>
      </p:sp>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hasCustomPrompt="1"/>
          </p:nvPr>
        </p:nvSpPr>
        <p:spPr>
          <a:xfrm>
            <a:off x="8005238" y="2916001"/>
            <a:ext cx="3027923" cy="2889488"/>
          </a:xfrm>
        </p:spPr>
        <p:txBody>
          <a:bodyPr/>
          <a:lstStyle>
            <a:lvl1pPr marL="0" indent="0">
              <a:lnSpc>
                <a:spcPct val="120000"/>
              </a:lnSpc>
              <a:buFontTx/>
              <a:buNone/>
              <a:defRPr/>
            </a:lvl1pPr>
            <a:lvl2pPr marL="163513" indent="0">
              <a:buFontTx/>
              <a:buNone/>
              <a:defRPr/>
            </a:lvl2pPr>
            <a:lvl3pPr marL="339725" indent="0">
              <a:buNone/>
              <a:defRPr/>
            </a:lvl3pPr>
          </a:lstStyle>
          <a:p>
            <a:pPr lvl="0"/>
            <a:r>
              <a:rPr lang="en-US"/>
              <a:t>Insert text</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846CE7D5-CF57-46EF-B807-FDD0502418D4}" type="datetimeFigureOut">
              <a:rPr lang="en-US" smtClean="0"/>
              <a:t>8/27/2025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330EA680-D336-4FF7-8B7A-9848BB0A1C32}" type="slidenum">
              <a:rPr lang="en-US" smtClean="0"/>
              <a:t>‹#›</a:t>
            </a:fld>
            <a:endParaRPr lang="en-US"/>
          </a:p>
        </p:txBody>
      </p:sp>
      <p:sp>
        <p:nvSpPr>
          <p:cNvPr id="8" name="Entity">
            <a:extLst>
              <a:ext uri="{FF2B5EF4-FFF2-40B4-BE49-F238E27FC236}">
                <a16:creationId xmlns:a16="http://schemas.microsoft.com/office/drawing/2014/main" id="{B0A5FA72-DEF0-4E13-B77D-CF2CD972ABC2}"/>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3914480224"/>
      </p:ext>
    </p:extLst>
  </p:cSld>
  <p:clrMapOvr>
    <a:masterClrMapping/>
  </p:clrMapOvr>
  <p:extLst>
    <p:ext uri="{DCECCB84-F9BA-43D5-87BE-67443E8EF086}">
      <p15:sldGuideLst xmlns:p15="http://schemas.microsoft.com/office/powerpoint/2012/main">
        <p15:guide id="1" pos="2797">
          <p15:clr>
            <a:srgbClr val="FBAE40"/>
          </p15:clr>
        </p15:guide>
        <p15:guide id="2" orient="horz" pos="3657">
          <p15:clr>
            <a:srgbClr val="FBAE40"/>
          </p15:clr>
        </p15:guide>
        <p15:guide id="3" orient="horz" pos="1729">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7 Content – Title, text with medium right pictur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766763" y="1961186"/>
            <a:ext cx="5681724" cy="853929"/>
          </a:xfrm>
        </p:spPr>
        <p:txBody>
          <a:bodyPr wrap="square" bIns="0" anchor="b" anchorCtr="0"/>
          <a:lstStyle>
            <a:lvl1pPr>
              <a:defRPr/>
            </a:lvl1pPr>
          </a:lstStyle>
          <a:p>
            <a:r>
              <a:rPr lang="en-US"/>
              <a:t>Insert headline</a:t>
            </a:r>
          </a:p>
        </p:txBody>
      </p:sp>
      <p:sp>
        <p:nvSpPr>
          <p:cNvPr id="9" name="Picture Placeholder 5">
            <a:extLst>
              <a:ext uri="{FF2B5EF4-FFF2-40B4-BE49-F238E27FC236}">
                <a16:creationId xmlns:a16="http://schemas.microsoft.com/office/drawing/2014/main" id="{CC159C85-B2DF-448E-87B5-B6A0E0763223}"/>
              </a:ext>
            </a:extLst>
          </p:cNvPr>
          <p:cNvSpPr>
            <a:spLocks noGrp="1"/>
          </p:cNvSpPr>
          <p:nvPr>
            <p:ph type="pic" sz="quarter" idx="15" hasCustomPrompt="1"/>
          </p:nvPr>
        </p:nvSpPr>
        <p:spPr>
          <a:xfrm>
            <a:off x="6709237" y="1089025"/>
            <a:ext cx="4716000" cy="4716463"/>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hasCustomPrompt="1"/>
          </p:nvPr>
        </p:nvSpPr>
        <p:spPr>
          <a:xfrm>
            <a:off x="766762" y="2916001"/>
            <a:ext cx="5289648" cy="2889488"/>
          </a:xfrm>
        </p:spPr>
        <p:txBody>
          <a:bodyPr/>
          <a:lstStyle>
            <a:lvl1pPr marL="0" indent="0">
              <a:lnSpc>
                <a:spcPct val="120000"/>
              </a:lnSpc>
              <a:buFontTx/>
              <a:buNone/>
              <a:defRPr/>
            </a:lvl1pPr>
            <a:lvl2pPr marL="163513" indent="0">
              <a:buFontTx/>
              <a:buNone/>
              <a:defRPr/>
            </a:lvl2pPr>
            <a:lvl3pPr marL="339725" indent="0">
              <a:buNone/>
              <a:defRPr/>
            </a:lvl3pPr>
          </a:lstStyle>
          <a:p>
            <a:pPr lvl="0"/>
            <a:r>
              <a:rPr lang="en-US"/>
              <a:t>Insert text</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846CE7D5-CF57-46EF-B807-FDD0502418D4}" type="datetimeFigureOut">
              <a:rPr lang="en-US" smtClean="0"/>
              <a:t>8/27/2025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330EA680-D336-4FF7-8B7A-9848BB0A1C32}" type="slidenum">
              <a:rPr lang="en-US" smtClean="0"/>
              <a:t>‹#›</a:t>
            </a:fld>
            <a:endParaRPr lang="en-US"/>
          </a:p>
        </p:txBody>
      </p:sp>
      <p:sp>
        <p:nvSpPr>
          <p:cNvPr id="8" name="Entity">
            <a:extLst>
              <a:ext uri="{FF2B5EF4-FFF2-40B4-BE49-F238E27FC236}">
                <a16:creationId xmlns:a16="http://schemas.microsoft.com/office/drawing/2014/main" id="{1B32B9F2-C1C8-4690-88B7-ABE271414917}"/>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2886641784"/>
      </p:ext>
    </p:extLst>
  </p:cSld>
  <p:clrMapOvr>
    <a:masterClrMapping/>
  </p:clrMapOvr>
  <p:extLst>
    <p:ext uri="{DCECCB84-F9BA-43D5-87BE-67443E8EF086}">
      <p15:sldGuideLst xmlns:p15="http://schemas.microsoft.com/office/powerpoint/2012/main">
        <p15:guide id="1" orient="horz" pos="1729">
          <p15:clr>
            <a:srgbClr val="FBAE40"/>
          </p15:clr>
        </p15:guide>
        <p15:guide id="2" orient="horz" pos="3657">
          <p15:clr>
            <a:srgbClr val="FBAE40"/>
          </p15:clr>
        </p15:guide>
        <p15:guide id="3" pos="422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8 Content – Centered text">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BCEC5F-5A41-204C-BA25-9D801C2D0DE2}"/>
              </a:ext>
            </a:extLst>
          </p:cNvPr>
          <p:cNvSpPr>
            <a:spLocks noGrp="1"/>
          </p:cNvSpPr>
          <p:nvPr>
            <p:ph type="dt" sz="half" idx="10"/>
          </p:nvPr>
        </p:nvSpPr>
        <p:spPr/>
        <p:txBody>
          <a:bodyPr/>
          <a:lstStyle/>
          <a:p>
            <a:fld id="{846CE7D5-CF57-46EF-B807-FDD0502418D4}" type="datetimeFigureOut">
              <a:rPr lang="en-US" smtClean="0"/>
              <a:t>8/27/2025</a:t>
            </a:fld>
            <a:endParaRPr lang="en-US"/>
          </a:p>
        </p:txBody>
      </p:sp>
      <p:sp>
        <p:nvSpPr>
          <p:cNvPr id="3" name="Footer Placeholder 2">
            <a:extLst>
              <a:ext uri="{FF2B5EF4-FFF2-40B4-BE49-F238E27FC236}">
                <a16:creationId xmlns:a16="http://schemas.microsoft.com/office/drawing/2014/main" id="{7E77DD3D-672A-FE4F-ACE9-A06A058BB8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16A3F2-3D9F-6741-A9EE-0BA3021073B1}"/>
              </a:ext>
            </a:extLst>
          </p:cNvPr>
          <p:cNvSpPr>
            <a:spLocks noGrp="1"/>
          </p:cNvSpPr>
          <p:nvPr>
            <p:ph type="sldNum" sz="quarter" idx="12"/>
          </p:nvPr>
        </p:nvSpPr>
        <p:spPr/>
        <p:txBody>
          <a:bodyPr/>
          <a:lstStyle/>
          <a:p>
            <a:fld id="{330EA680-D336-4FF7-8B7A-9848BB0A1C32}" type="slidenum">
              <a:rPr lang="en-US" smtClean="0"/>
              <a:t>‹#›</a:t>
            </a:fld>
            <a:endParaRPr lang="en-US"/>
          </a:p>
        </p:txBody>
      </p:sp>
      <p:sp>
        <p:nvSpPr>
          <p:cNvPr id="8" name="Rectangle 5">
            <a:extLst>
              <a:ext uri="{FF2B5EF4-FFF2-40B4-BE49-F238E27FC236}">
                <a16:creationId xmlns:a16="http://schemas.microsoft.com/office/drawing/2014/main" id="{4AF4158F-CCD6-4017-A03D-47E8978C22F8}"/>
              </a:ext>
            </a:extLst>
          </p:cNvPr>
          <p:cNvSpPr>
            <a:spLocks noGrp="1" noChangeArrowheads="1"/>
          </p:cNvSpPr>
          <p:nvPr>
            <p:ph type="ctrTitle" hasCustomPrompt="1"/>
          </p:nvPr>
        </p:nvSpPr>
        <p:spPr>
          <a:xfrm>
            <a:off x="2001673" y="1578152"/>
            <a:ext cx="8188654" cy="1135374"/>
          </a:xfrm>
          <a:prstGeom prst="rect">
            <a:avLst/>
          </a:prstGeom>
        </p:spPr>
        <p:txBody>
          <a:bodyPr anchor="b" anchorCtr="0"/>
          <a:lstStyle>
            <a:lvl1pPr algn="ctr">
              <a:lnSpc>
                <a:spcPct val="114000"/>
              </a:lnSpc>
              <a:defRPr sz="2400" b="0" i="0" spc="0" baseline="0">
                <a:solidFill>
                  <a:schemeClr val="tx1"/>
                </a:solidFill>
                <a:latin typeface="+mj-lt"/>
              </a:defRPr>
            </a:lvl1pPr>
          </a:lstStyle>
          <a:p>
            <a:pPr lvl="0"/>
            <a:r>
              <a:rPr lang="en-US" noProof="0"/>
              <a:t>Insert headline</a:t>
            </a:r>
          </a:p>
        </p:txBody>
      </p:sp>
      <p:sp>
        <p:nvSpPr>
          <p:cNvPr id="9" name="Rectangle 6">
            <a:extLst>
              <a:ext uri="{FF2B5EF4-FFF2-40B4-BE49-F238E27FC236}">
                <a16:creationId xmlns:a16="http://schemas.microsoft.com/office/drawing/2014/main" id="{932CDCD1-B8C9-4D61-BD90-5AE5F3EBAFBA}"/>
              </a:ext>
            </a:extLst>
          </p:cNvPr>
          <p:cNvSpPr>
            <a:spLocks noGrp="1" noChangeArrowheads="1"/>
          </p:cNvSpPr>
          <p:nvPr>
            <p:ph type="subTitle" idx="1" hasCustomPrompt="1"/>
          </p:nvPr>
        </p:nvSpPr>
        <p:spPr>
          <a:xfrm>
            <a:off x="2668587" y="2914939"/>
            <a:ext cx="6854825" cy="2710709"/>
          </a:xfrm>
          <a:prstGeom prst="rect">
            <a:avLst/>
          </a:prstGeom>
        </p:spPr>
        <p:txBody>
          <a:bodyPr tIns="0">
            <a:noAutofit/>
          </a:bodyPr>
          <a:lstStyle>
            <a:lvl1pPr marL="0" indent="0" algn="ctr">
              <a:lnSpc>
                <a:spcPct val="114000"/>
              </a:lnSpc>
              <a:buFont typeface="Volvo Novum" panose="020B0503040502060204" pitchFamily="34" charset="0"/>
              <a:buNone/>
              <a:defRPr sz="1600" spc="0" baseline="0">
                <a:latin typeface="+mn-lt"/>
                <a:ea typeface="Volvo Broad Pro" panose="02000606020000020004" pitchFamily="50" charset="0"/>
                <a:cs typeface="+mn-cs"/>
              </a:defRPr>
            </a:lvl1pPr>
          </a:lstStyle>
          <a:p>
            <a:pPr lvl="0"/>
            <a:r>
              <a:rPr lang="en-US" noProof="0"/>
              <a:t>Insert text</a:t>
            </a:r>
          </a:p>
        </p:txBody>
      </p:sp>
      <p:sp>
        <p:nvSpPr>
          <p:cNvPr id="7" name="Entity">
            <a:extLst>
              <a:ext uri="{FF2B5EF4-FFF2-40B4-BE49-F238E27FC236}">
                <a16:creationId xmlns:a16="http://schemas.microsoft.com/office/drawing/2014/main" id="{6F195526-DABA-4F22-900D-D9C4F2C2177B}"/>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3195844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9 Content – Three column picture with text">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785CA666-6C70-4EFB-B252-337286966A6F}"/>
              </a:ext>
            </a:extLst>
          </p:cNvPr>
          <p:cNvSpPr>
            <a:spLocks noGrp="1"/>
          </p:cNvSpPr>
          <p:nvPr>
            <p:ph type="pic" sz="quarter" idx="15" hasCustomPrompt="1"/>
          </p:nvPr>
        </p:nvSpPr>
        <p:spPr>
          <a:xfrm>
            <a:off x="766764" y="2133600"/>
            <a:ext cx="3283200" cy="3284268"/>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14" name="Picture Placeholder 5">
            <a:extLst>
              <a:ext uri="{FF2B5EF4-FFF2-40B4-BE49-F238E27FC236}">
                <a16:creationId xmlns:a16="http://schemas.microsoft.com/office/drawing/2014/main" id="{813A8910-5699-4EE0-A403-9991CA89EE9C}"/>
              </a:ext>
            </a:extLst>
          </p:cNvPr>
          <p:cNvSpPr>
            <a:spLocks noGrp="1"/>
          </p:cNvSpPr>
          <p:nvPr>
            <p:ph type="pic" sz="quarter" idx="16" hasCustomPrompt="1"/>
          </p:nvPr>
        </p:nvSpPr>
        <p:spPr>
          <a:xfrm>
            <a:off x="4454401" y="2133600"/>
            <a:ext cx="3283200" cy="3284268"/>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hasCustomPrompt="1"/>
          </p:nvPr>
        </p:nvSpPr>
        <p:spPr>
          <a:xfrm>
            <a:off x="766763" y="5531522"/>
            <a:ext cx="3283200" cy="481897"/>
          </a:xfrm>
        </p:spPr>
        <p:txBody>
          <a:bodyPr>
            <a:noAutofit/>
          </a:bodyPr>
          <a:lstStyle>
            <a:lvl1pPr marL="0" indent="0" algn="ctr">
              <a:lnSpc>
                <a:spcPct val="114000"/>
              </a:lnSpc>
              <a:buFontTx/>
              <a:buNone/>
              <a:defRPr sz="12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 (max two rows)</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846CE7D5-CF57-46EF-B807-FDD0502418D4}" type="datetimeFigureOut">
              <a:rPr lang="en-US" smtClean="0"/>
              <a:t>8/27/2025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330EA680-D336-4FF7-8B7A-9848BB0A1C32}" type="slidenum">
              <a:rPr lang="en-US" smtClean="0"/>
              <a:t>‹#›</a:t>
            </a:fld>
            <a:endParaRPr lang="en-US"/>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p:txBody>
          <a:bodyPr/>
          <a:lstStyle>
            <a:lvl1pPr>
              <a:defRPr/>
            </a:lvl1pPr>
          </a:lstStyle>
          <a:p>
            <a:r>
              <a:rPr lang="en-US"/>
              <a:t>Insert headline on maximum one line</a:t>
            </a:r>
          </a:p>
        </p:txBody>
      </p:sp>
      <p:sp>
        <p:nvSpPr>
          <p:cNvPr id="11" name="Text Placeholder 10">
            <a:extLst>
              <a:ext uri="{FF2B5EF4-FFF2-40B4-BE49-F238E27FC236}">
                <a16:creationId xmlns:a16="http://schemas.microsoft.com/office/drawing/2014/main" id="{1870C302-6050-4DB1-90EC-C732F2636C4E}"/>
              </a:ext>
            </a:extLst>
          </p:cNvPr>
          <p:cNvSpPr>
            <a:spLocks noGrp="1"/>
          </p:cNvSpPr>
          <p:nvPr>
            <p:ph type="body" sz="quarter" idx="14" hasCustomPrompt="1"/>
          </p:nvPr>
        </p:nvSpPr>
        <p:spPr>
          <a:xfrm>
            <a:off x="766763" y="1457438"/>
            <a:ext cx="6562725" cy="251205"/>
          </a:xfrm>
        </p:spPr>
        <p:txBody>
          <a:bodyPr tIns="0"/>
          <a:lstStyle>
            <a:lvl1pPr marL="0" indent="0">
              <a:buFontTx/>
              <a:buNone/>
              <a:defRPr>
                <a:solidFill>
                  <a:srgbClr val="53565A"/>
                </a:solidFill>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a:t>
            </a:r>
          </a:p>
        </p:txBody>
      </p:sp>
      <p:sp>
        <p:nvSpPr>
          <p:cNvPr id="15" name="Text Placeholder 6">
            <a:extLst>
              <a:ext uri="{FF2B5EF4-FFF2-40B4-BE49-F238E27FC236}">
                <a16:creationId xmlns:a16="http://schemas.microsoft.com/office/drawing/2014/main" id="{434E44B9-8C04-47FC-8B4D-A7840BEE1D59}"/>
              </a:ext>
            </a:extLst>
          </p:cNvPr>
          <p:cNvSpPr>
            <a:spLocks noGrp="1"/>
          </p:cNvSpPr>
          <p:nvPr>
            <p:ph type="body" sz="quarter" idx="17" hasCustomPrompt="1"/>
          </p:nvPr>
        </p:nvSpPr>
        <p:spPr>
          <a:xfrm>
            <a:off x="4454401" y="5531522"/>
            <a:ext cx="3283200" cy="481897"/>
          </a:xfrm>
        </p:spPr>
        <p:txBody>
          <a:bodyPr>
            <a:noAutofit/>
          </a:bodyPr>
          <a:lstStyle>
            <a:lvl1pPr marL="0" indent="0" algn="ctr">
              <a:lnSpc>
                <a:spcPct val="114000"/>
              </a:lnSpc>
              <a:buFontTx/>
              <a:buNone/>
              <a:defRPr sz="12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 (max two rows)</a:t>
            </a:r>
          </a:p>
        </p:txBody>
      </p:sp>
      <p:sp>
        <p:nvSpPr>
          <p:cNvPr id="18" name="Picture Placeholder 5">
            <a:extLst>
              <a:ext uri="{FF2B5EF4-FFF2-40B4-BE49-F238E27FC236}">
                <a16:creationId xmlns:a16="http://schemas.microsoft.com/office/drawing/2014/main" id="{64CDBF56-B658-420C-A173-629AC10AD794}"/>
              </a:ext>
            </a:extLst>
          </p:cNvPr>
          <p:cNvSpPr>
            <a:spLocks noGrp="1"/>
          </p:cNvSpPr>
          <p:nvPr>
            <p:ph type="pic" sz="quarter" idx="18" hasCustomPrompt="1"/>
          </p:nvPr>
        </p:nvSpPr>
        <p:spPr>
          <a:xfrm>
            <a:off x="8142038" y="2133600"/>
            <a:ext cx="3283200" cy="3284268"/>
          </a:xfrm>
          <a:solidFill>
            <a:schemeClr val="bg1">
              <a:lumMod val="95000"/>
            </a:schemeClr>
          </a:solidFill>
        </p:spPr>
        <p:txBody>
          <a:bodyPr tIns="504000" anchor="ctr" anchorCtr="0">
            <a:normAutofit/>
          </a:bodyPr>
          <a:lstStyle>
            <a:lvl1pPr marL="0" indent="0" algn="ctr">
              <a:buFontTx/>
              <a:buNone/>
              <a:defRPr sz="1000"/>
            </a:lvl1pPr>
          </a:lstStyle>
          <a:p>
            <a:r>
              <a:rPr lang="en-US"/>
              <a:t>Insert picture</a:t>
            </a:r>
          </a:p>
        </p:txBody>
      </p:sp>
      <p:sp>
        <p:nvSpPr>
          <p:cNvPr id="19" name="Text Placeholder 6">
            <a:extLst>
              <a:ext uri="{FF2B5EF4-FFF2-40B4-BE49-F238E27FC236}">
                <a16:creationId xmlns:a16="http://schemas.microsoft.com/office/drawing/2014/main" id="{0CBDB873-2604-4753-94BB-6BB3846EB6BC}"/>
              </a:ext>
            </a:extLst>
          </p:cNvPr>
          <p:cNvSpPr>
            <a:spLocks noGrp="1"/>
          </p:cNvSpPr>
          <p:nvPr>
            <p:ph type="body" sz="quarter" idx="19" hasCustomPrompt="1"/>
          </p:nvPr>
        </p:nvSpPr>
        <p:spPr>
          <a:xfrm>
            <a:off x="8141567" y="5531522"/>
            <a:ext cx="3283671" cy="481897"/>
          </a:xfrm>
        </p:spPr>
        <p:txBody>
          <a:bodyPr>
            <a:noAutofit/>
          </a:bodyPr>
          <a:lstStyle>
            <a:lvl1pPr marL="0" indent="0" algn="ctr">
              <a:lnSpc>
                <a:spcPct val="114000"/>
              </a:lnSpc>
              <a:buFontTx/>
              <a:buNone/>
              <a:defRPr sz="12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 (max two rows)</a:t>
            </a:r>
          </a:p>
        </p:txBody>
      </p:sp>
      <p:sp>
        <p:nvSpPr>
          <p:cNvPr id="16" name="Entity">
            <a:extLst>
              <a:ext uri="{FF2B5EF4-FFF2-40B4-BE49-F238E27FC236}">
                <a16:creationId xmlns:a16="http://schemas.microsoft.com/office/drawing/2014/main" id="{DE8A5798-B1A2-4B5A-BCE2-C6D5B2F3F437}"/>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40135226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10 Content – Four column circle picture with text">
    <p:spTree>
      <p:nvGrpSpPr>
        <p:cNvPr id="1" name=""/>
        <p:cNvGrpSpPr/>
        <p:nvPr/>
      </p:nvGrpSpPr>
      <p:grpSpPr>
        <a:xfrm>
          <a:off x="0" y="0"/>
          <a:ext cx="0" cy="0"/>
          <a:chOff x="0" y="0"/>
          <a:chExt cx="0" cy="0"/>
        </a:xfrm>
      </p:grpSpPr>
      <p:sp>
        <p:nvSpPr>
          <p:cNvPr id="35" name="Picture Placeholder 5">
            <a:extLst>
              <a:ext uri="{FF2B5EF4-FFF2-40B4-BE49-F238E27FC236}">
                <a16:creationId xmlns:a16="http://schemas.microsoft.com/office/drawing/2014/main" id="{5C0D2034-2B39-4DEA-A3A4-261CF9826EB8}"/>
              </a:ext>
            </a:extLst>
          </p:cNvPr>
          <p:cNvSpPr>
            <a:spLocks noGrp="1"/>
          </p:cNvSpPr>
          <p:nvPr>
            <p:ph type="pic" sz="quarter" idx="54" hasCustomPrompt="1"/>
          </p:nvPr>
        </p:nvSpPr>
        <p:spPr>
          <a:xfrm>
            <a:off x="9096369" y="2102484"/>
            <a:ext cx="2246400" cy="2246400"/>
          </a:xfrm>
          <a:prstGeom prst="ellipse">
            <a:avLst/>
          </a:prstGeom>
          <a:solidFill>
            <a:schemeClr val="bg1">
              <a:lumMod val="95000"/>
            </a:schemeClr>
          </a:solidFill>
        </p:spPr>
        <p:txBody>
          <a:bodyPr tIns="504000" anchor="ctr" anchorCtr="0">
            <a:noAutofit/>
          </a:bodyPr>
          <a:lstStyle>
            <a:lvl1pPr marL="0" indent="0" algn="ctr">
              <a:buFontTx/>
              <a:buNone/>
              <a:defRPr sz="1000"/>
            </a:lvl1pPr>
          </a:lstStyle>
          <a:p>
            <a:r>
              <a:rPr lang="en-US"/>
              <a:t>Insert picture</a:t>
            </a:r>
          </a:p>
        </p:txBody>
      </p:sp>
      <p:sp>
        <p:nvSpPr>
          <p:cNvPr id="13" name="Picture Placeholder 5">
            <a:extLst>
              <a:ext uri="{FF2B5EF4-FFF2-40B4-BE49-F238E27FC236}">
                <a16:creationId xmlns:a16="http://schemas.microsoft.com/office/drawing/2014/main" id="{785CA666-6C70-4EFB-B252-337286966A6F}"/>
              </a:ext>
            </a:extLst>
          </p:cNvPr>
          <p:cNvSpPr>
            <a:spLocks noGrp="1"/>
          </p:cNvSpPr>
          <p:nvPr>
            <p:ph type="pic" sz="quarter" idx="15" hasCustomPrompt="1"/>
          </p:nvPr>
        </p:nvSpPr>
        <p:spPr>
          <a:xfrm>
            <a:off x="847915" y="2102484"/>
            <a:ext cx="2246400" cy="2246400"/>
          </a:xfrm>
          <a:prstGeom prst="ellipse">
            <a:avLst/>
          </a:prstGeom>
          <a:solidFill>
            <a:schemeClr val="bg1">
              <a:lumMod val="95000"/>
            </a:schemeClr>
          </a:solidFill>
        </p:spPr>
        <p:txBody>
          <a:bodyPr tIns="504000" anchor="ctr" anchorCtr="0">
            <a:noAutofit/>
          </a:bodyPr>
          <a:lstStyle>
            <a:lvl1pPr marL="0" indent="0" algn="ctr">
              <a:buFontTx/>
              <a:buNone/>
              <a:defRPr sz="1000"/>
            </a:lvl1pPr>
          </a:lstStyle>
          <a:p>
            <a:r>
              <a:rPr lang="en-US"/>
              <a:t>Insert picture</a:t>
            </a:r>
          </a:p>
        </p:txBody>
      </p:sp>
      <p:sp>
        <p:nvSpPr>
          <p:cNvPr id="33" name="Picture Placeholder 5">
            <a:extLst>
              <a:ext uri="{FF2B5EF4-FFF2-40B4-BE49-F238E27FC236}">
                <a16:creationId xmlns:a16="http://schemas.microsoft.com/office/drawing/2014/main" id="{407623E6-F280-4454-AE2C-4100AFFCF668}"/>
              </a:ext>
            </a:extLst>
          </p:cNvPr>
          <p:cNvSpPr>
            <a:spLocks noGrp="1"/>
          </p:cNvSpPr>
          <p:nvPr>
            <p:ph type="pic" sz="quarter" idx="52" hasCustomPrompt="1"/>
          </p:nvPr>
        </p:nvSpPr>
        <p:spPr>
          <a:xfrm>
            <a:off x="3597400" y="2102484"/>
            <a:ext cx="2246400" cy="2246400"/>
          </a:xfrm>
          <a:prstGeom prst="ellipse">
            <a:avLst/>
          </a:prstGeom>
          <a:solidFill>
            <a:schemeClr val="bg1">
              <a:lumMod val="95000"/>
            </a:schemeClr>
          </a:solidFill>
        </p:spPr>
        <p:txBody>
          <a:bodyPr tIns="504000" anchor="ctr" anchorCtr="0">
            <a:noAutofit/>
          </a:bodyPr>
          <a:lstStyle>
            <a:lvl1pPr marL="0" indent="0" algn="ctr">
              <a:buFontTx/>
              <a:buNone/>
              <a:defRPr sz="1000"/>
            </a:lvl1pPr>
          </a:lstStyle>
          <a:p>
            <a:r>
              <a:rPr lang="en-US"/>
              <a:t>Insert picture</a:t>
            </a:r>
          </a:p>
        </p:txBody>
      </p:sp>
      <p:sp>
        <p:nvSpPr>
          <p:cNvPr id="34" name="Picture Placeholder 5">
            <a:extLst>
              <a:ext uri="{FF2B5EF4-FFF2-40B4-BE49-F238E27FC236}">
                <a16:creationId xmlns:a16="http://schemas.microsoft.com/office/drawing/2014/main" id="{1B164767-2CD3-412D-BF96-52D862A99439}"/>
              </a:ext>
            </a:extLst>
          </p:cNvPr>
          <p:cNvSpPr>
            <a:spLocks noGrp="1"/>
          </p:cNvSpPr>
          <p:nvPr>
            <p:ph type="pic" sz="quarter" idx="53" hasCustomPrompt="1"/>
          </p:nvPr>
        </p:nvSpPr>
        <p:spPr>
          <a:xfrm>
            <a:off x="6346885" y="2102484"/>
            <a:ext cx="2246400" cy="2246400"/>
          </a:xfrm>
          <a:prstGeom prst="ellipse">
            <a:avLst/>
          </a:prstGeom>
          <a:solidFill>
            <a:schemeClr val="bg1">
              <a:lumMod val="95000"/>
            </a:schemeClr>
          </a:solidFill>
        </p:spPr>
        <p:txBody>
          <a:bodyPr tIns="504000" anchor="ctr" anchorCtr="0">
            <a:noAutofit/>
          </a:bodyPr>
          <a:lstStyle>
            <a:lvl1pPr marL="0" indent="0" algn="ctr">
              <a:buFontTx/>
              <a:buNone/>
              <a:defRPr sz="1000"/>
            </a:lvl1pPr>
          </a:lstStyle>
          <a:p>
            <a:r>
              <a:rPr lang="en-US"/>
              <a:t>Insert picture</a:t>
            </a:r>
          </a:p>
        </p:txBody>
      </p:sp>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hasCustomPrompt="1"/>
          </p:nvPr>
        </p:nvSpPr>
        <p:spPr>
          <a:xfrm>
            <a:off x="766763" y="5048055"/>
            <a:ext cx="2457204" cy="965364"/>
          </a:xfrm>
        </p:spPr>
        <p:txBody>
          <a:bodyPr>
            <a:noAutofit/>
          </a:bodyPr>
          <a:lstStyle>
            <a:lvl1pPr marL="0" indent="0" algn="ctr">
              <a:lnSpc>
                <a:spcPct val="114000"/>
              </a:lnSpc>
              <a:buFontTx/>
              <a:buNone/>
              <a:defRPr sz="12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846CE7D5-CF57-46EF-B807-FDD0502418D4}" type="datetimeFigureOut">
              <a:rPr lang="en-US" smtClean="0"/>
              <a:t>8/27/2025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330EA680-D336-4FF7-8B7A-9848BB0A1C32}" type="slidenum">
              <a:rPr lang="en-US" smtClean="0"/>
              <a:t>‹#›</a:t>
            </a:fld>
            <a:endParaRPr lang="en-US"/>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p:txBody>
          <a:bodyPr/>
          <a:lstStyle>
            <a:lvl1pPr>
              <a:defRPr/>
            </a:lvl1pPr>
          </a:lstStyle>
          <a:p>
            <a:r>
              <a:rPr lang="en-US"/>
              <a:t>Insert headline on maximum one line</a:t>
            </a:r>
          </a:p>
        </p:txBody>
      </p:sp>
      <p:sp>
        <p:nvSpPr>
          <p:cNvPr id="11" name="Text Placeholder 10">
            <a:extLst>
              <a:ext uri="{FF2B5EF4-FFF2-40B4-BE49-F238E27FC236}">
                <a16:creationId xmlns:a16="http://schemas.microsoft.com/office/drawing/2014/main" id="{1870C302-6050-4DB1-90EC-C732F2636C4E}"/>
              </a:ext>
            </a:extLst>
          </p:cNvPr>
          <p:cNvSpPr>
            <a:spLocks noGrp="1"/>
          </p:cNvSpPr>
          <p:nvPr>
            <p:ph type="body" sz="quarter" idx="14" hasCustomPrompt="1"/>
          </p:nvPr>
        </p:nvSpPr>
        <p:spPr>
          <a:xfrm>
            <a:off x="766763" y="1457438"/>
            <a:ext cx="6562725" cy="251205"/>
          </a:xfrm>
        </p:spPr>
        <p:txBody>
          <a:bodyPr tIns="0"/>
          <a:lstStyle>
            <a:lvl1pPr marL="0" indent="0">
              <a:buFontTx/>
              <a:buNone/>
              <a:defRPr>
                <a:solidFill>
                  <a:srgbClr val="53565A"/>
                </a:solidFill>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a:t>
            </a:r>
          </a:p>
        </p:txBody>
      </p:sp>
      <p:cxnSp>
        <p:nvCxnSpPr>
          <p:cNvPr id="30" name="Rak 4">
            <a:extLst>
              <a:ext uri="{FF2B5EF4-FFF2-40B4-BE49-F238E27FC236}">
                <a16:creationId xmlns:a16="http://schemas.microsoft.com/office/drawing/2014/main" id="{39990578-CDAD-42D1-A581-FB9EFA30DBCF}"/>
              </a:ext>
            </a:extLst>
          </p:cNvPr>
          <p:cNvCxnSpPr>
            <a:cxnSpLocks/>
          </p:cNvCxnSpPr>
          <p:nvPr/>
        </p:nvCxnSpPr>
        <p:spPr>
          <a:xfrm>
            <a:off x="3345857" y="4705814"/>
            <a:ext cx="0" cy="1315574"/>
          </a:xfrm>
          <a:prstGeom prst="line">
            <a:avLst/>
          </a:prstGeom>
          <a:ln w="6350">
            <a:solidFill>
              <a:srgbClr val="888B8D"/>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31" name="Rak 22">
            <a:extLst>
              <a:ext uri="{FF2B5EF4-FFF2-40B4-BE49-F238E27FC236}">
                <a16:creationId xmlns:a16="http://schemas.microsoft.com/office/drawing/2014/main" id="{C3C69160-5A98-4F0F-AE03-BFEC4187883B}"/>
              </a:ext>
            </a:extLst>
          </p:cNvPr>
          <p:cNvCxnSpPr>
            <a:cxnSpLocks/>
          </p:cNvCxnSpPr>
          <p:nvPr/>
        </p:nvCxnSpPr>
        <p:spPr>
          <a:xfrm>
            <a:off x="6095341" y="4705814"/>
            <a:ext cx="0" cy="1315574"/>
          </a:xfrm>
          <a:prstGeom prst="line">
            <a:avLst/>
          </a:prstGeom>
          <a:ln w="6350">
            <a:solidFill>
              <a:srgbClr val="888B8D"/>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32" name="Rak 23">
            <a:extLst>
              <a:ext uri="{FF2B5EF4-FFF2-40B4-BE49-F238E27FC236}">
                <a16:creationId xmlns:a16="http://schemas.microsoft.com/office/drawing/2014/main" id="{354EDF22-B5CF-4154-983B-DE8CE27E50A2}"/>
              </a:ext>
            </a:extLst>
          </p:cNvPr>
          <p:cNvCxnSpPr>
            <a:cxnSpLocks/>
          </p:cNvCxnSpPr>
          <p:nvPr/>
        </p:nvCxnSpPr>
        <p:spPr>
          <a:xfrm>
            <a:off x="8844825" y="4705815"/>
            <a:ext cx="0" cy="1315573"/>
          </a:xfrm>
          <a:prstGeom prst="line">
            <a:avLst/>
          </a:prstGeom>
          <a:ln w="6350">
            <a:solidFill>
              <a:srgbClr val="888B8D"/>
            </a:solidFill>
            <a:headEnd type="none" w="med" len="med"/>
            <a:tailEnd type="none"/>
          </a:ln>
        </p:spPr>
        <p:style>
          <a:lnRef idx="1">
            <a:schemeClr val="accent1"/>
          </a:lnRef>
          <a:fillRef idx="0">
            <a:schemeClr val="accent1"/>
          </a:fillRef>
          <a:effectRef idx="0">
            <a:schemeClr val="accent1"/>
          </a:effectRef>
          <a:fontRef idx="minor">
            <a:schemeClr val="tx1"/>
          </a:fontRef>
        </p:style>
      </p:cxnSp>
      <p:sp>
        <p:nvSpPr>
          <p:cNvPr id="36" name="Text Placeholder 6">
            <a:extLst>
              <a:ext uri="{FF2B5EF4-FFF2-40B4-BE49-F238E27FC236}">
                <a16:creationId xmlns:a16="http://schemas.microsoft.com/office/drawing/2014/main" id="{64A24264-54D8-461D-8B2E-876977318CDE}"/>
              </a:ext>
            </a:extLst>
          </p:cNvPr>
          <p:cNvSpPr>
            <a:spLocks noGrp="1"/>
          </p:cNvSpPr>
          <p:nvPr>
            <p:ph type="body" sz="quarter" idx="55" hasCustomPrompt="1"/>
          </p:nvPr>
        </p:nvSpPr>
        <p:spPr>
          <a:xfrm>
            <a:off x="766763" y="4463894"/>
            <a:ext cx="2457204" cy="555520"/>
          </a:xfrm>
        </p:spPr>
        <p:txBody>
          <a:bodyPr anchor="b" anchorCtr="0">
            <a:noAutofit/>
          </a:bodyPr>
          <a:lstStyle>
            <a:lvl1pPr marL="0" indent="0" algn="ctr">
              <a:lnSpc>
                <a:spcPct val="114000"/>
              </a:lnSpc>
              <a:spcBef>
                <a:spcPts val="0"/>
              </a:spcBef>
              <a:buFontTx/>
              <a:buNone/>
              <a:defRPr sz="1400">
                <a:latin typeface="+mj-lt"/>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 </a:t>
            </a:r>
            <a:br>
              <a:rPr lang="en-US"/>
            </a:br>
            <a:r>
              <a:rPr lang="en-US"/>
              <a:t>(max two rows)</a:t>
            </a:r>
          </a:p>
        </p:txBody>
      </p:sp>
      <p:sp>
        <p:nvSpPr>
          <p:cNvPr id="37" name="Text Placeholder 6">
            <a:extLst>
              <a:ext uri="{FF2B5EF4-FFF2-40B4-BE49-F238E27FC236}">
                <a16:creationId xmlns:a16="http://schemas.microsoft.com/office/drawing/2014/main" id="{FEF09CE1-0835-4758-9704-F4984A18FFD6}"/>
              </a:ext>
            </a:extLst>
          </p:cNvPr>
          <p:cNvSpPr>
            <a:spLocks noGrp="1"/>
          </p:cNvSpPr>
          <p:nvPr>
            <p:ph type="body" sz="quarter" idx="56" hasCustomPrompt="1"/>
          </p:nvPr>
        </p:nvSpPr>
        <p:spPr>
          <a:xfrm>
            <a:off x="3481683" y="5048055"/>
            <a:ext cx="2457204" cy="965364"/>
          </a:xfrm>
        </p:spPr>
        <p:txBody>
          <a:bodyPr>
            <a:noAutofit/>
          </a:bodyPr>
          <a:lstStyle>
            <a:lvl1pPr marL="0" indent="0" algn="ctr">
              <a:lnSpc>
                <a:spcPct val="114000"/>
              </a:lnSpc>
              <a:buFontTx/>
              <a:buNone/>
              <a:defRPr sz="12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a:t>
            </a:r>
          </a:p>
        </p:txBody>
      </p:sp>
      <p:sp>
        <p:nvSpPr>
          <p:cNvPr id="38" name="Text Placeholder 6">
            <a:extLst>
              <a:ext uri="{FF2B5EF4-FFF2-40B4-BE49-F238E27FC236}">
                <a16:creationId xmlns:a16="http://schemas.microsoft.com/office/drawing/2014/main" id="{6FD2973F-9F88-4FBD-B13A-3EA05952464E}"/>
              </a:ext>
            </a:extLst>
          </p:cNvPr>
          <p:cNvSpPr>
            <a:spLocks noGrp="1"/>
          </p:cNvSpPr>
          <p:nvPr>
            <p:ph type="body" sz="quarter" idx="57" hasCustomPrompt="1"/>
          </p:nvPr>
        </p:nvSpPr>
        <p:spPr>
          <a:xfrm>
            <a:off x="3481683" y="4463894"/>
            <a:ext cx="2457204" cy="555520"/>
          </a:xfrm>
        </p:spPr>
        <p:txBody>
          <a:bodyPr anchor="b" anchorCtr="0">
            <a:noAutofit/>
          </a:bodyPr>
          <a:lstStyle>
            <a:lvl1pPr marL="0" indent="0" algn="ctr">
              <a:lnSpc>
                <a:spcPct val="114000"/>
              </a:lnSpc>
              <a:spcBef>
                <a:spcPts val="0"/>
              </a:spcBef>
              <a:buFontTx/>
              <a:buNone/>
              <a:defRPr sz="1400">
                <a:latin typeface="+mj-lt"/>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 </a:t>
            </a:r>
            <a:br>
              <a:rPr lang="en-US"/>
            </a:br>
            <a:r>
              <a:rPr lang="en-US"/>
              <a:t>(max two rows)</a:t>
            </a:r>
          </a:p>
        </p:txBody>
      </p:sp>
      <p:sp>
        <p:nvSpPr>
          <p:cNvPr id="39" name="Text Placeholder 6">
            <a:extLst>
              <a:ext uri="{FF2B5EF4-FFF2-40B4-BE49-F238E27FC236}">
                <a16:creationId xmlns:a16="http://schemas.microsoft.com/office/drawing/2014/main" id="{F7B8F22C-8013-4700-A3F7-E7E7C72EEA2E}"/>
              </a:ext>
            </a:extLst>
          </p:cNvPr>
          <p:cNvSpPr>
            <a:spLocks noGrp="1"/>
          </p:cNvSpPr>
          <p:nvPr>
            <p:ph type="body" sz="quarter" idx="58" hasCustomPrompt="1"/>
          </p:nvPr>
        </p:nvSpPr>
        <p:spPr>
          <a:xfrm>
            <a:off x="6229596" y="5048055"/>
            <a:ext cx="2457204" cy="965364"/>
          </a:xfrm>
        </p:spPr>
        <p:txBody>
          <a:bodyPr>
            <a:noAutofit/>
          </a:bodyPr>
          <a:lstStyle>
            <a:lvl1pPr marL="0" indent="0" algn="ctr">
              <a:lnSpc>
                <a:spcPct val="114000"/>
              </a:lnSpc>
              <a:buFontTx/>
              <a:buNone/>
              <a:defRPr sz="12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a:t>
            </a:r>
          </a:p>
        </p:txBody>
      </p:sp>
      <p:sp>
        <p:nvSpPr>
          <p:cNvPr id="40" name="Text Placeholder 6">
            <a:extLst>
              <a:ext uri="{FF2B5EF4-FFF2-40B4-BE49-F238E27FC236}">
                <a16:creationId xmlns:a16="http://schemas.microsoft.com/office/drawing/2014/main" id="{C290C505-57DD-4CA4-81F5-D1AAFC3925C9}"/>
              </a:ext>
            </a:extLst>
          </p:cNvPr>
          <p:cNvSpPr>
            <a:spLocks noGrp="1"/>
          </p:cNvSpPr>
          <p:nvPr>
            <p:ph type="body" sz="quarter" idx="59" hasCustomPrompt="1"/>
          </p:nvPr>
        </p:nvSpPr>
        <p:spPr>
          <a:xfrm>
            <a:off x="6229596" y="4463894"/>
            <a:ext cx="2457204" cy="555520"/>
          </a:xfrm>
        </p:spPr>
        <p:txBody>
          <a:bodyPr anchor="b" anchorCtr="0">
            <a:noAutofit/>
          </a:bodyPr>
          <a:lstStyle>
            <a:lvl1pPr marL="0" indent="0" algn="ctr">
              <a:lnSpc>
                <a:spcPct val="114000"/>
              </a:lnSpc>
              <a:spcBef>
                <a:spcPts val="0"/>
              </a:spcBef>
              <a:buFontTx/>
              <a:buNone/>
              <a:defRPr sz="1400">
                <a:latin typeface="+mj-lt"/>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 </a:t>
            </a:r>
            <a:br>
              <a:rPr lang="en-US"/>
            </a:br>
            <a:r>
              <a:rPr lang="en-US"/>
              <a:t>(max two rows)</a:t>
            </a:r>
          </a:p>
        </p:txBody>
      </p:sp>
      <p:sp>
        <p:nvSpPr>
          <p:cNvPr id="41" name="Text Placeholder 6">
            <a:extLst>
              <a:ext uri="{FF2B5EF4-FFF2-40B4-BE49-F238E27FC236}">
                <a16:creationId xmlns:a16="http://schemas.microsoft.com/office/drawing/2014/main" id="{24BE01EB-413D-438E-BACF-1DE6C6485EE8}"/>
              </a:ext>
            </a:extLst>
          </p:cNvPr>
          <p:cNvSpPr>
            <a:spLocks noGrp="1"/>
          </p:cNvSpPr>
          <p:nvPr>
            <p:ph type="body" sz="quarter" idx="60" hasCustomPrompt="1"/>
          </p:nvPr>
        </p:nvSpPr>
        <p:spPr>
          <a:xfrm>
            <a:off x="9002851" y="5048055"/>
            <a:ext cx="2457204" cy="965364"/>
          </a:xfrm>
        </p:spPr>
        <p:txBody>
          <a:bodyPr>
            <a:noAutofit/>
          </a:bodyPr>
          <a:lstStyle>
            <a:lvl1pPr marL="0" indent="0" algn="ctr">
              <a:lnSpc>
                <a:spcPct val="114000"/>
              </a:lnSpc>
              <a:buFontTx/>
              <a:buNone/>
              <a:defRPr sz="1200"/>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text</a:t>
            </a:r>
          </a:p>
        </p:txBody>
      </p:sp>
      <p:sp>
        <p:nvSpPr>
          <p:cNvPr id="42" name="Text Placeholder 6">
            <a:extLst>
              <a:ext uri="{FF2B5EF4-FFF2-40B4-BE49-F238E27FC236}">
                <a16:creationId xmlns:a16="http://schemas.microsoft.com/office/drawing/2014/main" id="{06885BC2-38AA-411B-8E8E-648B7B3F5687}"/>
              </a:ext>
            </a:extLst>
          </p:cNvPr>
          <p:cNvSpPr>
            <a:spLocks noGrp="1"/>
          </p:cNvSpPr>
          <p:nvPr>
            <p:ph type="body" sz="quarter" idx="61" hasCustomPrompt="1"/>
          </p:nvPr>
        </p:nvSpPr>
        <p:spPr>
          <a:xfrm>
            <a:off x="9002851" y="4463894"/>
            <a:ext cx="2457204" cy="555520"/>
          </a:xfrm>
        </p:spPr>
        <p:txBody>
          <a:bodyPr anchor="b" anchorCtr="0">
            <a:noAutofit/>
          </a:bodyPr>
          <a:lstStyle>
            <a:lvl1pPr marL="0" indent="0" algn="ctr">
              <a:lnSpc>
                <a:spcPct val="114000"/>
              </a:lnSpc>
              <a:spcBef>
                <a:spcPts val="0"/>
              </a:spcBef>
              <a:buFontTx/>
              <a:buNone/>
              <a:defRPr sz="1400">
                <a:latin typeface="+mj-lt"/>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 </a:t>
            </a:r>
            <a:br>
              <a:rPr lang="en-US"/>
            </a:br>
            <a:r>
              <a:rPr lang="en-US"/>
              <a:t>(max two rows)</a:t>
            </a:r>
          </a:p>
        </p:txBody>
      </p:sp>
      <p:sp>
        <p:nvSpPr>
          <p:cNvPr id="22" name="Entity">
            <a:extLst>
              <a:ext uri="{FF2B5EF4-FFF2-40B4-BE49-F238E27FC236}">
                <a16:creationId xmlns:a16="http://schemas.microsoft.com/office/drawing/2014/main" id="{76C83FB2-557E-4BB6-B8A4-79E9CB240887}"/>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2530023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11 Content – 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BCEC5F-5A41-204C-BA25-9D801C2D0DE2}"/>
              </a:ext>
            </a:extLst>
          </p:cNvPr>
          <p:cNvSpPr>
            <a:spLocks noGrp="1"/>
          </p:cNvSpPr>
          <p:nvPr>
            <p:ph type="dt" sz="half" idx="10"/>
          </p:nvPr>
        </p:nvSpPr>
        <p:spPr/>
        <p:txBody>
          <a:bodyPr/>
          <a:lstStyle/>
          <a:p>
            <a:fld id="{846CE7D5-CF57-46EF-B807-FDD0502418D4}" type="datetimeFigureOut">
              <a:rPr lang="en-US" smtClean="0"/>
              <a:t>8/27/2025</a:t>
            </a:fld>
            <a:endParaRPr lang="en-US"/>
          </a:p>
        </p:txBody>
      </p:sp>
      <p:sp>
        <p:nvSpPr>
          <p:cNvPr id="3" name="Footer Placeholder 2">
            <a:extLst>
              <a:ext uri="{FF2B5EF4-FFF2-40B4-BE49-F238E27FC236}">
                <a16:creationId xmlns:a16="http://schemas.microsoft.com/office/drawing/2014/main" id="{7E77DD3D-672A-FE4F-ACE9-A06A058BB8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16A3F2-3D9F-6741-A9EE-0BA3021073B1}"/>
              </a:ext>
            </a:extLst>
          </p:cNvPr>
          <p:cNvSpPr>
            <a:spLocks noGrp="1"/>
          </p:cNvSpPr>
          <p:nvPr>
            <p:ph type="sldNum" sz="quarter" idx="12"/>
          </p:nvPr>
        </p:nvSpPr>
        <p:spPr/>
        <p:txBody>
          <a:bodyPr/>
          <a:lstStyle/>
          <a:p>
            <a:fld id="{330EA680-D336-4FF7-8B7A-9848BB0A1C32}" type="slidenum">
              <a:rPr lang="en-US" smtClean="0"/>
              <a:t>‹#›</a:t>
            </a:fld>
            <a:endParaRPr lang="en-US"/>
          </a:p>
        </p:txBody>
      </p:sp>
      <p:sp>
        <p:nvSpPr>
          <p:cNvPr id="6" name="Entity">
            <a:extLst>
              <a:ext uri="{FF2B5EF4-FFF2-40B4-BE49-F238E27FC236}">
                <a16:creationId xmlns:a16="http://schemas.microsoft.com/office/drawing/2014/main" id="{B1BDD60A-D530-471C-B9E2-17F7ACB8CF7D}"/>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4959291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12 Content – Title Onl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BCEC5F-5A41-204C-BA25-9D801C2D0DE2}"/>
              </a:ext>
            </a:extLst>
          </p:cNvPr>
          <p:cNvSpPr>
            <a:spLocks noGrp="1"/>
          </p:cNvSpPr>
          <p:nvPr>
            <p:ph type="dt" sz="half" idx="10"/>
          </p:nvPr>
        </p:nvSpPr>
        <p:spPr/>
        <p:txBody>
          <a:bodyPr/>
          <a:lstStyle/>
          <a:p>
            <a:fld id="{846CE7D5-CF57-46EF-B807-FDD0502418D4}" type="datetimeFigureOut">
              <a:rPr lang="en-US" smtClean="0"/>
              <a:t>8/27/2025</a:t>
            </a:fld>
            <a:endParaRPr lang="en-US"/>
          </a:p>
        </p:txBody>
      </p:sp>
      <p:sp>
        <p:nvSpPr>
          <p:cNvPr id="3" name="Footer Placeholder 2">
            <a:extLst>
              <a:ext uri="{FF2B5EF4-FFF2-40B4-BE49-F238E27FC236}">
                <a16:creationId xmlns:a16="http://schemas.microsoft.com/office/drawing/2014/main" id="{7E77DD3D-672A-FE4F-ACE9-A06A058BB8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16A3F2-3D9F-6741-A9EE-0BA3021073B1}"/>
              </a:ext>
            </a:extLst>
          </p:cNvPr>
          <p:cNvSpPr>
            <a:spLocks noGrp="1"/>
          </p:cNvSpPr>
          <p:nvPr>
            <p:ph type="sldNum" sz="quarter" idx="12"/>
          </p:nvPr>
        </p:nvSpPr>
        <p:spPr/>
        <p:txBody>
          <a:bodyPr/>
          <a:lstStyle/>
          <a:p>
            <a:fld id="{330EA680-D336-4FF7-8B7A-9848BB0A1C32}" type="slidenum">
              <a:rPr lang="en-US" smtClean="0"/>
              <a:t>‹#›</a:t>
            </a:fld>
            <a:endParaRPr lang="en-US"/>
          </a:p>
        </p:txBody>
      </p:sp>
      <p:sp>
        <p:nvSpPr>
          <p:cNvPr id="6" name="Text Placeholder 10">
            <a:extLst>
              <a:ext uri="{FF2B5EF4-FFF2-40B4-BE49-F238E27FC236}">
                <a16:creationId xmlns:a16="http://schemas.microsoft.com/office/drawing/2014/main" id="{61A70294-B9EF-4EC7-85A6-7DDD1070A732}"/>
              </a:ext>
            </a:extLst>
          </p:cNvPr>
          <p:cNvSpPr>
            <a:spLocks noGrp="1"/>
          </p:cNvSpPr>
          <p:nvPr>
            <p:ph type="body" sz="quarter" idx="14" hasCustomPrompt="1"/>
          </p:nvPr>
        </p:nvSpPr>
        <p:spPr>
          <a:xfrm>
            <a:off x="766763" y="1457438"/>
            <a:ext cx="6562725" cy="251205"/>
          </a:xfrm>
        </p:spPr>
        <p:txBody>
          <a:bodyPr tIns="0"/>
          <a:lstStyle>
            <a:lvl1pPr marL="0" indent="0">
              <a:buFontTx/>
              <a:buNone/>
              <a:defRPr>
                <a:solidFill>
                  <a:srgbClr val="53565A"/>
                </a:solidFill>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a:t>
            </a:r>
          </a:p>
        </p:txBody>
      </p:sp>
      <p:sp>
        <p:nvSpPr>
          <p:cNvPr id="7" name="Title 6">
            <a:extLst>
              <a:ext uri="{FF2B5EF4-FFF2-40B4-BE49-F238E27FC236}">
                <a16:creationId xmlns:a16="http://schemas.microsoft.com/office/drawing/2014/main" id="{F73D995C-F428-43C3-B49C-3AD7065F77C8}"/>
              </a:ext>
            </a:extLst>
          </p:cNvPr>
          <p:cNvSpPr>
            <a:spLocks noGrp="1"/>
          </p:cNvSpPr>
          <p:nvPr>
            <p:ph type="title" hasCustomPrompt="1"/>
          </p:nvPr>
        </p:nvSpPr>
        <p:spPr/>
        <p:txBody>
          <a:bodyPr/>
          <a:lstStyle>
            <a:lvl1pPr>
              <a:defRPr/>
            </a:lvl1pPr>
          </a:lstStyle>
          <a:p>
            <a:r>
              <a:rPr lang="en-US"/>
              <a:t>Insert headline on maximum one line</a:t>
            </a:r>
          </a:p>
        </p:txBody>
      </p:sp>
      <p:sp>
        <p:nvSpPr>
          <p:cNvPr id="8" name="Entity">
            <a:extLst>
              <a:ext uri="{FF2B5EF4-FFF2-40B4-BE49-F238E27FC236}">
                <a16:creationId xmlns:a16="http://schemas.microsoft.com/office/drawing/2014/main" id="{031C1811-DFD4-4F19-94BE-C7BA6722AE0A}"/>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7915913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13 Content - Light fullscreen picture">
    <p:bg>
      <p:bgPr>
        <a:solidFill>
          <a:schemeClr val="bg1"/>
        </a:solidFill>
        <a:effectLst/>
      </p:bgPr>
    </p:bg>
    <p:spTree>
      <p:nvGrpSpPr>
        <p:cNvPr id="1" name=""/>
        <p:cNvGrpSpPr/>
        <p:nvPr/>
      </p:nvGrpSpPr>
      <p:grpSpPr>
        <a:xfrm>
          <a:off x="0" y="0"/>
          <a:ext cx="0" cy="0"/>
          <a:chOff x="0" y="0"/>
          <a:chExt cx="0" cy="0"/>
        </a:xfrm>
      </p:grpSpPr>
      <p:sp>
        <p:nvSpPr>
          <p:cNvPr id="12" name="Date Placeholder 11">
            <a:extLst>
              <a:ext uri="{FF2B5EF4-FFF2-40B4-BE49-F238E27FC236}">
                <a16:creationId xmlns:a16="http://schemas.microsoft.com/office/drawing/2014/main" id="{8D291551-702E-47BA-AC64-83FC3F9C07A9}"/>
              </a:ext>
            </a:extLst>
          </p:cNvPr>
          <p:cNvSpPr>
            <a:spLocks noGrp="1"/>
          </p:cNvSpPr>
          <p:nvPr>
            <p:ph type="dt" sz="half" idx="17"/>
          </p:nvPr>
        </p:nvSpPr>
        <p:spPr/>
        <p:txBody>
          <a:bodyPr/>
          <a:lstStyle>
            <a:lvl1pPr>
              <a:defRPr>
                <a:solidFill>
                  <a:schemeClr val="tx1">
                    <a:alpha val="0"/>
                  </a:schemeClr>
                </a:solidFill>
              </a:defRPr>
            </a:lvl1pPr>
          </a:lstStyle>
          <a:p>
            <a:fld id="{846CE7D5-CF57-46EF-B807-FDD0502418D4}" type="datetimeFigureOut">
              <a:rPr lang="en-US" smtClean="0"/>
              <a:t>8/27/2025</a:t>
            </a:fld>
            <a:endParaRPr lang="en-US"/>
          </a:p>
        </p:txBody>
      </p:sp>
      <p:sp>
        <p:nvSpPr>
          <p:cNvPr id="13" name="Footer Placeholder 12">
            <a:extLst>
              <a:ext uri="{FF2B5EF4-FFF2-40B4-BE49-F238E27FC236}">
                <a16:creationId xmlns:a16="http://schemas.microsoft.com/office/drawing/2014/main" id="{7AE5F9F3-CDD0-4B15-B8DB-3D3239E0D1D9}"/>
              </a:ext>
            </a:extLst>
          </p:cNvPr>
          <p:cNvSpPr>
            <a:spLocks noGrp="1"/>
          </p:cNvSpPr>
          <p:nvPr>
            <p:ph type="ftr" sz="quarter" idx="18"/>
          </p:nvPr>
        </p:nvSpPr>
        <p:spPr/>
        <p:txBody>
          <a:bodyPr/>
          <a:lstStyle>
            <a:lvl1pPr>
              <a:defRPr>
                <a:solidFill>
                  <a:schemeClr val="tx1">
                    <a:alpha val="0"/>
                  </a:schemeClr>
                </a:solidFill>
              </a:defRPr>
            </a:lvl1pPr>
          </a:lstStyle>
          <a:p>
            <a:endParaRPr lang="en-US"/>
          </a:p>
        </p:txBody>
      </p:sp>
      <p:sp>
        <p:nvSpPr>
          <p:cNvPr id="14" name="Slide Number Placeholder 13">
            <a:extLst>
              <a:ext uri="{FF2B5EF4-FFF2-40B4-BE49-F238E27FC236}">
                <a16:creationId xmlns:a16="http://schemas.microsoft.com/office/drawing/2014/main" id="{1927804D-D8EA-4E47-ADC3-E8D268FFFBDF}"/>
              </a:ext>
            </a:extLst>
          </p:cNvPr>
          <p:cNvSpPr>
            <a:spLocks noGrp="1"/>
          </p:cNvSpPr>
          <p:nvPr>
            <p:ph type="sldNum" sz="quarter" idx="19"/>
          </p:nvPr>
        </p:nvSpPr>
        <p:spPr/>
        <p:txBody>
          <a:bodyPr/>
          <a:lstStyle>
            <a:lvl1pPr>
              <a:defRPr>
                <a:solidFill>
                  <a:schemeClr val="tx1">
                    <a:alpha val="0"/>
                  </a:schemeClr>
                </a:solidFill>
              </a:defRPr>
            </a:lvl1pPr>
          </a:lstStyle>
          <a:p>
            <a:fld id="{330EA680-D336-4FF7-8B7A-9848BB0A1C32}" type="slidenum">
              <a:rPr lang="en-US" smtClean="0"/>
              <a:t>‹#›</a:t>
            </a:fld>
            <a:endParaRPr lang="en-US"/>
          </a:p>
        </p:txBody>
      </p:sp>
      <p:sp>
        <p:nvSpPr>
          <p:cNvPr id="11" name="Picture Placeholder 10">
            <a:extLst>
              <a:ext uri="{FF2B5EF4-FFF2-40B4-BE49-F238E27FC236}">
                <a16:creationId xmlns:a16="http://schemas.microsoft.com/office/drawing/2014/main" id="{FA5436DE-E10A-497F-8688-2023D41941B3}"/>
              </a:ext>
            </a:extLst>
          </p:cNvPr>
          <p:cNvSpPr>
            <a:spLocks noGrp="1"/>
          </p:cNvSpPr>
          <p:nvPr>
            <p:ph type="pic" sz="quarter" idx="20" hasCustomPrompt="1"/>
          </p:nvPr>
        </p:nvSpPr>
        <p:spPr>
          <a:xfrm>
            <a:off x="0" y="0"/>
            <a:ext cx="12192000" cy="6858000"/>
          </a:xfrm>
          <a:solidFill>
            <a:schemeClr val="bg1"/>
          </a:solidFill>
        </p:spPr>
        <p:txBody>
          <a:bodyPr tIns="288000" anchor="ctr" anchorCtr="0">
            <a:normAutofit/>
          </a:bodyPr>
          <a:lstStyle>
            <a:lvl1pPr marL="0" indent="0" algn="ctr">
              <a:buFontTx/>
              <a:buNone/>
              <a:defRPr sz="800"/>
            </a:lvl1pPr>
          </a:lstStyle>
          <a:p>
            <a:r>
              <a:rPr lang="en-US"/>
              <a:t> </a:t>
            </a:r>
          </a:p>
        </p:txBody>
      </p:sp>
      <p:sp>
        <p:nvSpPr>
          <p:cNvPr id="15" name="Logotype">
            <a:extLst>
              <a:ext uri="{FF2B5EF4-FFF2-40B4-BE49-F238E27FC236}">
                <a16:creationId xmlns:a16="http://schemas.microsoft.com/office/drawing/2014/main" id="{8F79D799-CE37-47DE-8CD8-97AEC0AA3951}"/>
              </a:ext>
            </a:extLst>
          </p:cNvPr>
          <p:cNvSpPr>
            <a:spLocks noGrp="1" noChangeAspect="1"/>
          </p:cNvSpPr>
          <p:nvPr>
            <p:ph type="body" sz="quarter" idx="16" hasCustomPrompt="1"/>
          </p:nvPr>
        </p:nvSpPr>
        <p:spPr>
          <a:xfrm>
            <a:off x="5485800" y="278990"/>
            <a:ext cx="1220400" cy="936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221812839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3.14 Content - Dark fullscreen picture">
    <p:bg>
      <p:bgPr>
        <a:solidFill>
          <a:schemeClr val="bg1"/>
        </a:solidFill>
        <a:effectLst/>
      </p:bgPr>
    </p:bg>
    <p:spTree>
      <p:nvGrpSpPr>
        <p:cNvPr id="1" name=""/>
        <p:cNvGrpSpPr/>
        <p:nvPr/>
      </p:nvGrpSpPr>
      <p:grpSpPr>
        <a:xfrm>
          <a:off x="0" y="0"/>
          <a:ext cx="0" cy="0"/>
          <a:chOff x="0" y="0"/>
          <a:chExt cx="0" cy="0"/>
        </a:xfrm>
      </p:grpSpPr>
      <p:sp>
        <p:nvSpPr>
          <p:cNvPr id="12" name="Date Placeholder 11">
            <a:extLst>
              <a:ext uri="{FF2B5EF4-FFF2-40B4-BE49-F238E27FC236}">
                <a16:creationId xmlns:a16="http://schemas.microsoft.com/office/drawing/2014/main" id="{8D291551-702E-47BA-AC64-83FC3F9C07A9}"/>
              </a:ext>
            </a:extLst>
          </p:cNvPr>
          <p:cNvSpPr>
            <a:spLocks noGrp="1"/>
          </p:cNvSpPr>
          <p:nvPr>
            <p:ph type="dt" sz="half" idx="17"/>
          </p:nvPr>
        </p:nvSpPr>
        <p:spPr/>
        <p:txBody>
          <a:bodyPr/>
          <a:lstStyle>
            <a:lvl1pPr>
              <a:defRPr>
                <a:solidFill>
                  <a:schemeClr val="bg1">
                    <a:alpha val="0"/>
                  </a:schemeClr>
                </a:solidFill>
              </a:defRPr>
            </a:lvl1pPr>
          </a:lstStyle>
          <a:p>
            <a:fld id="{846CE7D5-CF57-46EF-B807-FDD0502418D4}" type="datetimeFigureOut">
              <a:rPr lang="en-US" smtClean="0"/>
              <a:t>8/27/2025</a:t>
            </a:fld>
            <a:endParaRPr lang="en-US"/>
          </a:p>
        </p:txBody>
      </p:sp>
      <p:sp>
        <p:nvSpPr>
          <p:cNvPr id="13" name="Footer Placeholder 12">
            <a:extLst>
              <a:ext uri="{FF2B5EF4-FFF2-40B4-BE49-F238E27FC236}">
                <a16:creationId xmlns:a16="http://schemas.microsoft.com/office/drawing/2014/main" id="{7AE5F9F3-CDD0-4B15-B8DB-3D3239E0D1D9}"/>
              </a:ext>
            </a:extLst>
          </p:cNvPr>
          <p:cNvSpPr>
            <a:spLocks noGrp="1"/>
          </p:cNvSpPr>
          <p:nvPr>
            <p:ph type="ftr" sz="quarter" idx="18"/>
          </p:nvPr>
        </p:nvSpPr>
        <p:spPr/>
        <p:txBody>
          <a:bodyPr/>
          <a:lstStyle>
            <a:lvl1pPr>
              <a:defRPr>
                <a:solidFill>
                  <a:schemeClr val="bg1">
                    <a:alpha val="0"/>
                  </a:schemeClr>
                </a:solidFill>
              </a:defRPr>
            </a:lvl1pPr>
          </a:lstStyle>
          <a:p>
            <a:endParaRPr lang="en-US"/>
          </a:p>
        </p:txBody>
      </p:sp>
      <p:sp>
        <p:nvSpPr>
          <p:cNvPr id="14" name="Slide Number Placeholder 13">
            <a:extLst>
              <a:ext uri="{FF2B5EF4-FFF2-40B4-BE49-F238E27FC236}">
                <a16:creationId xmlns:a16="http://schemas.microsoft.com/office/drawing/2014/main" id="{1927804D-D8EA-4E47-ADC3-E8D268FFFBDF}"/>
              </a:ext>
            </a:extLst>
          </p:cNvPr>
          <p:cNvSpPr>
            <a:spLocks noGrp="1"/>
          </p:cNvSpPr>
          <p:nvPr>
            <p:ph type="sldNum" sz="quarter" idx="19"/>
          </p:nvPr>
        </p:nvSpPr>
        <p:spPr/>
        <p:txBody>
          <a:bodyPr/>
          <a:lstStyle>
            <a:lvl1pPr>
              <a:defRPr>
                <a:solidFill>
                  <a:schemeClr val="bg1">
                    <a:alpha val="0"/>
                  </a:schemeClr>
                </a:solidFill>
              </a:defRPr>
            </a:lvl1pPr>
          </a:lstStyle>
          <a:p>
            <a:fld id="{330EA680-D336-4FF7-8B7A-9848BB0A1C32}" type="slidenum">
              <a:rPr lang="en-US" smtClean="0"/>
              <a:t>‹#›</a:t>
            </a:fld>
            <a:endParaRPr lang="en-US"/>
          </a:p>
        </p:txBody>
      </p:sp>
      <p:sp>
        <p:nvSpPr>
          <p:cNvPr id="11" name="Picture Placeholder 10">
            <a:extLst>
              <a:ext uri="{FF2B5EF4-FFF2-40B4-BE49-F238E27FC236}">
                <a16:creationId xmlns:a16="http://schemas.microsoft.com/office/drawing/2014/main" id="{FA5436DE-E10A-497F-8688-2023D41941B3}"/>
              </a:ext>
            </a:extLst>
          </p:cNvPr>
          <p:cNvSpPr>
            <a:spLocks noGrp="1"/>
          </p:cNvSpPr>
          <p:nvPr>
            <p:ph type="pic" sz="quarter" idx="20" hasCustomPrompt="1"/>
          </p:nvPr>
        </p:nvSpPr>
        <p:spPr>
          <a:xfrm>
            <a:off x="0" y="0"/>
            <a:ext cx="12192000" cy="6858000"/>
          </a:xfrm>
          <a:solidFill>
            <a:srgbClr val="888B8D"/>
          </a:solidFill>
        </p:spPr>
        <p:txBody>
          <a:bodyPr tIns="288000" anchor="ctr" anchorCtr="0">
            <a:normAutofit/>
          </a:bodyPr>
          <a:lstStyle>
            <a:lvl1pPr marL="0" indent="0" algn="ctr">
              <a:buFontTx/>
              <a:buNone/>
              <a:defRPr sz="800"/>
            </a:lvl1pPr>
          </a:lstStyle>
          <a:p>
            <a:r>
              <a:rPr lang="en-US"/>
              <a:t> </a:t>
            </a:r>
          </a:p>
        </p:txBody>
      </p:sp>
      <p:sp>
        <p:nvSpPr>
          <p:cNvPr id="15" name="Logotype">
            <a:extLst>
              <a:ext uri="{FF2B5EF4-FFF2-40B4-BE49-F238E27FC236}">
                <a16:creationId xmlns:a16="http://schemas.microsoft.com/office/drawing/2014/main" id="{8F79D799-CE37-47DE-8CD8-97AEC0AA3951}"/>
              </a:ext>
            </a:extLst>
          </p:cNvPr>
          <p:cNvSpPr>
            <a:spLocks noGrp="1" noChangeAspect="1"/>
          </p:cNvSpPr>
          <p:nvPr>
            <p:ph type="body" sz="quarter" idx="16" hasCustomPrompt="1"/>
          </p:nvPr>
        </p:nvSpPr>
        <p:spPr>
          <a:xfrm>
            <a:off x="5485800" y="278990"/>
            <a:ext cx="1220400" cy="936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3124830691"/>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3.15 Content – Fullscreen film">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846CE7D5-CF57-46EF-B807-FDD0502418D4}" type="datetimeFigureOut">
              <a:rPr lang="en-US" smtClean="0"/>
              <a:t>8/27/2025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330EA680-D336-4FF7-8B7A-9848BB0A1C32}" type="slidenum">
              <a:rPr lang="en-US" smtClean="0"/>
              <a:t>‹#›</a:t>
            </a:fld>
            <a:endParaRPr lang="en-US"/>
          </a:p>
        </p:txBody>
      </p:sp>
      <p:sp>
        <p:nvSpPr>
          <p:cNvPr id="8" name="Media Placeholder 7">
            <a:extLst>
              <a:ext uri="{FF2B5EF4-FFF2-40B4-BE49-F238E27FC236}">
                <a16:creationId xmlns:a16="http://schemas.microsoft.com/office/drawing/2014/main" id="{57A958D1-B83F-4A8E-B08D-F0EAC069463E}"/>
              </a:ext>
            </a:extLst>
          </p:cNvPr>
          <p:cNvSpPr>
            <a:spLocks noGrp="1"/>
          </p:cNvSpPr>
          <p:nvPr>
            <p:ph type="media" sz="quarter" idx="13" hasCustomPrompt="1"/>
          </p:nvPr>
        </p:nvSpPr>
        <p:spPr>
          <a:xfrm>
            <a:off x="0" y="0"/>
            <a:ext cx="12192000" cy="6858000"/>
          </a:xfrm>
          <a:solidFill>
            <a:schemeClr val="bg1"/>
          </a:solidFill>
        </p:spPr>
        <p:txBody>
          <a:bodyPr tIns="504000" anchor="ctr" anchorCtr="0">
            <a:normAutofit/>
          </a:bodyPr>
          <a:lstStyle>
            <a:lvl1pPr marL="0" indent="0" algn="ctr">
              <a:buFontTx/>
              <a:buNone/>
              <a:defRPr sz="1000"/>
            </a:lvl1pPr>
          </a:lstStyle>
          <a:p>
            <a:r>
              <a:rPr lang="en-US"/>
              <a:t>Insert film</a:t>
            </a:r>
          </a:p>
        </p:txBody>
      </p:sp>
    </p:spTree>
    <p:extLst>
      <p:ext uri="{BB962C8B-B14F-4D97-AF65-F5344CB8AC3E}">
        <p14:creationId xmlns:p14="http://schemas.microsoft.com/office/powerpoint/2010/main" val="35630212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16 Content – Fullscreen picture no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846CE7D5-CF57-46EF-B807-FDD0502418D4}" type="datetimeFigureOut">
              <a:rPr lang="en-US" smtClean="0"/>
              <a:t>8/27/2025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330EA680-D336-4FF7-8B7A-9848BB0A1C32}" type="slidenum">
              <a:rPr lang="en-US" smtClean="0"/>
              <a:t>‹#›</a:t>
            </a:fld>
            <a:endParaRPr lang="en-US"/>
          </a:p>
        </p:txBody>
      </p:sp>
      <p:sp>
        <p:nvSpPr>
          <p:cNvPr id="6" name="Picture Placeholder 5">
            <a:extLst>
              <a:ext uri="{FF2B5EF4-FFF2-40B4-BE49-F238E27FC236}">
                <a16:creationId xmlns:a16="http://schemas.microsoft.com/office/drawing/2014/main" id="{B998408D-CE75-486B-B626-6554EBEBAD95}"/>
              </a:ext>
            </a:extLst>
          </p:cNvPr>
          <p:cNvSpPr>
            <a:spLocks noGrp="1"/>
          </p:cNvSpPr>
          <p:nvPr>
            <p:ph type="pic" sz="quarter" idx="13" hasCustomPrompt="1"/>
          </p:nvPr>
        </p:nvSpPr>
        <p:spPr>
          <a:xfrm>
            <a:off x="0" y="0"/>
            <a:ext cx="12192000" cy="6858000"/>
          </a:xfrm>
          <a:solidFill>
            <a:schemeClr val="bg1"/>
          </a:solidFill>
        </p:spPr>
        <p:txBody>
          <a:bodyPr tIns="504000" anchor="ctr" anchorCtr="0">
            <a:normAutofit/>
          </a:bodyPr>
          <a:lstStyle>
            <a:lvl1pPr marL="0" indent="0" algn="ctr">
              <a:buFontTx/>
              <a:buNone/>
              <a:defRPr sz="1000"/>
            </a:lvl1pPr>
          </a:lstStyle>
          <a:p>
            <a:r>
              <a:rPr lang="en-US"/>
              <a:t>Insert picture</a:t>
            </a:r>
          </a:p>
        </p:txBody>
      </p:sp>
    </p:spTree>
    <p:extLst>
      <p:ext uri="{BB962C8B-B14F-4D97-AF65-F5344CB8AC3E}">
        <p14:creationId xmlns:p14="http://schemas.microsoft.com/office/powerpoint/2010/main" val="35756443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4.1 Statement - Black text and light background">
    <p:bg>
      <p:bgPr>
        <a:solidFill>
          <a:schemeClr val="bg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A5436DE-E10A-497F-8688-2023D41941B3}"/>
              </a:ext>
            </a:extLst>
          </p:cNvPr>
          <p:cNvSpPr>
            <a:spLocks noGrp="1"/>
          </p:cNvSpPr>
          <p:nvPr>
            <p:ph type="pic" sz="quarter" idx="20" hasCustomPrompt="1"/>
          </p:nvPr>
        </p:nvSpPr>
        <p:spPr>
          <a:xfrm>
            <a:off x="0" y="0"/>
            <a:ext cx="12192000" cy="6858000"/>
          </a:xfrm>
        </p:spPr>
        <p:txBody>
          <a:bodyPr tIns="288000" anchor="ctr" anchorCtr="0">
            <a:normAutofit/>
          </a:bodyPr>
          <a:lstStyle>
            <a:lvl1pPr marL="0" indent="0" algn="ctr">
              <a:buFontTx/>
              <a:buNone/>
              <a:defRPr sz="800"/>
            </a:lvl1pPr>
          </a:lstStyle>
          <a:p>
            <a:r>
              <a:rPr lang="en-US"/>
              <a:t> </a:t>
            </a:r>
          </a:p>
        </p:txBody>
      </p:sp>
      <p:sp>
        <p:nvSpPr>
          <p:cNvPr id="15" name="Logotype">
            <a:extLst>
              <a:ext uri="{FF2B5EF4-FFF2-40B4-BE49-F238E27FC236}">
                <a16:creationId xmlns:a16="http://schemas.microsoft.com/office/drawing/2014/main" id="{8F79D799-CE37-47DE-8CD8-97AEC0AA3951}"/>
              </a:ext>
            </a:extLst>
          </p:cNvPr>
          <p:cNvSpPr>
            <a:spLocks noGrp="1" noChangeAspect="1"/>
          </p:cNvSpPr>
          <p:nvPr>
            <p:ph type="body" sz="quarter" idx="16" hasCustomPrompt="1"/>
          </p:nvPr>
        </p:nvSpPr>
        <p:spPr>
          <a:xfrm>
            <a:off x="5485800" y="278990"/>
            <a:ext cx="1220400" cy="936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
        <p:nvSpPr>
          <p:cNvPr id="7" name="Rectangle 5"/>
          <p:cNvSpPr>
            <a:spLocks noGrp="1" noChangeArrowheads="1"/>
          </p:cNvSpPr>
          <p:nvPr>
            <p:ph type="ctrTitle" hasCustomPrompt="1"/>
          </p:nvPr>
        </p:nvSpPr>
        <p:spPr>
          <a:xfrm>
            <a:off x="1436914" y="2455200"/>
            <a:ext cx="9318172" cy="1750404"/>
          </a:xfrm>
          <a:prstGeom prst="rect">
            <a:avLst/>
          </a:prstGeom>
        </p:spPr>
        <p:txBody>
          <a:bodyPr wrap="square" anchor="ctr" anchorCtr="0"/>
          <a:lstStyle>
            <a:lvl1pPr algn="ctr">
              <a:lnSpc>
                <a:spcPct val="90000"/>
              </a:lnSpc>
              <a:defRPr sz="5400" b="0" i="0" spc="320" baseline="0">
                <a:solidFill>
                  <a:schemeClr val="tx1"/>
                </a:solidFill>
                <a:latin typeface="Volvo Broad Pro" panose="02000606020000020004" pitchFamily="50" charset="0"/>
              </a:defRPr>
            </a:lvl1pPr>
          </a:lstStyle>
          <a:p>
            <a:pPr lvl="0"/>
            <a:r>
              <a:rPr lang="en-US" noProof="0"/>
              <a:t>Insert headline</a:t>
            </a:r>
          </a:p>
        </p:txBody>
      </p:sp>
      <p:sp>
        <p:nvSpPr>
          <p:cNvPr id="12" name="Date Placeholder 11">
            <a:extLst>
              <a:ext uri="{FF2B5EF4-FFF2-40B4-BE49-F238E27FC236}">
                <a16:creationId xmlns:a16="http://schemas.microsoft.com/office/drawing/2014/main" id="{8D291551-702E-47BA-AC64-83FC3F9C07A9}"/>
              </a:ext>
            </a:extLst>
          </p:cNvPr>
          <p:cNvSpPr>
            <a:spLocks noGrp="1"/>
          </p:cNvSpPr>
          <p:nvPr>
            <p:ph type="dt" sz="half" idx="17"/>
          </p:nvPr>
        </p:nvSpPr>
        <p:spPr/>
        <p:txBody>
          <a:bodyPr/>
          <a:lstStyle/>
          <a:p>
            <a:fld id="{846CE7D5-CF57-46EF-B807-FDD0502418D4}" type="datetimeFigureOut">
              <a:rPr lang="en-US" smtClean="0"/>
              <a:t>8/27/2025</a:t>
            </a:fld>
            <a:endParaRPr lang="en-US"/>
          </a:p>
        </p:txBody>
      </p:sp>
      <p:sp>
        <p:nvSpPr>
          <p:cNvPr id="13" name="Footer Placeholder 12">
            <a:extLst>
              <a:ext uri="{FF2B5EF4-FFF2-40B4-BE49-F238E27FC236}">
                <a16:creationId xmlns:a16="http://schemas.microsoft.com/office/drawing/2014/main" id="{7AE5F9F3-CDD0-4B15-B8DB-3D3239E0D1D9}"/>
              </a:ext>
            </a:extLst>
          </p:cNvPr>
          <p:cNvSpPr>
            <a:spLocks noGrp="1"/>
          </p:cNvSpPr>
          <p:nvPr>
            <p:ph type="ftr" sz="quarter" idx="18"/>
          </p:nvPr>
        </p:nvSpPr>
        <p:spPr/>
        <p:txBody>
          <a:bodyPr/>
          <a:lstStyle/>
          <a:p>
            <a:endParaRPr lang="en-US"/>
          </a:p>
        </p:txBody>
      </p:sp>
      <p:sp>
        <p:nvSpPr>
          <p:cNvPr id="14" name="Slide Number Placeholder 13">
            <a:extLst>
              <a:ext uri="{FF2B5EF4-FFF2-40B4-BE49-F238E27FC236}">
                <a16:creationId xmlns:a16="http://schemas.microsoft.com/office/drawing/2014/main" id="{1927804D-D8EA-4E47-ADC3-E8D268FFFBDF}"/>
              </a:ext>
            </a:extLst>
          </p:cNvPr>
          <p:cNvSpPr>
            <a:spLocks noGrp="1"/>
          </p:cNvSpPr>
          <p:nvPr>
            <p:ph type="sldNum" sz="quarter" idx="19"/>
          </p:nvPr>
        </p:nvSpPr>
        <p:spPr/>
        <p:txBody>
          <a:bodyPr/>
          <a:lstStyle/>
          <a:p>
            <a:fld id="{330EA680-D336-4FF7-8B7A-9848BB0A1C32}" type="slidenum">
              <a:rPr lang="en-US" smtClean="0"/>
              <a:t>‹#›</a:t>
            </a:fld>
            <a:endParaRPr lang="en-US"/>
          </a:p>
        </p:txBody>
      </p:sp>
      <p:sp>
        <p:nvSpPr>
          <p:cNvPr id="8" name="Entity">
            <a:extLst>
              <a:ext uri="{FF2B5EF4-FFF2-40B4-BE49-F238E27FC236}">
                <a16:creationId xmlns:a16="http://schemas.microsoft.com/office/drawing/2014/main" id="{29974445-8753-4197-AFE4-927A3D319666}"/>
              </a:ext>
            </a:extLst>
          </p:cNvPr>
          <p:cNvSpPr>
            <a:spLocks noGrp="1" noChangeAspect="1"/>
          </p:cNvSpPr>
          <p:nvPr>
            <p:ph type="body" sz="quarter" idx="21" hasCustomPrompt="1"/>
          </p:nvPr>
        </p:nvSpPr>
        <p:spPr>
          <a:xfrm>
            <a:off x="293285" y="6218305"/>
            <a:ext cx="1540800" cy="162000"/>
          </a:xfrm>
          <a:prstGeom prst="rect">
            <a:avLst/>
          </a:prstGeom>
          <a:blipFill>
            <a:blip r:embed="rId4">
              <a:extLst>
                <a:ext uri="{96DAC541-7B7A-43D3-8B79-37D633B846F1}">
                  <asvg:svgBlip xmlns:asvg="http://schemas.microsoft.com/office/drawing/2016/SVG/main" r:embed="rId5"/>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943279885"/>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4.2 Statement - White text and dark background">
    <p:bg>
      <p:bgPr>
        <a:solidFill>
          <a:schemeClr val="bg1"/>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A5436DE-E10A-497F-8688-2023D41941B3}"/>
              </a:ext>
            </a:extLst>
          </p:cNvPr>
          <p:cNvSpPr>
            <a:spLocks noGrp="1"/>
          </p:cNvSpPr>
          <p:nvPr>
            <p:ph type="pic" sz="quarter" idx="20" hasCustomPrompt="1"/>
          </p:nvPr>
        </p:nvSpPr>
        <p:spPr>
          <a:xfrm>
            <a:off x="0" y="0"/>
            <a:ext cx="12192000" cy="6858000"/>
          </a:xfrm>
          <a:solidFill>
            <a:srgbClr val="888B8D"/>
          </a:solidFill>
        </p:spPr>
        <p:txBody>
          <a:bodyPr tIns="288000" anchor="ctr" anchorCtr="0">
            <a:normAutofit/>
          </a:bodyPr>
          <a:lstStyle>
            <a:lvl1pPr marL="0" indent="0" algn="ctr">
              <a:buFontTx/>
              <a:buNone/>
              <a:defRPr sz="800"/>
            </a:lvl1pPr>
          </a:lstStyle>
          <a:p>
            <a:r>
              <a:rPr lang="en-US"/>
              <a:t> </a:t>
            </a:r>
          </a:p>
        </p:txBody>
      </p:sp>
      <p:sp>
        <p:nvSpPr>
          <p:cNvPr id="15" name="Logotype">
            <a:extLst>
              <a:ext uri="{FF2B5EF4-FFF2-40B4-BE49-F238E27FC236}">
                <a16:creationId xmlns:a16="http://schemas.microsoft.com/office/drawing/2014/main" id="{8F79D799-CE37-47DE-8CD8-97AEC0AA3951}"/>
              </a:ext>
            </a:extLst>
          </p:cNvPr>
          <p:cNvSpPr>
            <a:spLocks noGrp="1" noChangeAspect="1"/>
          </p:cNvSpPr>
          <p:nvPr>
            <p:ph type="body" sz="quarter" idx="16" hasCustomPrompt="1"/>
          </p:nvPr>
        </p:nvSpPr>
        <p:spPr>
          <a:xfrm>
            <a:off x="5485800" y="278990"/>
            <a:ext cx="1220400" cy="936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
        <p:nvSpPr>
          <p:cNvPr id="7" name="Rectangle 5"/>
          <p:cNvSpPr>
            <a:spLocks noGrp="1" noChangeArrowheads="1"/>
          </p:cNvSpPr>
          <p:nvPr>
            <p:ph type="ctrTitle" hasCustomPrompt="1"/>
          </p:nvPr>
        </p:nvSpPr>
        <p:spPr>
          <a:xfrm>
            <a:off x="1436913" y="2455200"/>
            <a:ext cx="9318174" cy="1750404"/>
          </a:xfrm>
          <a:prstGeom prst="rect">
            <a:avLst/>
          </a:prstGeom>
        </p:spPr>
        <p:txBody>
          <a:bodyPr wrap="square" anchor="ctr" anchorCtr="0"/>
          <a:lstStyle>
            <a:lvl1pPr algn="ctr">
              <a:lnSpc>
                <a:spcPct val="90000"/>
              </a:lnSpc>
              <a:defRPr sz="5400" b="0" i="0" spc="320" baseline="0">
                <a:solidFill>
                  <a:schemeClr val="bg1"/>
                </a:solidFill>
                <a:latin typeface="Volvo Broad Pro" panose="02000606020000020004" pitchFamily="50" charset="0"/>
              </a:defRPr>
            </a:lvl1pPr>
          </a:lstStyle>
          <a:p>
            <a:pPr lvl="0"/>
            <a:r>
              <a:rPr lang="en-US" noProof="0"/>
              <a:t>Insert headline</a:t>
            </a:r>
          </a:p>
        </p:txBody>
      </p:sp>
      <p:sp>
        <p:nvSpPr>
          <p:cNvPr id="12" name="Date Placeholder 11">
            <a:extLst>
              <a:ext uri="{FF2B5EF4-FFF2-40B4-BE49-F238E27FC236}">
                <a16:creationId xmlns:a16="http://schemas.microsoft.com/office/drawing/2014/main" id="{8D291551-702E-47BA-AC64-83FC3F9C07A9}"/>
              </a:ext>
            </a:extLst>
          </p:cNvPr>
          <p:cNvSpPr>
            <a:spLocks noGrp="1"/>
          </p:cNvSpPr>
          <p:nvPr>
            <p:ph type="dt" sz="half" idx="17"/>
          </p:nvPr>
        </p:nvSpPr>
        <p:spPr/>
        <p:txBody>
          <a:bodyPr/>
          <a:lstStyle>
            <a:lvl1pPr>
              <a:defRPr>
                <a:solidFill>
                  <a:schemeClr val="bg1"/>
                </a:solidFill>
              </a:defRPr>
            </a:lvl1pPr>
          </a:lstStyle>
          <a:p>
            <a:fld id="{846CE7D5-CF57-46EF-B807-FDD0502418D4}" type="datetimeFigureOut">
              <a:rPr lang="en-US" smtClean="0"/>
              <a:t>8/27/2025</a:t>
            </a:fld>
            <a:endParaRPr lang="en-US"/>
          </a:p>
        </p:txBody>
      </p:sp>
      <p:sp>
        <p:nvSpPr>
          <p:cNvPr id="13" name="Footer Placeholder 12">
            <a:extLst>
              <a:ext uri="{FF2B5EF4-FFF2-40B4-BE49-F238E27FC236}">
                <a16:creationId xmlns:a16="http://schemas.microsoft.com/office/drawing/2014/main" id="{7AE5F9F3-CDD0-4B15-B8DB-3D3239E0D1D9}"/>
              </a:ext>
            </a:extLst>
          </p:cNvPr>
          <p:cNvSpPr>
            <a:spLocks noGrp="1"/>
          </p:cNvSpPr>
          <p:nvPr>
            <p:ph type="ftr" sz="quarter" idx="18"/>
          </p:nvPr>
        </p:nvSpPr>
        <p:spPr/>
        <p:txBody>
          <a:bodyPr/>
          <a:lstStyle>
            <a:lvl1pPr>
              <a:defRPr>
                <a:solidFill>
                  <a:schemeClr val="bg1"/>
                </a:solidFill>
              </a:defRPr>
            </a:lvl1pPr>
          </a:lstStyle>
          <a:p>
            <a:endParaRPr lang="en-US"/>
          </a:p>
        </p:txBody>
      </p:sp>
      <p:sp>
        <p:nvSpPr>
          <p:cNvPr id="14" name="Slide Number Placeholder 13">
            <a:extLst>
              <a:ext uri="{FF2B5EF4-FFF2-40B4-BE49-F238E27FC236}">
                <a16:creationId xmlns:a16="http://schemas.microsoft.com/office/drawing/2014/main" id="{1927804D-D8EA-4E47-ADC3-E8D268FFFBDF}"/>
              </a:ext>
            </a:extLst>
          </p:cNvPr>
          <p:cNvSpPr>
            <a:spLocks noGrp="1"/>
          </p:cNvSpPr>
          <p:nvPr>
            <p:ph type="sldNum" sz="quarter" idx="19"/>
          </p:nvPr>
        </p:nvSpPr>
        <p:spPr/>
        <p:txBody>
          <a:bodyPr/>
          <a:lstStyle>
            <a:lvl1pPr>
              <a:defRPr>
                <a:solidFill>
                  <a:schemeClr val="bg1"/>
                </a:solidFill>
              </a:defRPr>
            </a:lvl1pPr>
          </a:lstStyle>
          <a:p>
            <a:fld id="{330EA680-D336-4FF7-8B7A-9848BB0A1C32}" type="slidenum">
              <a:rPr lang="en-US" smtClean="0"/>
              <a:t>‹#›</a:t>
            </a:fld>
            <a:endParaRPr lang="en-US"/>
          </a:p>
        </p:txBody>
      </p:sp>
      <p:sp>
        <p:nvSpPr>
          <p:cNvPr id="9" name="Entity">
            <a:extLst>
              <a:ext uri="{FF2B5EF4-FFF2-40B4-BE49-F238E27FC236}">
                <a16:creationId xmlns:a16="http://schemas.microsoft.com/office/drawing/2014/main" id="{841D5C84-09AB-4740-92BE-167C1A148115}"/>
              </a:ext>
            </a:extLst>
          </p:cNvPr>
          <p:cNvSpPr>
            <a:spLocks noGrp="1" noChangeAspect="1"/>
          </p:cNvSpPr>
          <p:nvPr>
            <p:ph type="body" sz="quarter" idx="21" hasCustomPrompt="1"/>
          </p:nvPr>
        </p:nvSpPr>
        <p:spPr>
          <a:xfrm>
            <a:off x="293285" y="6218305"/>
            <a:ext cx="1540800" cy="162000"/>
          </a:xfrm>
          <a:prstGeom prst="rect">
            <a:avLst/>
          </a:prstGeom>
          <a:blipFill>
            <a:blip r:embed="rId4">
              <a:extLst>
                <a:ext uri="{96DAC541-7B7A-43D3-8B79-37D633B846F1}">
                  <asvg:svgBlip xmlns:asvg="http://schemas.microsoft.com/office/drawing/2016/SVG/main" r:embed="rId5"/>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2953758578"/>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5_1 End slide blue">
    <p:bg>
      <p:bgPr>
        <a:solidFill>
          <a:schemeClr val="accent1"/>
        </a:solidFill>
        <a:effectLst/>
      </p:bgPr>
    </p:bg>
    <p:spTree>
      <p:nvGrpSpPr>
        <p:cNvPr id="1" name=""/>
        <p:cNvGrpSpPr/>
        <p:nvPr/>
      </p:nvGrpSpPr>
      <p:grpSpPr>
        <a:xfrm>
          <a:off x="0" y="0"/>
          <a:ext cx="0" cy="0"/>
          <a:chOff x="0" y="0"/>
          <a:chExt cx="0" cy="0"/>
        </a:xfrm>
      </p:grpSpPr>
      <p:sp>
        <p:nvSpPr>
          <p:cNvPr id="12" name="Date Placeholder 11">
            <a:extLst>
              <a:ext uri="{FF2B5EF4-FFF2-40B4-BE49-F238E27FC236}">
                <a16:creationId xmlns:a16="http://schemas.microsoft.com/office/drawing/2014/main" id="{8D291551-702E-47BA-AC64-83FC3F9C07A9}"/>
              </a:ext>
            </a:extLst>
          </p:cNvPr>
          <p:cNvSpPr>
            <a:spLocks noGrp="1"/>
          </p:cNvSpPr>
          <p:nvPr>
            <p:ph type="dt" sz="half" idx="17"/>
          </p:nvPr>
        </p:nvSpPr>
        <p:spPr/>
        <p:txBody>
          <a:bodyPr/>
          <a:lstStyle>
            <a:lvl1pPr>
              <a:defRPr>
                <a:solidFill>
                  <a:schemeClr val="accent1"/>
                </a:solidFill>
              </a:defRPr>
            </a:lvl1pPr>
          </a:lstStyle>
          <a:p>
            <a:fld id="{846CE7D5-CF57-46EF-B807-FDD0502418D4}" type="datetimeFigureOut">
              <a:rPr lang="en-US" smtClean="0"/>
              <a:t>8/27/2025</a:t>
            </a:fld>
            <a:endParaRPr lang="en-US"/>
          </a:p>
        </p:txBody>
      </p:sp>
      <p:sp>
        <p:nvSpPr>
          <p:cNvPr id="13" name="Footer Placeholder 12">
            <a:extLst>
              <a:ext uri="{FF2B5EF4-FFF2-40B4-BE49-F238E27FC236}">
                <a16:creationId xmlns:a16="http://schemas.microsoft.com/office/drawing/2014/main" id="{7AE5F9F3-CDD0-4B15-B8DB-3D3239E0D1D9}"/>
              </a:ext>
            </a:extLst>
          </p:cNvPr>
          <p:cNvSpPr>
            <a:spLocks noGrp="1"/>
          </p:cNvSpPr>
          <p:nvPr>
            <p:ph type="ftr" sz="quarter" idx="18"/>
          </p:nvPr>
        </p:nvSpPr>
        <p:spPr/>
        <p:txBody>
          <a:bodyPr/>
          <a:lstStyle>
            <a:lvl1pPr>
              <a:defRPr>
                <a:solidFill>
                  <a:schemeClr val="accent1"/>
                </a:solidFill>
              </a:defRPr>
            </a:lvl1pPr>
          </a:lstStyle>
          <a:p>
            <a:endParaRPr lang="en-US"/>
          </a:p>
        </p:txBody>
      </p:sp>
      <p:sp>
        <p:nvSpPr>
          <p:cNvPr id="14" name="Slide Number Placeholder 13">
            <a:extLst>
              <a:ext uri="{FF2B5EF4-FFF2-40B4-BE49-F238E27FC236}">
                <a16:creationId xmlns:a16="http://schemas.microsoft.com/office/drawing/2014/main" id="{1927804D-D8EA-4E47-ADC3-E8D268FFFBDF}"/>
              </a:ext>
            </a:extLst>
          </p:cNvPr>
          <p:cNvSpPr>
            <a:spLocks noGrp="1"/>
          </p:cNvSpPr>
          <p:nvPr>
            <p:ph type="sldNum" sz="quarter" idx="19"/>
          </p:nvPr>
        </p:nvSpPr>
        <p:spPr/>
        <p:txBody>
          <a:bodyPr/>
          <a:lstStyle>
            <a:lvl1pPr>
              <a:defRPr>
                <a:solidFill>
                  <a:schemeClr val="accent1"/>
                </a:solidFill>
              </a:defRPr>
            </a:lvl1pPr>
          </a:lstStyle>
          <a:p>
            <a:fld id="{330EA680-D336-4FF7-8B7A-9848BB0A1C32}" type="slidenum">
              <a:rPr lang="en-US" smtClean="0"/>
              <a:t>‹#›</a:t>
            </a:fld>
            <a:endParaRPr lang="en-US"/>
          </a:p>
        </p:txBody>
      </p:sp>
      <p:sp>
        <p:nvSpPr>
          <p:cNvPr id="2" name="Rectangle 1">
            <a:extLst>
              <a:ext uri="{FF2B5EF4-FFF2-40B4-BE49-F238E27FC236}">
                <a16:creationId xmlns:a16="http://schemas.microsoft.com/office/drawing/2014/main" id="{F16A25E9-D71E-439A-91EB-DCC71868A188}"/>
              </a:ext>
            </a:extLst>
          </p:cNvPr>
          <p:cNvSpPr>
            <a:spLocks/>
          </p:cNvSpPr>
          <p:nvPr/>
        </p:nvSpPr>
        <p:spPr>
          <a:xfrm>
            <a:off x="0" y="0"/>
            <a:ext cx="12192000" cy="68580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pic>
        <p:nvPicPr>
          <p:cNvPr id="3" name="Graphic 2">
            <a:extLst>
              <a:ext uri="{FF2B5EF4-FFF2-40B4-BE49-F238E27FC236}">
                <a16:creationId xmlns:a16="http://schemas.microsoft.com/office/drawing/2014/main" id="{9BF15062-7901-4957-880B-E2F376D6DE71}"/>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55666" y="3315983"/>
            <a:ext cx="2680669" cy="205597"/>
          </a:xfrm>
          <a:prstGeom prst="rect">
            <a:avLst/>
          </a:prstGeom>
        </p:spPr>
      </p:pic>
    </p:spTree>
    <p:extLst>
      <p:ext uri="{BB962C8B-B14F-4D97-AF65-F5344CB8AC3E}">
        <p14:creationId xmlns:p14="http://schemas.microsoft.com/office/powerpoint/2010/main" val="1954779314"/>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5_2 End slide white">
    <p:bg>
      <p:bgPr>
        <a:solidFill>
          <a:schemeClr val="accent1"/>
        </a:solidFill>
        <a:effectLst/>
      </p:bgPr>
    </p:bg>
    <p:spTree>
      <p:nvGrpSpPr>
        <p:cNvPr id="1" name=""/>
        <p:cNvGrpSpPr/>
        <p:nvPr/>
      </p:nvGrpSpPr>
      <p:grpSpPr>
        <a:xfrm>
          <a:off x="0" y="0"/>
          <a:ext cx="0" cy="0"/>
          <a:chOff x="0" y="0"/>
          <a:chExt cx="0" cy="0"/>
        </a:xfrm>
      </p:grpSpPr>
      <p:sp>
        <p:nvSpPr>
          <p:cNvPr id="12" name="Date Placeholder 11">
            <a:extLst>
              <a:ext uri="{FF2B5EF4-FFF2-40B4-BE49-F238E27FC236}">
                <a16:creationId xmlns:a16="http://schemas.microsoft.com/office/drawing/2014/main" id="{8D291551-702E-47BA-AC64-83FC3F9C07A9}"/>
              </a:ext>
            </a:extLst>
          </p:cNvPr>
          <p:cNvSpPr>
            <a:spLocks noGrp="1"/>
          </p:cNvSpPr>
          <p:nvPr>
            <p:ph type="dt" sz="half" idx="17"/>
          </p:nvPr>
        </p:nvSpPr>
        <p:spPr/>
        <p:txBody>
          <a:bodyPr/>
          <a:lstStyle>
            <a:lvl1pPr>
              <a:defRPr>
                <a:solidFill>
                  <a:schemeClr val="bg1"/>
                </a:solidFill>
              </a:defRPr>
            </a:lvl1pPr>
          </a:lstStyle>
          <a:p>
            <a:fld id="{846CE7D5-CF57-46EF-B807-FDD0502418D4}" type="datetimeFigureOut">
              <a:rPr lang="en-US" smtClean="0"/>
              <a:t>8/27/2025</a:t>
            </a:fld>
            <a:endParaRPr lang="en-US"/>
          </a:p>
        </p:txBody>
      </p:sp>
      <p:sp>
        <p:nvSpPr>
          <p:cNvPr id="13" name="Footer Placeholder 12">
            <a:extLst>
              <a:ext uri="{FF2B5EF4-FFF2-40B4-BE49-F238E27FC236}">
                <a16:creationId xmlns:a16="http://schemas.microsoft.com/office/drawing/2014/main" id="{7AE5F9F3-CDD0-4B15-B8DB-3D3239E0D1D9}"/>
              </a:ext>
            </a:extLst>
          </p:cNvPr>
          <p:cNvSpPr>
            <a:spLocks noGrp="1"/>
          </p:cNvSpPr>
          <p:nvPr>
            <p:ph type="ftr" sz="quarter" idx="18"/>
          </p:nvPr>
        </p:nvSpPr>
        <p:spPr/>
        <p:txBody>
          <a:bodyPr/>
          <a:lstStyle>
            <a:lvl1pPr>
              <a:defRPr>
                <a:solidFill>
                  <a:schemeClr val="bg1"/>
                </a:solidFill>
              </a:defRPr>
            </a:lvl1pPr>
          </a:lstStyle>
          <a:p>
            <a:endParaRPr lang="en-US"/>
          </a:p>
        </p:txBody>
      </p:sp>
      <p:sp>
        <p:nvSpPr>
          <p:cNvPr id="14" name="Slide Number Placeholder 13">
            <a:extLst>
              <a:ext uri="{FF2B5EF4-FFF2-40B4-BE49-F238E27FC236}">
                <a16:creationId xmlns:a16="http://schemas.microsoft.com/office/drawing/2014/main" id="{1927804D-D8EA-4E47-ADC3-E8D268FFFBDF}"/>
              </a:ext>
            </a:extLst>
          </p:cNvPr>
          <p:cNvSpPr>
            <a:spLocks noGrp="1"/>
          </p:cNvSpPr>
          <p:nvPr>
            <p:ph type="sldNum" sz="quarter" idx="19"/>
          </p:nvPr>
        </p:nvSpPr>
        <p:spPr/>
        <p:txBody>
          <a:bodyPr/>
          <a:lstStyle>
            <a:lvl1pPr>
              <a:defRPr>
                <a:solidFill>
                  <a:schemeClr val="bg1"/>
                </a:solidFill>
              </a:defRPr>
            </a:lvl1pPr>
          </a:lstStyle>
          <a:p>
            <a:fld id="{330EA680-D336-4FF7-8B7A-9848BB0A1C32}" type="slidenum">
              <a:rPr lang="en-US" smtClean="0"/>
              <a:t>‹#›</a:t>
            </a:fld>
            <a:endParaRPr lang="en-US"/>
          </a:p>
        </p:txBody>
      </p:sp>
      <p:sp>
        <p:nvSpPr>
          <p:cNvPr id="2" name="Rectangle 1">
            <a:extLst>
              <a:ext uri="{FF2B5EF4-FFF2-40B4-BE49-F238E27FC236}">
                <a16:creationId xmlns:a16="http://schemas.microsoft.com/office/drawing/2014/main" id="{F16A25E9-D71E-439A-91EB-DCC71868A188}"/>
              </a:ext>
            </a:extLst>
          </p:cNvPr>
          <p:cNvSpPr>
            <a:spLocks/>
          </p:cNvSpPr>
          <p:nvPr/>
        </p:nvSpPr>
        <p:spPr>
          <a:xfrm>
            <a:off x="0" y="0"/>
            <a:ext cx="12192000" cy="685800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pic>
        <p:nvPicPr>
          <p:cNvPr id="3" name="Graphic 2">
            <a:extLst>
              <a:ext uri="{FF2B5EF4-FFF2-40B4-BE49-F238E27FC236}">
                <a16:creationId xmlns:a16="http://schemas.microsoft.com/office/drawing/2014/main" id="{9BF15062-7901-4957-880B-E2F376D6DE71}"/>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777679" y="3315983"/>
            <a:ext cx="2636642" cy="205596"/>
          </a:xfrm>
          <a:prstGeom prst="rect">
            <a:avLst/>
          </a:prstGeom>
        </p:spPr>
      </p:pic>
    </p:spTree>
    <p:extLst>
      <p:ext uri="{BB962C8B-B14F-4D97-AF65-F5344CB8AC3E}">
        <p14:creationId xmlns:p14="http://schemas.microsoft.com/office/powerpoint/2010/main" val="2187210603"/>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3.1 Content - Title and bullet tex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p:nvPr>
        </p:nvSpPr>
        <p:spPr>
          <a:xfrm>
            <a:off x="766763" y="1944000"/>
            <a:ext cx="6562725" cy="4077388"/>
          </a:xfrm>
        </p:spPr>
        <p:txBody>
          <a:bodyPr/>
          <a:lstStyle/>
          <a:p>
            <a:pPr lvl="0"/>
            <a:r>
              <a:rPr lang="en-US"/>
              <a:t>Click to edit Master text styles</a:t>
            </a:r>
          </a:p>
          <a:p>
            <a:pPr lvl="1"/>
            <a:r>
              <a:rPr lang="en-US"/>
              <a:t>Second level</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fld id="{846CE7D5-CF57-46EF-B807-FDD0502418D4}" type="datetimeFigureOut">
              <a:rPr lang="en-US" smtClean="0"/>
              <a:t>8/27/2025</a:t>
            </a:fld>
            <a:endParaRPr lang="en-US"/>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330EA680-D336-4FF7-8B7A-9848BB0A1C32}" type="slidenum">
              <a:rPr lang="en-US" smtClean="0"/>
              <a:t>‹#›</a:t>
            </a:fld>
            <a:endParaRPr lang="en-US"/>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p:txBody>
          <a:bodyPr/>
          <a:lstStyle>
            <a:lvl1pPr>
              <a:defRPr/>
            </a:lvl1pPr>
          </a:lstStyle>
          <a:p>
            <a:r>
              <a:rPr lang="en-US"/>
              <a:t>Insert headline on maximum one line</a:t>
            </a:r>
          </a:p>
        </p:txBody>
      </p:sp>
      <p:sp>
        <p:nvSpPr>
          <p:cNvPr id="11" name="Text Placeholder 10">
            <a:extLst>
              <a:ext uri="{FF2B5EF4-FFF2-40B4-BE49-F238E27FC236}">
                <a16:creationId xmlns:a16="http://schemas.microsoft.com/office/drawing/2014/main" id="{1870C302-6050-4DB1-90EC-C732F2636C4E}"/>
              </a:ext>
            </a:extLst>
          </p:cNvPr>
          <p:cNvSpPr>
            <a:spLocks noGrp="1"/>
          </p:cNvSpPr>
          <p:nvPr>
            <p:ph type="body" sz="quarter" idx="14" hasCustomPrompt="1"/>
          </p:nvPr>
        </p:nvSpPr>
        <p:spPr>
          <a:xfrm>
            <a:off x="766763" y="1457438"/>
            <a:ext cx="6562725" cy="251205"/>
          </a:xfrm>
        </p:spPr>
        <p:txBody>
          <a:bodyPr tIns="0"/>
          <a:lstStyle>
            <a:lvl1pPr marL="0" indent="0">
              <a:buFontTx/>
              <a:buNone/>
              <a:defRPr>
                <a:solidFill>
                  <a:srgbClr val="53565A"/>
                </a:solidFill>
              </a:defRPr>
            </a:lvl1pPr>
            <a:lvl2pPr marL="163513" indent="0">
              <a:buFontTx/>
              <a:buNone/>
              <a:defRPr/>
            </a:lvl2pPr>
            <a:lvl3pPr marL="339725" indent="0">
              <a:buFontTx/>
              <a:buNone/>
              <a:defRPr/>
            </a:lvl3pPr>
            <a:lvl4pPr marL="463550" indent="0">
              <a:buFontTx/>
              <a:buNone/>
              <a:defRPr/>
            </a:lvl4pPr>
            <a:lvl5pPr marL="606425" indent="0">
              <a:buFontTx/>
              <a:buNone/>
              <a:defRPr/>
            </a:lvl5pPr>
          </a:lstStyle>
          <a:p>
            <a:pPr lvl="0"/>
            <a:r>
              <a:rPr lang="en-US"/>
              <a:t>Insert sub headline</a:t>
            </a:r>
          </a:p>
        </p:txBody>
      </p:sp>
      <p:sp>
        <p:nvSpPr>
          <p:cNvPr id="8" name="Entity">
            <a:extLst>
              <a:ext uri="{FF2B5EF4-FFF2-40B4-BE49-F238E27FC236}">
                <a16:creationId xmlns:a16="http://schemas.microsoft.com/office/drawing/2014/main" id="{482DCAC8-4832-477B-8C58-B560F7F894A3}"/>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2824243721"/>
      </p:ext>
    </p:extLst>
  </p:cSld>
  <p:clrMapOvr>
    <a:masterClrMapping/>
  </p:clrMapOvr>
  <p:extLst>
    <p:ext uri="{DCECCB84-F9BA-43D5-87BE-67443E8EF086}">
      <p15:sldGuideLst xmlns:p15="http://schemas.microsoft.com/office/powerpoint/2012/main">
        <p15:guide id="1" orient="horz" pos="3793">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5247439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752531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1.2 Intro – White text dark backgrou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BE15661-0B2E-4145-BFC7-96344832A046}"/>
              </a:ext>
            </a:extLst>
          </p:cNvPr>
          <p:cNvSpPr>
            <a:spLocks noGrp="1"/>
          </p:cNvSpPr>
          <p:nvPr>
            <p:ph type="sldNum" sz="quarter" idx="19"/>
          </p:nvPr>
        </p:nvSpPr>
        <p:spPr/>
        <p:txBody>
          <a:bodyPr/>
          <a:lstStyle>
            <a:lvl1pPr>
              <a:defRPr>
                <a:solidFill>
                  <a:schemeClr val="accent1"/>
                </a:solidFill>
              </a:defRPr>
            </a:lvl1pPr>
          </a:lstStyle>
          <a:p>
            <a:fld id="{F4BB9EDD-1740-4E4A-8601-A7D0893F42E6}" type="slidenum">
              <a:rPr lang="en-US" smtClean="0"/>
              <a:pPr/>
              <a:t>‹#›</a:t>
            </a:fld>
            <a:endParaRPr lang="en-US"/>
          </a:p>
        </p:txBody>
      </p:sp>
      <p:sp>
        <p:nvSpPr>
          <p:cNvPr id="15" name="Rectangle 14">
            <a:extLst>
              <a:ext uri="{FF2B5EF4-FFF2-40B4-BE49-F238E27FC236}">
                <a16:creationId xmlns:a16="http://schemas.microsoft.com/office/drawing/2014/main" id="{93CBD83D-FC01-4B5C-B1AF-BB19331DE3D2}"/>
              </a:ext>
            </a:extLst>
          </p:cNvPr>
          <p:cNvSpPr>
            <a:spLocks/>
          </p:cNvSpPr>
          <p:nvPr userDrawn="1"/>
        </p:nvSpPr>
        <p:spPr>
          <a:xfrm>
            <a:off x="0" y="0"/>
            <a:ext cx="12192000" cy="68580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rgbClr val="396976"/>
              </a:solidFill>
            </a:endParaRPr>
          </a:p>
        </p:txBody>
      </p:sp>
      <p:sp>
        <p:nvSpPr>
          <p:cNvPr id="12" name="Picture Placeholder 10">
            <a:extLst>
              <a:ext uri="{FF2B5EF4-FFF2-40B4-BE49-F238E27FC236}">
                <a16:creationId xmlns:a16="http://schemas.microsoft.com/office/drawing/2014/main" id="{498F0748-BA9A-4992-B5FF-4C9A480B0F79}"/>
              </a:ext>
            </a:extLst>
          </p:cNvPr>
          <p:cNvSpPr>
            <a:spLocks noGrp="1"/>
          </p:cNvSpPr>
          <p:nvPr>
            <p:ph type="pic" sz="quarter" idx="20" hasCustomPrompt="1"/>
          </p:nvPr>
        </p:nvSpPr>
        <p:spPr>
          <a:xfrm>
            <a:off x="0" y="0"/>
            <a:ext cx="12192000" cy="6858000"/>
          </a:xfrm>
        </p:spPr>
        <p:txBody>
          <a:bodyPr tIns="2088000" anchor="t" anchorCtr="0">
            <a:normAutofit/>
          </a:bodyPr>
          <a:lstStyle>
            <a:lvl1pPr marL="0" indent="0" algn="ctr">
              <a:buFontTx/>
              <a:buNone/>
              <a:defRPr sz="800">
                <a:solidFill>
                  <a:srgbClr val="A7A8A9"/>
                </a:solidFill>
              </a:defRPr>
            </a:lvl1pPr>
          </a:lstStyle>
          <a:p>
            <a:r>
              <a:rPr lang="en-US"/>
              <a:t>[Add dark background picture or leave for blue]</a:t>
            </a:r>
          </a:p>
        </p:txBody>
      </p:sp>
      <p:sp>
        <p:nvSpPr>
          <p:cNvPr id="2" name="Date Placeholder 1">
            <a:extLst>
              <a:ext uri="{FF2B5EF4-FFF2-40B4-BE49-F238E27FC236}">
                <a16:creationId xmlns:a16="http://schemas.microsoft.com/office/drawing/2014/main" id="{8B3D2978-24B0-4C69-9731-62579EDE9044}"/>
              </a:ext>
            </a:extLst>
          </p:cNvPr>
          <p:cNvSpPr>
            <a:spLocks noGrp="1"/>
          </p:cNvSpPr>
          <p:nvPr>
            <p:ph type="dt" sz="half" idx="17"/>
          </p:nvPr>
        </p:nvSpPr>
        <p:spPr>
          <a:xfrm>
            <a:off x="5380315" y="6379143"/>
            <a:ext cx="1431370" cy="180000"/>
          </a:xfrm>
        </p:spPr>
        <p:txBody>
          <a:bodyPr lIns="0" tIns="0" rIns="0" anchor="ctr" anchorCtr="0"/>
          <a:lstStyle>
            <a:lvl1pPr algn="ctr">
              <a:defRPr sz="1000">
                <a:solidFill>
                  <a:schemeClr val="bg1"/>
                </a:solidFill>
              </a:defRPr>
            </a:lvl1pPr>
          </a:lstStyle>
          <a:p>
            <a:r>
              <a:rPr lang="en-US"/>
              <a:t>2023</a:t>
            </a:r>
          </a:p>
        </p:txBody>
      </p:sp>
      <p:sp>
        <p:nvSpPr>
          <p:cNvPr id="7" name="Rectangle 5"/>
          <p:cNvSpPr>
            <a:spLocks noGrp="1" noChangeArrowheads="1"/>
          </p:cNvSpPr>
          <p:nvPr>
            <p:ph type="ctrTitle" hasCustomPrompt="1"/>
          </p:nvPr>
        </p:nvSpPr>
        <p:spPr>
          <a:xfrm>
            <a:off x="2001672" y="2591846"/>
            <a:ext cx="8188656" cy="845214"/>
          </a:xfrm>
          <a:prstGeom prst="rect">
            <a:avLst/>
          </a:prstGeom>
        </p:spPr>
        <p:txBody>
          <a:bodyPr wrap="square" bIns="0" anchor="b" anchorCtr="0"/>
          <a:lstStyle>
            <a:lvl1pPr algn="ctr">
              <a:lnSpc>
                <a:spcPct val="80000"/>
              </a:lnSpc>
              <a:defRPr sz="5400" b="0" i="0" spc="317" baseline="0">
                <a:solidFill>
                  <a:schemeClr val="bg1"/>
                </a:solidFill>
                <a:latin typeface="Volvo Broad Pro" panose="02000606020000020004" pitchFamily="50" charset="0"/>
              </a:defRPr>
            </a:lvl1pPr>
          </a:lstStyle>
          <a:p>
            <a:pPr lvl="0"/>
            <a:r>
              <a:rPr lang="en-US" noProof="0"/>
              <a:t>Insert headline</a:t>
            </a:r>
          </a:p>
        </p:txBody>
      </p:sp>
      <p:sp>
        <p:nvSpPr>
          <p:cNvPr id="8" name="Rectangle 6"/>
          <p:cNvSpPr>
            <a:spLocks noGrp="1" noChangeArrowheads="1"/>
          </p:cNvSpPr>
          <p:nvPr>
            <p:ph type="subTitle" idx="1" hasCustomPrompt="1"/>
          </p:nvPr>
        </p:nvSpPr>
        <p:spPr>
          <a:xfrm>
            <a:off x="2668587" y="3527140"/>
            <a:ext cx="6854825" cy="754236"/>
          </a:xfrm>
          <a:prstGeom prst="rect">
            <a:avLst/>
          </a:prstGeom>
        </p:spPr>
        <p:txBody>
          <a:bodyPr tIns="0">
            <a:noAutofit/>
          </a:bodyPr>
          <a:lstStyle>
            <a:lvl1pPr marL="0" indent="0" algn="ctr">
              <a:lnSpc>
                <a:spcPct val="114000"/>
              </a:lnSpc>
              <a:buFont typeface="Volvo Novum" panose="020B0503040502060204" pitchFamily="34" charset="0"/>
              <a:buNone/>
              <a:defRPr sz="1400" spc="0" baseline="0">
                <a:solidFill>
                  <a:schemeClr val="bg1"/>
                </a:solidFill>
                <a:latin typeface="+mj-lt"/>
                <a:ea typeface="Volvo Broad Pro" panose="02000606020000020004" pitchFamily="50" charset="0"/>
                <a:cs typeface="+mn-cs"/>
              </a:defRPr>
            </a:lvl1pPr>
          </a:lstStyle>
          <a:p>
            <a:pPr lvl="0"/>
            <a:r>
              <a:rPr lang="en-US"/>
              <a:t>Insert sub headline</a:t>
            </a:r>
          </a:p>
        </p:txBody>
      </p:sp>
      <p:sp>
        <p:nvSpPr>
          <p:cNvPr id="3" name="Footer Placeholder 2">
            <a:extLst>
              <a:ext uri="{FF2B5EF4-FFF2-40B4-BE49-F238E27FC236}">
                <a16:creationId xmlns:a16="http://schemas.microsoft.com/office/drawing/2014/main" id="{2DE09822-E119-48C4-9E5A-1117F60A4992}"/>
              </a:ext>
            </a:extLst>
          </p:cNvPr>
          <p:cNvSpPr>
            <a:spLocks noGrp="1"/>
          </p:cNvSpPr>
          <p:nvPr>
            <p:ph type="ftr" sz="quarter" idx="23"/>
          </p:nvPr>
        </p:nvSpPr>
        <p:spPr>
          <a:xfrm>
            <a:off x="766762" y="6130859"/>
            <a:ext cx="10658475" cy="164442"/>
          </a:xfrm>
        </p:spPr>
        <p:txBody>
          <a:bodyPr anchor="ctr" anchorCtr="0"/>
          <a:lstStyle>
            <a:lvl1pPr algn="ctr">
              <a:defRPr sz="1000">
                <a:solidFill>
                  <a:schemeClr val="bg1"/>
                </a:solidFill>
              </a:defRPr>
            </a:lvl1pPr>
          </a:lstStyle>
          <a:p>
            <a:r>
              <a:rPr lang="en-US"/>
              <a:t>Connectivity | Anders Björklund | Internal</a:t>
            </a:r>
          </a:p>
        </p:txBody>
      </p:sp>
      <p:sp>
        <p:nvSpPr>
          <p:cNvPr id="10" name="Logotype">
            <a:extLst>
              <a:ext uri="{FF2B5EF4-FFF2-40B4-BE49-F238E27FC236}">
                <a16:creationId xmlns:a16="http://schemas.microsoft.com/office/drawing/2014/main" id="{EFD490B4-D84C-4512-B0E3-BC38BE39F5C7}"/>
              </a:ext>
            </a:extLst>
          </p:cNvPr>
          <p:cNvSpPr>
            <a:spLocks noGrp="1" noChangeAspect="1"/>
          </p:cNvSpPr>
          <p:nvPr>
            <p:ph type="body" sz="quarter" idx="16" hasCustomPrompt="1"/>
          </p:nvPr>
        </p:nvSpPr>
        <p:spPr>
          <a:xfrm>
            <a:off x="5485800" y="278990"/>
            <a:ext cx="1220400" cy="936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
        <p:nvSpPr>
          <p:cNvPr id="13" name="Entity">
            <a:extLst>
              <a:ext uri="{FF2B5EF4-FFF2-40B4-BE49-F238E27FC236}">
                <a16:creationId xmlns:a16="http://schemas.microsoft.com/office/drawing/2014/main" id="{A90D8576-36E4-4ADE-89B2-64C9C7010491}"/>
              </a:ext>
            </a:extLst>
          </p:cNvPr>
          <p:cNvSpPr>
            <a:spLocks noGrp="1"/>
          </p:cNvSpPr>
          <p:nvPr>
            <p:ph type="body" sz="quarter" idx="24" hasCustomPrompt="1"/>
          </p:nvPr>
        </p:nvSpPr>
        <p:spPr>
          <a:xfrm>
            <a:off x="5060816" y="5887220"/>
            <a:ext cx="2070368" cy="216429"/>
          </a:xfrm>
          <a:prstGeom prst="rect">
            <a:avLst/>
          </a:prstGeom>
          <a:blipFill>
            <a:blip r:embed="rId4">
              <a:extLst>
                <a:ext uri="{96DAC541-7B7A-43D3-8B79-37D633B846F1}">
                  <asvg:svgBlip xmlns:asvg="http://schemas.microsoft.com/office/drawing/2016/SVG/main" r:embed="rId5"/>
                </a:ext>
              </a:extLst>
            </a:blip>
            <a:stretch>
              <a:fillRect/>
            </a:stretch>
          </a:blipFill>
        </p:spPr>
        <p:txBody>
          <a:bodyPr/>
          <a:lstStyle>
            <a:lvl1pPr marL="0" indent="0">
              <a:buFontTx/>
              <a:buNone/>
              <a:defRPr/>
            </a:lvl1pPr>
            <a:lvl2pPr marL="267129" indent="0">
              <a:buNone/>
              <a:defRPr/>
            </a:lvl2pPr>
          </a:lstStyle>
          <a:p>
            <a:pPr lvl="0"/>
            <a:r>
              <a:rPr lang="en-US"/>
              <a:t> </a:t>
            </a:r>
          </a:p>
        </p:txBody>
      </p:sp>
    </p:spTree>
    <p:extLst>
      <p:ext uri="{BB962C8B-B14F-4D97-AF65-F5344CB8AC3E}">
        <p14:creationId xmlns:p14="http://schemas.microsoft.com/office/powerpoint/2010/main" val="427271700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3.2 Content - Title, bullet text with pictur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8719761-CF45-4FCC-BDBD-9607751FE99B}"/>
              </a:ext>
            </a:extLst>
          </p:cNvPr>
          <p:cNvSpPr>
            <a:spLocks noGrp="1"/>
          </p:cNvSpPr>
          <p:nvPr>
            <p:ph type="body" sz="quarter" idx="13"/>
          </p:nvPr>
        </p:nvSpPr>
        <p:spPr>
          <a:xfrm>
            <a:off x="766763" y="1616200"/>
            <a:ext cx="4969803" cy="4075015"/>
          </a:xfrm>
        </p:spPr>
        <p:txBody>
          <a:bodyPr/>
          <a:lstStyle/>
          <a:p>
            <a:pPr lvl="0"/>
            <a:r>
              <a:rPr lang="en-US"/>
              <a:t>Click to edit Master text styles</a:t>
            </a:r>
          </a:p>
          <a:p>
            <a:pPr lvl="1"/>
            <a:r>
              <a:rPr lang="en-US"/>
              <a:t>Second level</a:t>
            </a:r>
          </a:p>
        </p:txBody>
      </p:sp>
      <p:sp>
        <p:nvSpPr>
          <p:cNvPr id="2" name="Date Placeholder 1">
            <a:extLst>
              <a:ext uri="{FF2B5EF4-FFF2-40B4-BE49-F238E27FC236}">
                <a16:creationId xmlns:a16="http://schemas.microsoft.com/office/drawing/2014/main" id="{450977B5-0B30-3B47-B511-2D8DFF831A6A}"/>
              </a:ext>
            </a:extLst>
          </p:cNvPr>
          <p:cNvSpPr>
            <a:spLocks noGrp="1"/>
          </p:cNvSpPr>
          <p:nvPr>
            <p:ph type="dt" sz="half" idx="10"/>
          </p:nvPr>
        </p:nvSpPr>
        <p:spPr/>
        <p:txBody>
          <a:bodyPr/>
          <a:lstStyle/>
          <a:p>
            <a:r>
              <a:rPr lang="en-US"/>
              <a:t>2023</a:t>
            </a:r>
          </a:p>
        </p:txBody>
      </p:sp>
      <p:sp>
        <p:nvSpPr>
          <p:cNvPr id="3" name="Footer Placeholder 2">
            <a:extLst>
              <a:ext uri="{FF2B5EF4-FFF2-40B4-BE49-F238E27FC236}">
                <a16:creationId xmlns:a16="http://schemas.microsoft.com/office/drawing/2014/main" id="{E243E89A-6345-C248-9783-2EE0EAA4E455}"/>
              </a:ext>
            </a:extLst>
          </p:cNvPr>
          <p:cNvSpPr>
            <a:spLocks noGrp="1"/>
          </p:cNvSpPr>
          <p:nvPr>
            <p:ph type="ftr" sz="quarter" idx="11"/>
          </p:nvPr>
        </p:nvSpPr>
        <p:spPr/>
        <p:txBody>
          <a:bodyPr/>
          <a:lstStyle/>
          <a:p>
            <a:r>
              <a:rPr lang="en-US"/>
              <a:t>Connectivity | Anders Björklund | Internal</a:t>
            </a:r>
          </a:p>
        </p:txBody>
      </p:sp>
      <p:sp>
        <p:nvSpPr>
          <p:cNvPr id="4" name="Slide Number Placeholder 3">
            <a:extLst>
              <a:ext uri="{FF2B5EF4-FFF2-40B4-BE49-F238E27FC236}">
                <a16:creationId xmlns:a16="http://schemas.microsoft.com/office/drawing/2014/main" id="{F4DD9978-FFE6-DA40-8239-6FF4DB7670A2}"/>
              </a:ext>
            </a:extLst>
          </p:cNvPr>
          <p:cNvSpPr>
            <a:spLocks noGrp="1"/>
          </p:cNvSpPr>
          <p:nvPr>
            <p:ph type="sldNum" sz="quarter" idx="12"/>
          </p:nvPr>
        </p:nvSpPr>
        <p:spPr/>
        <p:txBody>
          <a:bodyPr/>
          <a:lstStyle/>
          <a:p>
            <a:fld id="{F4BB9EDD-1740-4E4A-8601-A7D0893F42E6}" type="slidenum">
              <a:rPr lang="en-US" smtClean="0"/>
              <a:pPr/>
              <a:t>‹#›</a:t>
            </a:fld>
            <a:endParaRPr lang="en-US"/>
          </a:p>
        </p:txBody>
      </p:sp>
      <p:sp>
        <p:nvSpPr>
          <p:cNvPr id="6" name="Title 5">
            <a:extLst>
              <a:ext uri="{FF2B5EF4-FFF2-40B4-BE49-F238E27FC236}">
                <a16:creationId xmlns:a16="http://schemas.microsoft.com/office/drawing/2014/main" id="{247DD437-05F9-49E5-800D-62CB4B82EDE7}"/>
              </a:ext>
            </a:extLst>
          </p:cNvPr>
          <p:cNvSpPr>
            <a:spLocks noGrp="1"/>
          </p:cNvSpPr>
          <p:nvPr>
            <p:ph type="title" hasCustomPrompt="1"/>
          </p:nvPr>
        </p:nvSpPr>
        <p:spPr>
          <a:xfrm>
            <a:off x="766763" y="639248"/>
            <a:ext cx="10137026" cy="800478"/>
          </a:xfrm>
        </p:spPr>
        <p:txBody>
          <a:bodyPr wrap="square"/>
          <a:lstStyle>
            <a:lvl1pPr>
              <a:defRPr/>
            </a:lvl1pPr>
          </a:lstStyle>
          <a:p>
            <a:r>
              <a:rPr lang="en-US"/>
              <a:t>Insert headline</a:t>
            </a:r>
          </a:p>
        </p:txBody>
      </p:sp>
      <p:sp>
        <p:nvSpPr>
          <p:cNvPr id="8" name="Entity">
            <a:extLst>
              <a:ext uri="{FF2B5EF4-FFF2-40B4-BE49-F238E27FC236}">
                <a16:creationId xmlns:a16="http://schemas.microsoft.com/office/drawing/2014/main" id="{B30277E6-C1E2-41AB-BD2A-FFA132463CE8}"/>
              </a:ext>
            </a:extLst>
          </p:cNvPr>
          <p:cNvSpPr>
            <a:spLocks noGrp="1" noChangeAspect="1"/>
          </p:cNvSpPr>
          <p:nvPr>
            <p:ph type="body" sz="quarter" idx="21" hasCustomPrompt="1"/>
          </p:nvPr>
        </p:nvSpPr>
        <p:spPr>
          <a:xfrm>
            <a:off x="293285" y="6218305"/>
            <a:ext cx="1540800" cy="162000"/>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FontTx/>
              <a:buNone/>
              <a:defRPr/>
            </a:lvl1pPr>
            <a:lvl2pPr marL="267129" indent="0">
              <a:buNone/>
              <a:defRPr/>
            </a:lvl2pPr>
          </a:lstStyle>
          <a:p>
            <a:pPr lvl="0"/>
            <a:r>
              <a:rPr lang="en-US"/>
              <a:t> </a:t>
            </a:r>
          </a:p>
        </p:txBody>
      </p:sp>
      <p:sp>
        <p:nvSpPr>
          <p:cNvPr id="10" name="Text Placeholder 6">
            <a:extLst>
              <a:ext uri="{FF2B5EF4-FFF2-40B4-BE49-F238E27FC236}">
                <a16:creationId xmlns:a16="http://schemas.microsoft.com/office/drawing/2014/main" id="{ED2DE234-6CDA-4746-9CA1-5465A36C9BF7}"/>
              </a:ext>
            </a:extLst>
          </p:cNvPr>
          <p:cNvSpPr>
            <a:spLocks noGrp="1"/>
          </p:cNvSpPr>
          <p:nvPr>
            <p:ph type="body" sz="quarter" idx="22"/>
          </p:nvPr>
        </p:nvSpPr>
        <p:spPr>
          <a:xfrm>
            <a:off x="5988105" y="1600757"/>
            <a:ext cx="4969803" cy="4075015"/>
          </a:xfrm>
        </p:spPr>
        <p:txBody>
          <a:body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826533788"/>
      </p:ext>
    </p:extLst>
  </p:cSld>
  <p:clrMapOvr>
    <a:masterClrMapping/>
  </p:clrMapOvr>
  <p:extLst>
    <p:ext uri="{DCECCB84-F9BA-43D5-87BE-67443E8EF086}">
      <p15:sldGuideLst xmlns:p15="http://schemas.microsoft.com/office/powerpoint/2012/main">
        <p15:guide id="1" pos="4089">
          <p15:clr>
            <a:srgbClr val="FBAE40"/>
          </p15:clr>
        </p15:guide>
        <p15:guide id="2" orient="horz" pos="3793">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3.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 name="Kasta 2" hidden="1">
            <a:extLst>
              <a:ext uri="{FF2B5EF4-FFF2-40B4-BE49-F238E27FC236}">
                <a16:creationId xmlns:a16="http://schemas.microsoft.com/office/drawing/2014/main" id="{EC743187-4C08-4214-8C0B-957F708AA15A}"/>
              </a:ext>
            </a:extLst>
          </p:cNvPr>
          <p:cNvGrpSpPr/>
          <p:nvPr/>
        </p:nvGrpSpPr>
        <p:grpSpPr>
          <a:xfrm>
            <a:off x="0" y="-525680"/>
            <a:ext cx="12192000" cy="525680"/>
            <a:chOff x="0" y="198413"/>
            <a:chExt cx="7667630" cy="525680"/>
          </a:xfrm>
        </p:grpSpPr>
        <p:sp>
          <p:nvSpPr>
            <p:cNvPr id="3" name="Rectangle 2">
              <a:extLst>
                <a:ext uri="{FF2B5EF4-FFF2-40B4-BE49-F238E27FC236}">
                  <a16:creationId xmlns:a16="http://schemas.microsoft.com/office/drawing/2014/main" id="{8A9DED10-E074-45C2-9E33-598B2A19581B}"/>
                </a:ext>
              </a:extLst>
            </p:cNvPr>
            <p:cNvSpPr/>
            <p:nvPr/>
          </p:nvSpPr>
          <p:spPr>
            <a:xfrm>
              <a:off x="0" y="337048"/>
              <a:ext cx="766763" cy="387045"/>
            </a:xfrm>
            <a:prstGeom prst="rect">
              <a:avLst/>
            </a:prstGeom>
            <a:solidFill>
              <a:srgbClr val="C3D2D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14" name="Rectangle 13">
              <a:extLst>
                <a:ext uri="{FF2B5EF4-FFF2-40B4-BE49-F238E27FC236}">
                  <a16:creationId xmlns:a16="http://schemas.microsoft.com/office/drawing/2014/main" id="{A99AA92F-9FEC-433E-8BB5-8582DEB117A9}"/>
                </a:ext>
              </a:extLst>
            </p:cNvPr>
            <p:cNvSpPr/>
            <p:nvPr/>
          </p:nvSpPr>
          <p:spPr>
            <a:xfrm>
              <a:off x="766763" y="198413"/>
              <a:ext cx="766763" cy="387045"/>
            </a:xfrm>
            <a:prstGeom prst="rect">
              <a:avLst/>
            </a:prstGeom>
            <a:solidFill>
              <a:srgbClr val="C3D2D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15" name="Rectangle 14">
              <a:extLst>
                <a:ext uri="{FF2B5EF4-FFF2-40B4-BE49-F238E27FC236}">
                  <a16:creationId xmlns:a16="http://schemas.microsoft.com/office/drawing/2014/main" id="{E8E176B4-10BA-497E-B5B7-F6AB3D5567CF}"/>
                </a:ext>
              </a:extLst>
            </p:cNvPr>
            <p:cNvSpPr/>
            <p:nvPr/>
          </p:nvSpPr>
          <p:spPr>
            <a:xfrm>
              <a:off x="1533526" y="337048"/>
              <a:ext cx="766763" cy="387045"/>
            </a:xfrm>
            <a:prstGeom prst="rect">
              <a:avLst/>
            </a:prstGeom>
            <a:solidFill>
              <a:srgbClr val="C3D2D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16" name="Rectangle 15">
              <a:extLst>
                <a:ext uri="{FF2B5EF4-FFF2-40B4-BE49-F238E27FC236}">
                  <a16:creationId xmlns:a16="http://schemas.microsoft.com/office/drawing/2014/main" id="{4C843747-4A09-4369-A9FB-7C5738CC40DF}"/>
                </a:ext>
              </a:extLst>
            </p:cNvPr>
            <p:cNvSpPr/>
            <p:nvPr/>
          </p:nvSpPr>
          <p:spPr>
            <a:xfrm>
              <a:off x="2300289" y="198413"/>
              <a:ext cx="766763" cy="387045"/>
            </a:xfrm>
            <a:prstGeom prst="rect">
              <a:avLst/>
            </a:prstGeom>
            <a:solidFill>
              <a:srgbClr val="C3D2D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17" name="Rectangle 16">
              <a:extLst>
                <a:ext uri="{FF2B5EF4-FFF2-40B4-BE49-F238E27FC236}">
                  <a16:creationId xmlns:a16="http://schemas.microsoft.com/office/drawing/2014/main" id="{2A30B706-2496-4D09-A9CE-C803F9AD38E4}"/>
                </a:ext>
              </a:extLst>
            </p:cNvPr>
            <p:cNvSpPr/>
            <p:nvPr/>
          </p:nvSpPr>
          <p:spPr>
            <a:xfrm>
              <a:off x="3067052" y="337048"/>
              <a:ext cx="766763" cy="387045"/>
            </a:xfrm>
            <a:prstGeom prst="rect">
              <a:avLst/>
            </a:prstGeom>
            <a:solidFill>
              <a:srgbClr val="C3D2D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18" name="Rectangle 17">
              <a:extLst>
                <a:ext uri="{FF2B5EF4-FFF2-40B4-BE49-F238E27FC236}">
                  <a16:creationId xmlns:a16="http://schemas.microsoft.com/office/drawing/2014/main" id="{11509E16-DF00-4DE3-AE37-E1584A8A75E7}"/>
                </a:ext>
              </a:extLst>
            </p:cNvPr>
            <p:cNvSpPr/>
            <p:nvPr/>
          </p:nvSpPr>
          <p:spPr>
            <a:xfrm>
              <a:off x="3833815" y="198413"/>
              <a:ext cx="766763" cy="387045"/>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19" name="Rectangle 18">
              <a:extLst>
                <a:ext uri="{FF2B5EF4-FFF2-40B4-BE49-F238E27FC236}">
                  <a16:creationId xmlns:a16="http://schemas.microsoft.com/office/drawing/2014/main" id="{4C62CF34-8676-4A9F-BA23-B9F843825AAD}"/>
                </a:ext>
              </a:extLst>
            </p:cNvPr>
            <p:cNvSpPr/>
            <p:nvPr/>
          </p:nvSpPr>
          <p:spPr>
            <a:xfrm>
              <a:off x="4600578" y="337048"/>
              <a:ext cx="766763" cy="387045"/>
            </a:xfrm>
            <a:prstGeom prst="rect">
              <a:avLst/>
            </a:prstGeom>
            <a:solidFill>
              <a:srgbClr val="C3D2D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20" name="Rectangle 19">
              <a:extLst>
                <a:ext uri="{FF2B5EF4-FFF2-40B4-BE49-F238E27FC236}">
                  <a16:creationId xmlns:a16="http://schemas.microsoft.com/office/drawing/2014/main" id="{E6283BA2-95A6-41DF-9492-69505B854966}"/>
                </a:ext>
              </a:extLst>
            </p:cNvPr>
            <p:cNvSpPr/>
            <p:nvPr/>
          </p:nvSpPr>
          <p:spPr>
            <a:xfrm>
              <a:off x="5367341" y="198413"/>
              <a:ext cx="766763" cy="387045"/>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21" name="Rectangle 20">
              <a:extLst>
                <a:ext uri="{FF2B5EF4-FFF2-40B4-BE49-F238E27FC236}">
                  <a16:creationId xmlns:a16="http://schemas.microsoft.com/office/drawing/2014/main" id="{E9675DB5-C8AB-4C85-9276-181599673B09}"/>
                </a:ext>
              </a:extLst>
            </p:cNvPr>
            <p:cNvSpPr/>
            <p:nvPr/>
          </p:nvSpPr>
          <p:spPr>
            <a:xfrm>
              <a:off x="6134104" y="337048"/>
              <a:ext cx="766763" cy="387045"/>
            </a:xfrm>
            <a:prstGeom prst="rect">
              <a:avLst/>
            </a:prstGeom>
            <a:solidFill>
              <a:srgbClr val="C3D2D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sp>
          <p:nvSpPr>
            <p:cNvPr id="22" name="Rectangle 21">
              <a:extLst>
                <a:ext uri="{FF2B5EF4-FFF2-40B4-BE49-F238E27FC236}">
                  <a16:creationId xmlns:a16="http://schemas.microsoft.com/office/drawing/2014/main" id="{4F4E9A38-1E24-4CFB-805E-25EE12CBD577}"/>
                </a:ext>
              </a:extLst>
            </p:cNvPr>
            <p:cNvSpPr/>
            <p:nvPr/>
          </p:nvSpPr>
          <p:spPr>
            <a:xfrm>
              <a:off x="6900867" y="198413"/>
              <a:ext cx="766763" cy="387045"/>
            </a:xfrm>
            <a:prstGeom prst="rect">
              <a:avLst/>
            </a:prstGeom>
            <a:solidFill>
              <a:srgbClr val="C3D2D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600"/>
                </a:spcBef>
              </a:pPr>
              <a:endParaRPr lang="en-US" sz="2000">
                <a:solidFill>
                  <a:schemeClr val="tx1"/>
                </a:solidFill>
              </a:endParaRPr>
            </a:p>
          </p:txBody>
        </p:sp>
      </p:grpSp>
      <p:pic>
        <p:nvPicPr>
          <p:cNvPr id="10" name="Kasta" hidden="1">
            <a:extLst>
              <a:ext uri="{FF2B5EF4-FFF2-40B4-BE49-F238E27FC236}">
                <a16:creationId xmlns:a16="http://schemas.microsoft.com/office/drawing/2014/main" id="{2FFE77C0-290F-48D4-ACAD-8B55EE471878}"/>
              </a:ext>
            </a:extLst>
          </p:cNvPr>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0" y="-11575"/>
            <a:ext cx="12214870" cy="6893999"/>
          </a:xfrm>
          <a:prstGeom prst="rect">
            <a:avLst/>
          </a:prstGeom>
        </p:spPr>
      </p:pic>
      <p:sp>
        <p:nvSpPr>
          <p:cNvPr id="2" name="Rectangle 1"/>
          <p:cNvSpPr/>
          <p:nvPr/>
        </p:nvSpPr>
        <p:spPr>
          <a:xfrm>
            <a:off x="0" y="5"/>
            <a:ext cx="12192000" cy="685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17">
              <a:solidFill>
                <a:schemeClr val="tx1"/>
              </a:solidFill>
              <a:latin typeface="+mn-lt"/>
              <a:cs typeface="+mn-cs"/>
            </a:endParaRPr>
          </a:p>
        </p:txBody>
      </p:sp>
      <p:sp>
        <p:nvSpPr>
          <p:cNvPr id="12" name="Title Placeholder 1"/>
          <p:cNvSpPr>
            <a:spLocks noGrp="1"/>
          </p:cNvSpPr>
          <p:nvPr>
            <p:ph type="title"/>
          </p:nvPr>
        </p:nvSpPr>
        <p:spPr>
          <a:xfrm>
            <a:off x="766763" y="967048"/>
            <a:ext cx="8986837" cy="456400"/>
          </a:xfrm>
          <a:prstGeom prst="rect">
            <a:avLst/>
          </a:prstGeom>
        </p:spPr>
        <p:txBody>
          <a:bodyPr vert="horz" wrap="none" lIns="0" tIns="45720" rIns="91440" bIns="45720" rtlCol="0" anchor="t" anchorCtr="0">
            <a:noAutofit/>
          </a:bodyPr>
          <a:lstStyle/>
          <a:p>
            <a:r>
              <a:rPr lang="en-US" noProof="0"/>
              <a:t>Insert headline on maximum one line</a:t>
            </a:r>
          </a:p>
        </p:txBody>
      </p:sp>
      <p:sp>
        <p:nvSpPr>
          <p:cNvPr id="32" name="Rectangle 7">
            <a:extLst>
              <a:ext uri="{FF2B5EF4-FFF2-40B4-BE49-F238E27FC236}">
                <a16:creationId xmlns:a16="http://schemas.microsoft.com/office/drawing/2014/main" id="{AB8EFCD9-7921-D64B-9826-6FA460FF1C23}"/>
              </a:ext>
            </a:extLst>
          </p:cNvPr>
          <p:cNvSpPr>
            <a:spLocks noGrp="1" noChangeArrowheads="1"/>
          </p:cNvSpPr>
          <p:nvPr>
            <p:ph type="ftr" sz="quarter" idx="3"/>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lvl1pPr>
              <a:spcBef>
                <a:spcPct val="0"/>
              </a:spcBef>
              <a:defRPr sz="800" baseline="0">
                <a:solidFill>
                  <a:schemeClr val="tx1"/>
                </a:solidFill>
                <a:latin typeface="+mn-lt"/>
                <a:cs typeface="+mn-cs"/>
              </a:defRPr>
            </a:lvl1pPr>
          </a:lstStyle>
          <a:p>
            <a:endParaRPr lang="en-US"/>
          </a:p>
        </p:txBody>
      </p:sp>
      <p:sp>
        <p:nvSpPr>
          <p:cNvPr id="33" name="Rectangle 8">
            <a:extLst>
              <a:ext uri="{FF2B5EF4-FFF2-40B4-BE49-F238E27FC236}">
                <a16:creationId xmlns:a16="http://schemas.microsoft.com/office/drawing/2014/main" id="{85667821-07B8-804D-BF1F-03CB20975BC3}"/>
              </a:ext>
            </a:extLst>
          </p:cNvPr>
          <p:cNvSpPr>
            <a:spLocks noGrp="1" noChangeArrowheads="1"/>
          </p:cNvSpPr>
          <p:nvPr>
            <p:ph type="sldNum" sz="quarter" idx="4"/>
          </p:nvPr>
        </p:nvSpPr>
        <p:spPr bwMode="auto">
          <a:xfrm>
            <a:off x="11425238" y="6380367"/>
            <a:ext cx="466725"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r">
              <a:spcBef>
                <a:spcPct val="0"/>
              </a:spcBef>
              <a:defRPr sz="800" baseline="0">
                <a:solidFill>
                  <a:schemeClr val="tx1"/>
                </a:solidFill>
                <a:latin typeface="+mn-lt"/>
                <a:cs typeface="+mn-cs"/>
              </a:defRPr>
            </a:lvl1pPr>
          </a:lstStyle>
          <a:p>
            <a:fld id="{330EA680-D336-4FF7-8B7A-9848BB0A1C32}" type="slidenum">
              <a:rPr lang="en-US" smtClean="0"/>
              <a:t>‹#›</a:t>
            </a:fld>
            <a:endParaRPr lang="en-US"/>
          </a:p>
        </p:txBody>
      </p:sp>
      <p:sp>
        <p:nvSpPr>
          <p:cNvPr id="34" name="Rectangle 10">
            <a:extLst>
              <a:ext uri="{FF2B5EF4-FFF2-40B4-BE49-F238E27FC236}">
                <a16:creationId xmlns:a16="http://schemas.microsoft.com/office/drawing/2014/main" id="{E16D55F2-4ED8-FF4A-9717-D16E80842F41}"/>
              </a:ext>
            </a:extLst>
          </p:cNvPr>
          <p:cNvSpPr>
            <a:spLocks noGrp="1" noChangeArrowheads="1"/>
          </p:cNvSpPr>
          <p:nvPr>
            <p:ph type="dt" sz="half" idx="2"/>
          </p:nvPr>
        </p:nvSpPr>
        <p:spPr bwMode="auto">
          <a:xfrm>
            <a:off x="10490579" y="6380367"/>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r">
              <a:spcBef>
                <a:spcPct val="0"/>
              </a:spcBef>
              <a:defRPr sz="800" baseline="0">
                <a:solidFill>
                  <a:schemeClr val="tx1"/>
                </a:solidFill>
                <a:latin typeface="+mn-lt"/>
                <a:cs typeface="+mn-cs"/>
              </a:defRPr>
            </a:lvl1pPr>
          </a:lstStyle>
          <a:p>
            <a:fld id="{846CE7D5-CF57-46EF-B807-FDD0502418D4}" type="datetimeFigureOut">
              <a:rPr lang="en-US" smtClean="0"/>
              <a:t>8/27/2025</a:t>
            </a:fld>
            <a:endParaRPr lang="en-US"/>
          </a:p>
        </p:txBody>
      </p:sp>
      <p:sp>
        <p:nvSpPr>
          <p:cNvPr id="5" name="Text Placeholder 4">
            <a:extLst>
              <a:ext uri="{FF2B5EF4-FFF2-40B4-BE49-F238E27FC236}">
                <a16:creationId xmlns:a16="http://schemas.microsoft.com/office/drawing/2014/main" id="{BEB2C73E-6D6A-4A53-A5A9-76A2681C93DD}"/>
              </a:ext>
            </a:extLst>
          </p:cNvPr>
          <p:cNvSpPr>
            <a:spLocks noGrp="1"/>
          </p:cNvSpPr>
          <p:nvPr>
            <p:ph type="body" idx="1"/>
          </p:nvPr>
        </p:nvSpPr>
        <p:spPr>
          <a:xfrm>
            <a:off x="766763" y="2031475"/>
            <a:ext cx="6548437" cy="3987539"/>
          </a:xfrm>
          <a:prstGeom prst="rect">
            <a:avLst/>
          </a:prstGeom>
        </p:spPr>
        <p:txBody>
          <a:bodyPr vert="horz" lIns="0" tIns="45720" rIns="91440" bIns="45720" rtlCol="0">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pic>
        <p:nvPicPr>
          <p:cNvPr id="8" name="Graphic 7">
            <a:extLst>
              <a:ext uri="{FF2B5EF4-FFF2-40B4-BE49-F238E27FC236}">
                <a16:creationId xmlns:a16="http://schemas.microsoft.com/office/drawing/2014/main" id="{5A8F78CA-A882-4A85-9FA4-B9AAFF110F3F}"/>
              </a:ext>
            </a:extLst>
          </p:cNvPr>
          <p:cNvPicPr>
            <a:picLocks noChangeAspect="1"/>
          </p:cNvPicPr>
          <p:nvPr/>
        </p:nvPicPr>
        <p:blipFill>
          <a:blip r:embed="rId33" cstate="print">
            <a:extLst>
              <a:ext uri="{28A0092B-C50C-407E-A947-70E740481C1C}">
                <a14:useLocalDpi xmlns:a14="http://schemas.microsoft.com/office/drawing/2010/main" val="0"/>
              </a:ext>
              <a:ext uri="{96DAC541-7B7A-43D3-8B79-37D633B846F1}">
                <asvg:svgBlip xmlns:asvg="http://schemas.microsoft.com/office/drawing/2016/SVG/main" r:embed="rId34"/>
              </a:ext>
            </a:extLst>
          </a:blip>
          <a:srcRect/>
          <a:stretch/>
        </p:blipFill>
        <p:spPr>
          <a:xfrm>
            <a:off x="5485800" y="278991"/>
            <a:ext cx="1220400" cy="95162"/>
          </a:xfrm>
          <a:prstGeom prst="rect">
            <a:avLst/>
          </a:prstGeom>
        </p:spPr>
      </p:pic>
    </p:spTree>
    <p:extLst>
      <p:ext uri="{BB962C8B-B14F-4D97-AF65-F5344CB8AC3E}">
        <p14:creationId xmlns:p14="http://schemas.microsoft.com/office/powerpoint/2010/main" val="1273399598"/>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2" r:id="rId28"/>
    <p:sldLayoutId id="2147483672" r:id="rId29"/>
    <p:sldLayoutId id="2147483673" r:id="rId30"/>
  </p:sldLayoutIdLst>
  <p:txStyles>
    <p:titleStyle>
      <a:lvl1pPr algn="l" defTabSz="967710" rtl="0" eaLnBrk="1" latinLnBrk="0" hangingPunct="1">
        <a:lnSpc>
          <a:spcPct val="100000"/>
        </a:lnSpc>
        <a:spcBef>
          <a:spcPct val="0"/>
        </a:spcBef>
        <a:buNone/>
        <a:defRPr lang="en-US" sz="2400" b="0" kern="1200" smtClean="0">
          <a:solidFill>
            <a:schemeClr val="tx1"/>
          </a:solidFill>
          <a:latin typeface="+mj-lt"/>
          <a:ea typeface="+mj-ea"/>
          <a:cs typeface="+mn-cs"/>
        </a:defRPr>
      </a:lvl1pPr>
    </p:titleStyle>
    <p:bodyStyle>
      <a:lvl1pPr marL="152400" indent="-152400" algn="l" defTabSz="967710" rtl="0" eaLnBrk="1" fontAlgn="base" latinLnBrk="0" hangingPunct="1">
        <a:lnSpc>
          <a:spcPct val="114000"/>
        </a:lnSpc>
        <a:spcBef>
          <a:spcPts val="952"/>
        </a:spcBef>
        <a:spcAft>
          <a:spcPts val="0"/>
        </a:spcAft>
        <a:buClr>
          <a:schemeClr val="accent1"/>
        </a:buClr>
        <a:buFont typeface="Arial" panose="020B0604020202020204" pitchFamily="34" charset="0"/>
        <a:buChar char="•"/>
        <a:defRPr lang="en-US" sz="1400" kern="1200" smtClean="0">
          <a:solidFill>
            <a:schemeClr val="tx1"/>
          </a:solidFill>
          <a:latin typeface="+mn-lt"/>
          <a:ea typeface="Volvo Broad Pro" panose="02000606020000020004" pitchFamily="50" charset="0"/>
          <a:cs typeface="+mn-cs"/>
        </a:defRPr>
      </a:lvl1pPr>
      <a:lvl2pPr marL="328613" indent="-165100"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2pPr>
      <a:lvl3pPr marL="466725" indent="-127000" algn="l" defTabSz="967710" rtl="0" eaLnBrk="1" fontAlgn="base" latinLnBrk="0" hangingPunct="1">
        <a:lnSpc>
          <a:spcPct val="114000"/>
        </a:lnSpc>
        <a:spcBef>
          <a:spcPts val="952"/>
        </a:spcBef>
        <a:spcAft>
          <a:spcPts val="0"/>
        </a:spcAft>
        <a:buClr>
          <a:schemeClr val="accent1"/>
        </a:buClr>
        <a:buSzPct val="90000"/>
        <a:buFont typeface="Arial" panose="020B0604020202020204" pitchFamily="34" charset="0"/>
        <a:buChar char="•"/>
        <a:defRPr lang="en-US" sz="1200" kern="1200" smtClean="0">
          <a:solidFill>
            <a:schemeClr val="tx1"/>
          </a:solidFill>
          <a:latin typeface="+mn-lt"/>
          <a:ea typeface="Volvo Broad Pro" panose="02000606020000020004" pitchFamily="50" charset="0"/>
          <a:cs typeface="+mn-cs"/>
        </a:defRPr>
      </a:lvl3pPr>
      <a:lvl4pPr marL="598488" indent="-134938"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4pPr>
      <a:lvl5pPr marL="730250" indent="-123825"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5pPr>
      <a:lvl6pPr marL="266120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6pPr>
      <a:lvl7pPr marL="3145056"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7pPr>
      <a:lvl8pPr marL="362891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8pPr>
      <a:lvl9pPr marL="4112765"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9pPr>
    </p:bodyStyle>
    <p:otherStyle>
      <a:defPPr>
        <a:defRPr lang="sv-SE"/>
      </a:defPPr>
      <a:lvl1pPr marL="0" algn="l" defTabSz="967710" rtl="0" eaLnBrk="1" latinLnBrk="0" hangingPunct="1">
        <a:defRPr sz="1905" kern="1200">
          <a:solidFill>
            <a:schemeClr val="tx1"/>
          </a:solidFill>
          <a:latin typeface="+mn-lt"/>
          <a:ea typeface="+mn-ea"/>
          <a:cs typeface="+mn-cs"/>
        </a:defRPr>
      </a:lvl1pPr>
      <a:lvl2pPr marL="483855" algn="l" defTabSz="967710" rtl="0" eaLnBrk="1" latinLnBrk="0" hangingPunct="1">
        <a:defRPr sz="1905" kern="1200">
          <a:solidFill>
            <a:schemeClr val="tx1"/>
          </a:solidFill>
          <a:latin typeface="+mn-lt"/>
          <a:ea typeface="+mn-ea"/>
          <a:cs typeface="+mn-cs"/>
        </a:defRPr>
      </a:lvl2pPr>
      <a:lvl3pPr marL="967710" algn="l" defTabSz="967710" rtl="0" eaLnBrk="1" latinLnBrk="0" hangingPunct="1">
        <a:defRPr sz="1905" kern="1200">
          <a:solidFill>
            <a:schemeClr val="tx1"/>
          </a:solidFill>
          <a:latin typeface="+mn-lt"/>
          <a:ea typeface="+mn-ea"/>
          <a:cs typeface="+mn-cs"/>
        </a:defRPr>
      </a:lvl3pPr>
      <a:lvl4pPr marL="1451564" algn="l" defTabSz="967710" rtl="0" eaLnBrk="1" latinLnBrk="0" hangingPunct="1">
        <a:defRPr sz="1905" kern="1200">
          <a:solidFill>
            <a:schemeClr val="tx1"/>
          </a:solidFill>
          <a:latin typeface="+mn-lt"/>
          <a:ea typeface="+mn-ea"/>
          <a:cs typeface="+mn-cs"/>
        </a:defRPr>
      </a:lvl4pPr>
      <a:lvl5pPr marL="1935419" algn="l" defTabSz="967710" rtl="0" eaLnBrk="1" latinLnBrk="0" hangingPunct="1">
        <a:defRPr sz="1905" kern="1200">
          <a:solidFill>
            <a:schemeClr val="tx1"/>
          </a:solidFill>
          <a:latin typeface="+mn-lt"/>
          <a:ea typeface="+mn-ea"/>
          <a:cs typeface="+mn-cs"/>
        </a:defRPr>
      </a:lvl5pPr>
      <a:lvl6pPr marL="2419274" algn="l" defTabSz="967710" rtl="0" eaLnBrk="1" latinLnBrk="0" hangingPunct="1">
        <a:defRPr sz="1905" kern="1200">
          <a:solidFill>
            <a:schemeClr val="tx1"/>
          </a:solidFill>
          <a:latin typeface="+mn-lt"/>
          <a:ea typeface="+mn-ea"/>
          <a:cs typeface="+mn-cs"/>
        </a:defRPr>
      </a:lvl6pPr>
      <a:lvl7pPr marL="2903129" algn="l" defTabSz="967710" rtl="0" eaLnBrk="1" latinLnBrk="0" hangingPunct="1">
        <a:defRPr sz="1905" kern="1200">
          <a:solidFill>
            <a:schemeClr val="tx1"/>
          </a:solidFill>
          <a:latin typeface="+mn-lt"/>
          <a:ea typeface="+mn-ea"/>
          <a:cs typeface="+mn-cs"/>
        </a:defRPr>
      </a:lvl7pPr>
      <a:lvl8pPr marL="3386983" algn="l" defTabSz="967710" rtl="0" eaLnBrk="1" latinLnBrk="0" hangingPunct="1">
        <a:defRPr sz="1905" kern="1200">
          <a:solidFill>
            <a:schemeClr val="tx1"/>
          </a:solidFill>
          <a:latin typeface="+mn-lt"/>
          <a:ea typeface="+mn-ea"/>
          <a:cs typeface="+mn-cs"/>
        </a:defRPr>
      </a:lvl8pPr>
      <a:lvl9pPr marL="3870838" algn="l" defTabSz="967710" rtl="0" eaLnBrk="1" latinLnBrk="0" hangingPunct="1">
        <a:defRPr sz="190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07">
          <p15:clr>
            <a:srgbClr val="F26B43"/>
          </p15:clr>
        </p15:guide>
        <p15:guide id="2" pos="483">
          <p15:clr>
            <a:srgbClr val="F26B43"/>
          </p15:clr>
        </p15:guide>
        <p15:guide id="4" pos="7491">
          <p15:clr>
            <a:srgbClr val="F26B43"/>
          </p15:clr>
        </p15:guide>
        <p15:guide id="5" pos="189">
          <p15:clr>
            <a:srgbClr val="F26B43"/>
          </p15:clr>
        </p15:guide>
        <p15:guide id="6" pos="7197">
          <p15:clr>
            <a:srgbClr val="F26B43"/>
          </p15:clr>
        </p15:guide>
        <p15:guide id="7" orient="horz" pos="68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hyperlink" Target="https://www.mobilityxlab.com/cotwi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7.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9.svg"/><Relationship Id="rId2" Type="http://schemas.openxmlformats.org/officeDocument/2006/relationships/notesSlide" Target="../notesSlides/notesSlide10.xml"/><Relationship Id="rId1" Type="http://schemas.openxmlformats.org/officeDocument/2006/relationships/slideLayout" Target="../slideLayouts/slideLayout27.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9.svg"/><Relationship Id="rId2" Type="http://schemas.openxmlformats.org/officeDocument/2006/relationships/notesSlide" Target="../notesSlides/notesSlide11.xml"/><Relationship Id="rId1" Type="http://schemas.openxmlformats.org/officeDocument/2006/relationships/slideLayout" Target="../slideLayouts/slideLayout27.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1.png"/><Relationship Id="rId7"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27.xml"/><Relationship Id="rId6" Type="http://schemas.openxmlformats.org/officeDocument/2006/relationships/image" Target="../media/image32.png"/><Relationship Id="rId11" Type="http://schemas.openxmlformats.org/officeDocument/2006/relationships/image" Target="../media/image37.svg"/><Relationship Id="rId5" Type="http://schemas.openxmlformats.org/officeDocument/2006/relationships/image" Target="../media/image31.sv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31.svg"/><Relationship Id="rId2" Type="http://schemas.openxmlformats.org/officeDocument/2006/relationships/notesSlide" Target="../notesSlides/notesSlide15.xml"/><Relationship Id="rId1" Type="http://schemas.openxmlformats.org/officeDocument/2006/relationships/slideLayout" Target="../slideLayouts/slideLayout27.xml"/><Relationship Id="rId6" Type="http://schemas.openxmlformats.org/officeDocument/2006/relationships/image" Target="../media/image30.png"/><Relationship Id="rId5" Type="http://schemas.openxmlformats.org/officeDocument/2006/relationships/image" Target="../media/image21.png"/><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7.xml"/><Relationship Id="rId1" Type="http://schemas.openxmlformats.org/officeDocument/2006/relationships/slideLayout" Target="../slideLayouts/slideLayout27.xml"/><Relationship Id="rId5" Type="http://schemas.openxmlformats.org/officeDocument/2006/relationships/image" Target="../media/image41.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8" Type="http://schemas.openxmlformats.org/officeDocument/2006/relationships/image" Target="../media/image46.jpeg"/><Relationship Id="rId3" Type="http://schemas.openxmlformats.org/officeDocument/2006/relationships/image" Target="../media/image21.png"/><Relationship Id="rId7" Type="http://schemas.openxmlformats.org/officeDocument/2006/relationships/image" Target="../media/image45.jpeg"/><Relationship Id="rId2" Type="http://schemas.openxmlformats.org/officeDocument/2006/relationships/notesSlide" Target="../notesSlides/notesSlide18.xml"/><Relationship Id="rId1" Type="http://schemas.openxmlformats.org/officeDocument/2006/relationships/slideLayout" Target="../slideLayouts/slideLayout27.xml"/><Relationship Id="rId6" Type="http://schemas.openxmlformats.org/officeDocument/2006/relationships/image" Target="../media/image44.jpeg"/><Relationship Id="rId5" Type="http://schemas.openxmlformats.org/officeDocument/2006/relationships/image" Target="../media/image43.jpeg"/><Relationship Id="rId4" Type="http://schemas.openxmlformats.org/officeDocument/2006/relationships/image" Target="../media/image42.jpeg"/></Relationships>
</file>

<file path=ppt/slides/_rels/slide1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27.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image" Target="../media/image54.jpeg"/><Relationship Id="rId13" Type="http://schemas.openxmlformats.org/officeDocument/2006/relationships/image" Target="../media/image59.png"/><Relationship Id="rId18" Type="http://schemas.openxmlformats.org/officeDocument/2006/relationships/image" Target="../media/image64.png"/><Relationship Id="rId3" Type="http://schemas.openxmlformats.org/officeDocument/2006/relationships/image" Target="../media/image21.png"/><Relationship Id="rId7" Type="http://schemas.openxmlformats.org/officeDocument/2006/relationships/image" Target="../media/image53.svg"/><Relationship Id="rId12" Type="http://schemas.openxmlformats.org/officeDocument/2006/relationships/image" Target="../media/image58.png"/><Relationship Id="rId17" Type="http://schemas.openxmlformats.org/officeDocument/2006/relationships/image" Target="../media/image63.png"/><Relationship Id="rId2" Type="http://schemas.openxmlformats.org/officeDocument/2006/relationships/notesSlide" Target="../notesSlides/notesSlide22.xml"/><Relationship Id="rId16" Type="http://schemas.openxmlformats.org/officeDocument/2006/relationships/image" Target="../media/image62.png"/><Relationship Id="rId1" Type="http://schemas.openxmlformats.org/officeDocument/2006/relationships/slideLayout" Target="../slideLayouts/slideLayout28.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39.png"/><Relationship Id="rId15" Type="http://schemas.openxmlformats.org/officeDocument/2006/relationships/image" Target="../media/image61.png"/><Relationship Id="rId10" Type="http://schemas.openxmlformats.org/officeDocument/2006/relationships/image" Target="../media/image56.png"/><Relationship Id="rId4" Type="http://schemas.openxmlformats.org/officeDocument/2006/relationships/image" Target="../media/image51.png"/><Relationship Id="rId9" Type="http://schemas.openxmlformats.org/officeDocument/2006/relationships/image" Target="../media/image55.png"/><Relationship Id="rId14" Type="http://schemas.openxmlformats.org/officeDocument/2006/relationships/image" Target="../media/image6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8.xml"/><Relationship Id="rId5" Type="http://schemas.openxmlformats.org/officeDocument/2006/relationships/image" Target="../media/image65.png"/><Relationship Id="rId4" Type="http://schemas.openxmlformats.org/officeDocument/2006/relationships/image" Target="../media/image5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7.xml"/><Relationship Id="rId1" Type="http://schemas.openxmlformats.org/officeDocument/2006/relationships/slideLayout" Target="../slideLayouts/slideLayout28.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8.xml"/><Relationship Id="rId1" Type="http://schemas.openxmlformats.org/officeDocument/2006/relationships/slideLayout" Target="../slideLayouts/slideLayout28.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28.xml"/><Relationship Id="rId6" Type="http://schemas.openxmlformats.org/officeDocument/2006/relationships/hyperlink" Target="mailto:mAP@0.5:0.95" TargetMode="External"/><Relationship Id="rId5" Type="http://schemas.openxmlformats.org/officeDocument/2006/relationships/hyperlink" Target="mailto:mAP@0.5" TargetMode="External"/><Relationship Id="rId4" Type="http://schemas.openxmlformats.org/officeDocument/2006/relationships/image" Target="../media/image68.png"/></Relationships>
</file>

<file path=ppt/slides/_rels/slide3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0.xml"/><Relationship Id="rId1" Type="http://schemas.openxmlformats.org/officeDocument/2006/relationships/slideLayout" Target="../slideLayouts/slideLayout28.xml"/><Relationship Id="rId5" Type="http://schemas.openxmlformats.org/officeDocument/2006/relationships/image" Target="../media/image21.png"/><Relationship Id="rId4" Type="http://schemas.openxmlformats.org/officeDocument/2006/relationships/image" Target="../media/image7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8" Type="http://schemas.openxmlformats.org/officeDocument/2006/relationships/image" Target="../media/image76.svg"/><Relationship Id="rId13" Type="http://schemas.openxmlformats.org/officeDocument/2006/relationships/image" Target="../media/image21.png"/><Relationship Id="rId3" Type="http://schemas.openxmlformats.org/officeDocument/2006/relationships/image" Target="../media/image71.png"/><Relationship Id="rId7" Type="http://schemas.openxmlformats.org/officeDocument/2006/relationships/image" Target="../media/image75.png"/><Relationship Id="rId12" Type="http://schemas.openxmlformats.org/officeDocument/2006/relationships/image" Target="../media/image31.svg"/><Relationship Id="rId2" Type="http://schemas.openxmlformats.org/officeDocument/2006/relationships/notesSlide" Target="../notesSlides/notesSlide32.xml"/><Relationship Id="rId1" Type="http://schemas.openxmlformats.org/officeDocument/2006/relationships/slideLayout" Target="../slideLayouts/slideLayout28.xml"/><Relationship Id="rId6" Type="http://schemas.openxmlformats.org/officeDocument/2006/relationships/image" Target="../media/image74.svg"/><Relationship Id="rId11" Type="http://schemas.openxmlformats.org/officeDocument/2006/relationships/image" Target="../media/image30.png"/><Relationship Id="rId5" Type="http://schemas.openxmlformats.org/officeDocument/2006/relationships/image" Target="../media/image73.png"/><Relationship Id="rId10" Type="http://schemas.openxmlformats.org/officeDocument/2006/relationships/image" Target="../media/image78.svg"/><Relationship Id="rId4" Type="http://schemas.openxmlformats.org/officeDocument/2006/relationships/image" Target="../media/image72.svg"/><Relationship Id="rId9" Type="http://schemas.openxmlformats.org/officeDocument/2006/relationships/image" Target="../media/image77.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81.jpeg"/><Relationship Id="rId18" Type="http://schemas.openxmlformats.org/officeDocument/2006/relationships/image" Target="../media/image63.png"/><Relationship Id="rId3" Type="http://schemas.openxmlformats.org/officeDocument/2006/relationships/image" Target="../media/image38.png"/><Relationship Id="rId7" Type="http://schemas.openxmlformats.org/officeDocument/2006/relationships/image" Target="../media/image62.png"/><Relationship Id="rId12" Type="http://schemas.openxmlformats.org/officeDocument/2006/relationships/image" Target="../media/image67.png"/><Relationship Id="rId17" Type="http://schemas.openxmlformats.org/officeDocument/2006/relationships/image" Target="../media/image61.png"/><Relationship Id="rId2" Type="http://schemas.openxmlformats.org/officeDocument/2006/relationships/notesSlide" Target="../notesSlides/notesSlide34.xml"/><Relationship Id="rId16" Type="http://schemas.openxmlformats.org/officeDocument/2006/relationships/image" Target="../media/image58.png"/><Relationship Id="rId20" Type="http://schemas.openxmlformats.org/officeDocument/2006/relationships/image" Target="../media/image83.svg"/><Relationship Id="rId1" Type="http://schemas.openxmlformats.org/officeDocument/2006/relationships/slideLayout" Target="../slideLayouts/slideLayout28.xml"/><Relationship Id="rId6" Type="http://schemas.openxmlformats.org/officeDocument/2006/relationships/image" Target="../media/image80.jpeg"/><Relationship Id="rId11" Type="http://schemas.openxmlformats.org/officeDocument/2006/relationships/image" Target="../media/image21.png"/><Relationship Id="rId5" Type="http://schemas.openxmlformats.org/officeDocument/2006/relationships/image" Target="../media/image79.png"/><Relationship Id="rId15" Type="http://schemas.openxmlformats.org/officeDocument/2006/relationships/image" Target="../media/image57.png"/><Relationship Id="rId10" Type="http://schemas.openxmlformats.org/officeDocument/2006/relationships/image" Target="../media/image31.svg"/><Relationship Id="rId19" Type="http://schemas.openxmlformats.org/officeDocument/2006/relationships/image" Target="../media/image82.png"/><Relationship Id="rId4" Type="http://schemas.openxmlformats.org/officeDocument/2006/relationships/image" Target="../media/image39.png"/><Relationship Id="rId9" Type="http://schemas.openxmlformats.org/officeDocument/2006/relationships/image" Target="../media/image30.png"/><Relationship Id="rId14" Type="http://schemas.openxmlformats.org/officeDocument/2006/relationships/image" Target="../media/image56.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28.xml"/><Relationship Id="rId4" Type="http://schemas.openxmlformats.org/officeDocument/2006/relationships/image" Target="../media/image6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2CACA25-BD58-4577-A3F4-0276F9A9BC53}"/>
              </a:ext>
            </a:extLst>
          </p:cNvPr>
          <p:cNvSpPr>
            <a:spLocks noGrp="1"/>
          </p:cNvSpPr>
          <p:nvPr>
            <p:ph type="sldNum" sz="quarter" idx="19"/>
          </p:nvPr>
        </p:nvSpPr>
        <p:spPr/>
        <p:txBody>
          <a:bodyPr/>
          <a:lstStyle/>
          <a:p>
            <a:fld id="{F4BB9EDD-1740-4E4A-8601-A7D0893F42E6}" type="slidenum">
              <a:rPr lang="en-US" smtClean="0"/>
              <a:pPr/>
              <a:t>1</a:t>
            </a:fld>
            <a:endParaRPr lang="en-US"/>
          </a:p>
        </p:txBody>
      </p:sp>
      <p:sp>
        <p:nvSpPr>
          <p:cNvPr id="3" name="Picture Placeholder 2">
            <a:extLst>
              <a:ext uri="{FF2B5EF4-FFF2-40B4-BE49-F238E27FC236}">
                <a16:creationId xmlns:a16="http://schemas.microsoft.com/office/drawing/2014/main" id="{D8214FAA-6A76-4ADC-B353-FA0D687C8954}"/>
              </a:ext>
            </a:extLst>
          </p:cNvPr>
          <p:cNvSpPr>
            <a:spLocks noGrp="1"/>
          </p:cNvSpPr>
          <p:nvPr>
            <p:ph type="pic" sz="quarter" idx="20"/>
          </p:nvPr>
        </p:nvSpPr>
        <p:spPr/>
        <p:txBody>
          <a:bodyPr/>
          <a:lstStyle/>
          <a:p>
            <a:endParaRPr lang="sv-SE" dirty="0"/>
          </a:p>
        </p:txBody>
      </p:sp>
      <p:sp>
        <p:nvSpPr>
          <p:cNvPr id="4" name="Date Placeholder 3">
            <a:extLst>
              <a:ext uri="{FF2B5EF4-FFF2-40B4-BE49-F238E27FC236}">
                <a16:creationId xmlns:a16="http://schemas.microsoft.com/office/drawing/2014/main" id="{B8F50570-4A75-4315-9B78-CB6CEF4C755F}"/>
              </a:ext>
            </a:extLst>
          </p:cNvPr>
          <p:cNvSpPr>
            <a:spLocks noGrp="1"/>
          </p:cNvSpPr>
          <p:nvPr>
            <p:ph type="dt" sz="half" idx="17"/>
          </p:nvPr>
        </p:nvSpPr>
        <p:spPr/>
        <p:txBody>
          <a:bodyPr/>
          <a:lstStyle/>
          <a:p>
            <a:r>
              <a:rPr lang="en-US"/>
              <a:t>2025</a:t>
            </a:r>
          </a:p>
        </p:txBody>
      </p:sp>
      <p:sp>
        <p:nvSpPr>
          <p:cNvPr id="5" name="Title 4">
            <a:extLst>
              <a:ext uri="{FF2B5EF4-FFF2-40B4-BE49-F238E27FC236}">
                <a16:creationId xmlns:a16="http://schemas.microsoft.com/office/drawing/2014/main" id="{2D184C11-6766-44CA-A209-C3C42DCA6D71}"/>
              </a:ext>
            </a:extLst>
          </p:cNvPr>
          <p:cNvSpPr>
            <a:spLocks noGrp="1"/>
          </p:cNvSpPr>
          <p:nvPr>
            <p:ph type="ctrTitle"/>
          </p:nvPr>
        </p:nvSpPr>
        <p:spPr>
          <a:xfrm>
            <a:off x="2001672" y="1539089"/>
            <a:ext cx="8188656" cy="1897971"/>
          </a:xfrm>
        </p:spPr>
        <p:txBody>
          <a:bodyPr/>
          <a:lstStyle/>
          <a:p>
            <a:r>
              <a:rPr lang="sv-SE">
                <a:latin typeface="Volvo Broad Pro"/>
              </a:rPr>
              <a:t> CoTwin </a:t>
            </a:r>
            <a:endParaRPr lang="en-US">
              <a:latin typeface="Volvo Broad Pro"/>
            </a:endParaRPr>
          </a:p>
        </p:txBody>
      </p:sp>
      <p:sp>
        <p:nvSpPr>
          <p:cNvPr id="6" name="Subtitle 5">
            <a:extLst>
              <a:ext uri="{FF2B5EF4-FFF2-40B4-BE49-F238E27FC236}">
                <a16:creationId xmlns:a16="http://schemas.microsoft.com/office/drawing/2014/main" id="{C5E0F69B-EDB0-49DD-B78D-B4DFBEA1A3CA}"/>
              </a:ext>
            </a:extLst>
          </p:cNvPr>
          <p:cNvSpPr>
            <a:spLocks noGrp="1"/>
          </p:cNvSpPr>
          <p:nvPr>
            <p:ph type="subTitle" idx="1"/>
          </p:nvPr>
        </p:nvSpPr>
        <p:spPr>
          <a:xfrm>
            <a:off x="2668586" y="3907904"/>
            <a:ext cx="6854825" cy="754236"/>
          </a:xfrm>
        </p:spPr>
        <p:txBody>
          <a:bodyPr vert="horz" lIns="91440" tIns="0" rIns="91440" bIns="45720" rtlCol="0" anchor="t">
            <a:noAutofit/>
          </a:bodyPr>
          <a:lstStyle/>
          <a:p>
            <a:r>
              <a:rPr lang="sv-SE" sz="2000" dirty="0"/>
              <a:t>Saghar Alvandi, Sadhana Anandan &amp; Robert Kupferschmied</a:t>
            </a:r>
          </a:p>
          <a:p>
            <a:r>
              <a:rPr lang="sv-SE" sz="2000" dirty="0"/>
              <a:t>Summer 2025</a:t>
            </a:r>
          </a:p>
        </p:txBody>
      </p:sp>
      <p:sp>
        <p:nvSpPr>
          <p:cNvPr id="7" name="Footer Placeholder 6">
            <a:extLst>
              <a:ext uri="{FF2B5EF4-FFF2-40B4-BE49-F238E27FC236}">
                <a16:creationId xmlns:a16="http://schemas.microsoft.com/office/drawing/2014/main" id="{1AD89EAB-0BEF-4D21-8C33-7F8EE1C9E279}"/>
              </a:ext>
            </a:extLst>
          </p:cNvPr>
          <p:cNvSpPr>
            <a:spLocks noGrp="1"/>
          </p:cNvSpPr>
          <p:nvPr>
            <p:ph type="ftr" sz="quarter" idx="23"/>
          </p:nvPr>
        </p:nvSpPr>
        <p:spPr/>
        <p:txBody>
          <a:bodyPr/>
          <a:lstStyle/>
          <a:p>
            <a:r>
              <a:rPr lang="en-US"/>
              <a:t>Summer worker | Internal</a:t>
            </a:r>
          </a:p>
        </p:txBody>
      </p:sp>
      <p:sp>
        <p:nvSpPr>
          <p:cNvPr id="8" name="Text Placeholder 7">
            <a:extLst>
              <a:ext uri="{FF2B5EF4-FFF2-40B4-BE49-F238E27FC236}">
                <a16:creationId xmlns:a16="http://schemas.microsoft.com/office/drawing/2014/main" id="{CBE57A78-B1A1-4204-BDD4-D4991BF8011D}"/>
              </a:ext>
            </a:extLst>
          </p:cNvPr>
          <p:cNvSpPr>
            <a:spLocks noGrp="1"/>
          </p:cNvSpPr>
          <p:nvPr>
            <p:ph type="body" sz="quarter" idx="16"/>
          </p:nvPr>
        </p:nvSpPr>
        <p:spPr/>
        <p:txBody>
          <a:bodyPr>
            <a:normAutofit fontScale="25000" lnSpcReduction="20000"/>
          </a:bodyPr>
          <a:lstStyle/>
          <a:p>
            <a:endParaRPr lang="en-US"/>
          </a:p>
        </p:txBody>
      </p:sp>
      <p:sp>
        <p:nvSpPr>
          <p:cNvPr id="9" name="Text Placeholder 8">
            <a:extLst>
              <a:ext uri="{FF2B5EF4-FFF2-40B4-BE49-F238E27FC236}">
                <a16:creationId xmlns:a16="http://schemas.microsoft.com/office/drawing/2014/main" id="{9ADB7F01-13C4-4F95-B557-6B5CEA3F1F6C}"/>
              </a:ext>
            </a:extLst>
          </p:cNvPr>
          <p:cNvSpPr>
            <a:spLocks noGrp="1"/>
          </p:cNvSpPr>
          <p:nvPr>
            <p:ph type="body" sz="quarter" idx="24"/>
          </p:nvPr>
        </p:nvSpPr>
        <p:spPr/>
        <p:txBody>
          <a:bodyPr>
            <a:normAutofit fontScale="55000" lnSpcReduction="20000"/>
          </a:bodyPr>
          <a:lstStyle/>
          <a:p>
            <a:endParaRPr lang="en-US" dirty="0"/>
          </a:p>
        </p:txBody>
      </p:sp>
    </p:spTree>
    <p:extLst>
      <p:ext uri="{BB962C8B-B14F-4D97-AF65-F5344CB8AC3E}">
        <p14:creationId xmlns:p14="http://schemas.microsoft.com/office/powerpoint/2010/main" val="3340154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809C7-0B7C-379F-586D-66D135B900C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91F470C-C604-DC51-3011-0B262E6D14B1}"/>
              </a:ext>
            </a:extLst>
          </p:cNvPr>
          <p:cNvSpPr>
            <a:spLocks noGrp="1"/>
          </p:cNvSpPr>
          <p:nvPr>
            <p:ph type="body" sz="quarter" idx="13"/>
          </p:nvPr>
        </p:nvSpPr>
        <p:spPr>
          <a:xfrm>
            <a:off x="766763" y="1616200"/>
            <a:ext cx="10725992" cy="4075015"/>
          </a:xfrm>
        </p:spPr>
        <p:txBody>
          <a:bodyPr vert="horz" lIns="91440" tIns="45720" rIns="91440" bIns="45720" rtlCol="0" anchor="t">
            <a:normAutofit/>
          </a:bodyPr>
          <a:lstStyle/>
          <a:p>
            <a:r>
              <a:rPr lang="en-US" err="1"/>
              <a:t>CoTwin</a:t>
            </a:r>
            <a:r>
              <a:rPr lang="en-US"/>
              <a:t> – Collaborative Digital Twins for Smart Mobility </a:t>
            </a:r>
          </a:p>
          <a:p>
            <a:r>
              <a:rPr lang="en-US"/>
              <a:t>Goal</a:t>
            </a:r>
          </a:p>
          <a:p>
            <a:endParaRPr lang="en-US"/>
          </a:p>
          <a:p>
            <a:endParaRPr lang="en-US"/>
          </a:p>
          <a:p>
            <a:endParaRPr lang="en-US"/>
          </a:p>
          <a:p>
            <a:endParaRPr lang="en-US"/>
          </a:p>
          <a:p>
            <a:endParaRPr lang="en-US"/>
          </a:p>
        </p:txBody>
      </p:sp>
      <p:sp>
        <p:nvSpPr>
          <p:cNvPr id="3" name="Date Placeholder 2">
            <a:extLst>
              <a:ext uri="{FF2B5EF4-FFF2-40B4-BE49-F238E27FC236}">
                <a16:creationId xmlns:a16="http://schemas.microsoft.com/office/drawing/2014/main" id="{A868FCF3-4DDB-02C2-ADFC-DCF22A87810C}"/>
              </a:ext>
            </a:extLst>
          </p:cNvPr>
          <p:cNvSpPr>
            <a:spLocks noGrp="1"/>
          </p:cNvSpPr>
          <p:nvPr>
            <p:ph type="dt" sz="half" idx="10"/>
          </p:nvPr>
        </p:nvSpPr>
        <p:spPr/>
        <p:txBody>
          <a:bodyPr/>
          <a:lstStyle/>
          <a:p>
            <a:r>
              <a:rPr lang="en-US"/>
              <a:t>2025</a:t>
            </a:r>
          </a:p>
        </p:txBody>
      </p:sp>
      <p:sp>
        <p:nvSpPr>
          <p:cNvPr id="4" name="Footer Placeholder 3">
            <a:extLst>
              <a:ext uri="{FF2B5EF4-FFF2-40B4-BE49-F238E27FC236}">
                <a16:creationId xmlns:a16="http://schemas.microsoft.com/office/drawing/2014/main" id="{4B069B11-3561-1C61-0FD2-6E709DD148FE}"/>
              </a:ext>
            </a:extLst>
          </p:cNvPr>
          <p:cNvSpPr>
            <a:spLocks noGrp="1"/>
          </p:cNvSpPr>
          <p:nvPr>
            <p:ph type="ftr" sz="quarter" idx="11"/>
          </p:nvPr>
        </p:nvSpPr>
        <p:spPr>
          <a:xfrm>
            <a:off x="300037" y="6379336"/>
            <a:ext cx="8528351" cy="155831"/>
          </a:xfrm>
        </p:spPr>
        <p:txBody>
          <a:bodyPr/>
          <a:lstStyle/>
          <a:p>
            <a:r>
              <a:rPr lang="en-US"/>
              <a:t> Summer worker | Internal</a:t>
            </a:r>
          </a:p>
        </p:txBody>
      </p:sp>
      <p:sp>
        <p:nvSpPr>
          <p:cNvPr id="5" name="Slide Number Placeholder 4">
            <a:extLst>
              <a:ext uri="{FF2B5EF4-FFF2-40B4-BE49-F238E27FC236}">
                <a16:creationId xmlns:a16="http://schemas.microsoft.com/office/drawing/2014/main" id="{55F35500-9C63-403F-380D-967CA0F1E4FB}"/>
              </a:ext>
            </a:extLst>
          </p:cNvPr>
          <p:cNvSpPr>
            <a:spLocks noGrp="1"/>
          </p:cNvSpPr>
          <p:nvPr>
            <p:ph type="sldNum" sz="quarter" idx="12"/>
          </p:nvPr>
        </p:nvSpPr>
        <p:spPr/>
        <p:txBody>
          <a:bodyPr/>
          <a:lstStyle/>
          <a:p>
            <a:fld id="{F4BB9EDD-1740-4E4A-8601-A7D0893F42E6}" type="slidenum">
              <a:rPr lang="en-US" smtClean="0"/>
              <a:pPr/>
              <a:t>2</a:t>
            </a:fld>
            <a:endParaRPr lang="en-US"/>
          </a:p>
        </p:txBody>
      </p:sp>
      <p:sp>
        <p:nvSpPr>
          <p:cNvPr id="6" name="Title 5">
            <a:extLst>
              <a:ext uri="{FF2B5EF4-FFF2-40B4-BE49-F238E27FC236}">
                <a16:creationId xmlns:a16="http://schemas.microsoft.com/office/drawing/2014/main" id="{F34C1199-B888-6C20-B476-699E346D5515}"/>
              </a:ext>
            </a:extLst>
          </p:cNvPr>
          <p:cNvSpPr>
            <a:spLocks noGrp="1"/>
          </p:cNvSpPr>
          <p:nvPr>
            <p:ph type="title"/>
          </p:nvPr>
        </p:nvSpPr>
        <p:spPr/>
        <p:txBody>
          <a:bodyPr>
            <a:normAutofit/>
          </a:bodyPr>
          <a:lstStyle/>
          <a:p>
            <a:r>
              <a:rPr lang="sv-SE"/>
              <a:t>Introduction</a:t>
            </a:r>
            <a:endParaRPr lang="en-US"/>
          </a:p>
        </p:txBody>
      </p:sp>
      <p:sp>
        <p:nvSpPr>
          <p:cNvPr id="7" name="Text Placeholder 6">
            <a:extLst>
              <a:ext uri="{FF2B5EF4-FFF2-40B4-BE49-F238E27FC236}">
                <a16:creationId xmlns:a16="http://schemas.microsoft.com/office/drawing/2014/main" id="{0D06B729-A32C-903C-AB85-EC524CBB8266}"/>
              </a:ext>
            </a:extLst>
          </p:cNvPr>
          <p:cNvSpPr>
            <a:spLocks noGrp="1"/>
          </p:cNvSpPr>
          <p:nvPr>
            <p:ph type="body" sz="quarter" idx="21"/>
          </p:nvPr>
        </p:nvSpPr>
        <p:spPr/>
        <p:txBody>
          <a:bodyPr>
            <a:normAutofit fontScale="25000" lnSpcReduction="20000"/>
          </a:bodyPr>
          <a:lstStyle/>
          <a:p>
            <a:endParaRPr lang="en-US"/>
          </a:p>
        </p:txBody>
      </p:sp>
      <p:pic>
        <p:nvPicPr>
          <p:cNvPr id="9" name="Picture 8">
            <a:extLst>
              <a:ext uri="{FF2B5EF4-FFF2-40B4-BE49-F238E27FC236}">
                <a16:creationId xmlns:a16="http://schemas.microsoft.com/office/drawing/2014/main" id="{604E221E-6079-CC4E-CDCD-B3ED73246196}"/>
              </a:ext>
            </a:extLst>
          </p:cNvPr>
          <p:cNvPicPr>
            <a:picLocks noChangeAspect="1"/>
          </p:cNvPicPr>
          <p:nvPr/>
        </p:nvPicPr>
        <p:blipFill>
          <a:blip r:embed="rId3"/>
          <a:stretch>
            <a:fillRect/>
          </a:stretch>
        </p:blipFill>
        <p:spPr>
          <a:xfrm>
            <a:off x="585368" y="616718"/>
            <a:ext cx="10924122" cy="5446725"/>
          </a:xfrm>
          <a:prstGeom prst="rect">
            <a:avLst/>
          </a:prstGeom>
        </p:spPr>
      </p:pic>
      <p:sp>
        <p:nvSpPr>
          <p:cNvPr id="11" name="TextBox 10">
            <a:extLst>
              <a:ext uri="{FF2B5EF4-FFF2-40B4-BE49-F238E27FC236}">
                <a16:creationId xmlns:a16="http://schemas.microsoft.com/office/drawing/2014/main" id="{645937FA-BB46-04C9-42AA-33E9CF7623AA}"/>
              </a:ext>
            </a:extLst>
          </p:cNvPr>
          <p:cNvSpPr txBox="1"/>
          <p:nvPr/>
        </p:nvSpPr>
        <p:spPr>
          <a:xfrm>
            <a:off x="10029808" y="6016231"/>
            <a:ext cx="1576824" cy="261610"/>
          </a:xfrm>
          <a:prstGeom prst="rect">
            <a:avLst/>
          </a:prstGeom>
          <a:noFill/>
        </p:spPr>
        <p:txBody>
          <a:bodyPr wrap="square">
            <a:spAutoFit/>
          </a:bodyPr>
          <a:lstStyle/>
          <a:p>
            <a:r>
              <a:rPr lang="en-US" sz="1100" err="1">
                <a:hlinkClick r:id="rId4"/>
              </a:rPr>
              <a:t>CoTwin</a:t>
            </a:r>
            <a:r>
              <a:rPr lang="en-US" sz="1100">
                <a:hlinkClick r:id="rId4"/>
              </a:rPr>
              <a:t> | </a:t>
            </a:r>
            <a:r>
              <a:rPr lang="en-US" sz="1100" err="1">
                <a:hlinkClick r:id="rId4"/>
              </a:rPr>
              <a:t>MobilityXlab</a:t>
            </a:r>
            <a:endParaRPr lang="en-US" sz="1100"/>
          </a:p>
        </p:txBody>
      </p:sp>
    </p:spTree>
    <p:extLst>
      <p:ext uri="{BB962C8B-B14F-4D97-AF65-F5344CB8AC3E}">
        <p14:creationId xmlns:p14="http://schemas.microsoft.com/office/powerpoint/2010/main" val="4149615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F0248-804F-CA46-3141-5EB29AD1F07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4FEA9FE-24AA-F964-4403-6A5BE4FA3DE7}"/>
              </a:ext>
            </a:extLst>
          </p:cNvPr>
          <p:cNvSpPr>
            <a:spLocks noGrp="1"/>
          </p:cNvSpPr>
          <p:nvPr>
            <p:ph type="body" sz="quarter" idx="13"/>
          </p:nvPr>
        </p:nvSpPr>
        <p:spPr>
          <a:xfrm>
            <a:off x="766763" y="800100"/>
            <a:ext cx="10725992" cy="5143500"/>
          </a:xfrm>
          <a:solidFill>
            <a:schemeClr val="tx1"/>
          </a:solidFill>
        </p:spPr>
        <p:txBody>
          <a:bodyPr vert="horz" lIns="91440" tIns="45720" rIns="91440" bIns="45720" rtlCol="0" anchor="t">
            <a:normAutofit/>
          </a:bodyPr>
          <a:lstStyle/>
          <a:p>
            <a:r>
              <a:rPr lang="en-US" sz="2800" b="1">
                <a:solidFill>
                  <a:schemeClr val="bg1"/>
                </a:solidFill>
              </a:rPr>
              <a:t>Agenda</a:t>
            </a:r>
          </a:p>
          <a:p>
            <a:pPr lvl="2">
              <a:buClr>
                <a:schemeClr val="bg1"/>
              </a:buClr>
            </a:pPr>
            <a:r>
              <a:rPr lang="en-US" sz="1600">
                <a:solidFill>
                  <a:schemeClr val="bg1"/>
                </a:solidFill>
              </a:rPr>
              <a:t>Background </a:t>
            </a:r>
          </a:p>
          <a:p>
            <a:pPr lvl="2">
              <a:buClr>
                <a:schemeClr val="bg1"/>
              </a:buClr>
            </a:pPr>
            <a:r>
              <a:rPr lang="en-US" sz="1600">
                <a:solidFill>
                  <a:schemeClr val="bg1"/>
                </a:solidFill>
              </a:rPr>
              <a:t>Use case</a:t>
            </a:r>
          </a:p>
          <a:p>
            <a:pPr lvl="2">
              <a:buClr>
                <a:schemeClr val="bg1"/>
              </a:buClr>
            </a:pPr>
            <a:r>
              <a:rPr lang="en-US" sz="1600">
                <a:solidFill>
                  <a:schemeClr val="bg1"/>
                </a:solidFill>
              </a:rPr>
              <a:t>Solution </a:t>
            </a:r>
          </a:p>
          <a:p>
            <a:pPr lvl="2">
              <a:buClr>
                <a:schemeClr val="bg1"/>
              </a:buClr>
            </a:pPr>
            <a:r>
              <a:rPr lang="en-US" sz="1600">
                <a:solidFill>
                  <a:schemeClr val="bg1"/>
                </a:solidFill>
              </a:rPr>
              <a:t>System overview </a:t>
            </a:r>
          </a:p>
          <a:p>
            <a:pPr lvl="2">
              <a:buClr>
                <a:schemeClr val="bg1"/>
              </a:buClr>
            </a:pPr>
            <a:r>
              <a:rPr lang="en-US" sz="1600">
                <a:solidFill>
                  <a:schemeClr val="bg1"/>
                </a:solidFill>
              </a:rPr>
              <a:t>Technical details</a:t>
            </a:r>
          </a:p>
          <a:p>
            <a:pPr lvl="2">
              <a:buClr>
                <a:schemeClr val="bg1"/>
              </a:buClr>
            </a:pPr>
            <a:r>
              <a:rPr lang="en-US" sz="1600">
                <a:solidFill>
                  <a:schemeClr val="bg1"/>
                </a:solidFill>
              </a:rPr>
              <a:t>Demo</a:t>
            </a:r>
          </a:p>
          <a:p>
            <a:pPr lvl="2">
              <a:buClr>
                <a:schemeClr val="bg1"/>
              </a:buClr>
            </a:pPr>
            <a:r>
              <a:rPr lang="en-US" sz="1600">
                <a:solidFill>
                  <a:schemeClr val="bg1"/>
                </a:solidFill>
              </a:rPr>
              <a:t>Conclusion </a:t>
            </a:r>
          </a:p>
          <a:p>
            <a:pPr lvl="2">
              <a:buClr>
                <a:schemeClr val="bg1"/>
              </a:buClr>
            </a:pPr>
            <a:r>
              <a:rPr lang="en-US" sz="1600">
                <a:solidFill>
                  <a:schemeClr val="bg1"/>
                </a:solidFill>
              </a:rPr>
              <a:t>Future work</a:t>
            </a:r>
          </a:p>
          <a:p>
            <a:pPr lvl="1"/>
            <a:endParaRPr lang="en-US">
              <a:solidFill>
                <a:schemeClr val="bg1"/>
              </a:solidFill>
            </a:endParaRPr>
          </a:p>
          <a:p>
            <a:endParaRPr lang="en-US">
              <a:solidFill>
                <a:schemeClr val="bg1"/>
              </a:solidFill>
            </a:endParaRPr>
          </a:p>
          <a:p>
            <a:endParaRPr lang="en-US">
              <a:solidFill>
                <a:schemeClr val="bg1"/>
              </a:solidFill>
            </a:endParaRPr>
          </a:p>
          <a:p>
            <a:endParaRPr lang="en-US">
              <a:solidFill>
                <a:schemeClr val="bg1"/>
              </a:solidFill>
            </a:endParaRPr>
          </a:p>
          <a:p>
            <a:endParaRPr lang="en-US">
              <a:solidFill>
                <a:schemeClr val="bg1"/>
              </a:solidFill>
            </a:endParaRPr>
          </a:p>
        </p:txBody>
      </p:sp>
      <p:sp>
        <p:nvSpPr>
          <p:cNvPr id="3" name="Date Placeholder 2">
            <a:extLst>
              <a:ext uri="{FF2B5EF4-FFF2-40B4-BE49-F238E27FC236}">
                <a16:creationId xmlns:a16="http://schemas.microsoft.com/office/drawing/2014/main" id="{71383AF8-F9DA-863A-3825-EAC6C2AF7A94}"/>
              </a:ext>
            </a:extLst>
          </p:cNvPr>
          <p:cNvSpPr>
            <a:spLocks noGrp="1"/>
          </p:cNvSpPr>
          <p:nvPr>
            <p:ph type="dt" sz="half" idx="10"/>
          </p:nvPr>
        </p:nvSpPr>
        <p:spPr/>
        <p:txBody>
          <a:bodyPr/>
          <a:lstStyle/>
          <a:p>
            <a:r>
              <a:rPr lang="en-US"/>
              <a:t>2025</a:t>
            </a:r>
          </a:p>
        </p:txBody>
      </p:sp>
      <p:sp>
        <p:nvSpPr>
          <p:cNvPr id="4" name="Footer Placeholder 3">
            <a:extLst>
              <a:ext uri="{FF2B5EF4-FFF2-40B4-BE49-F238E27FC236}">
                <a16:creationId xmlns:a16="http://schemas.microsoft.com/office/drawing/2014/main" id="{EB698A53-82D2-9E58-8377-D64E584DC58B}"/>
              </a:ext>
            </a:extLst>
          </p:cNvPr>
          <p:cNvSpPr>
            <a:spLocks noGrp="1"/>
          </p:cNvSpPr>
          <p:nvPr>
            <p:ph type="ftr" sz="quarter" idx="11"/>
          </p:nvPr>
        </p:nvSpPr>
        <p:spPr/>
        <p:txBody>
          <a:bodyPr/>
          <a:lstStyle/>
          <a:p>
            <a:r>
              <a:rPr lang="en-US"/>
              <a:t> Summer worker | Internal</a:t>
            </a:r>
          </a:p>
        </p:txBody>
      </p:sp>
      <p:sp>
        <p:nvSpPr>
          <p:cNvPr id="5" name="Slide Number Placeholder 4">
            <a:extLst>
              <a:ext uri="{FF2B5EF4-FFF2-40B4-BE49-F238E27FC236}">
                <a16:creationId xmlns:a16="http://schemas.microsoft.com/office/drawing/2014/main" id="{1D7AD6BD-6FF6-78C0-2CE1-247A4E4ED8BC}"/>
              </a:ext>
            </a:extLst>
          </p:cNvPr>
          <p:cNvSpPr>
            <a:spLocks noGrp="1"/>
          </p:cNvSpPr>
          <p:nvPr>
            <p:ph type="sldNum" sz="quarter" idx="12"/>
          </p:nvPr>
        </p:nvSpPr>
        <p:spPr/>
        <p:txBody>
          <a:bodyPr/>
          <a:lstStyle/>
          <a:p>
            <a:fld id="{F4BB9EDD-1740-4E4A-8601-A7D0893F42E6}" type="slidenum">
              <a:rPr lang="en-US" smtClean="0"/>
              <a:pPr/>
              <a:t>3</a:t>
            </a:fld>
            <a:endParaRPr lang="en-US"/>
          </a:p>
        </p:txBody>
      </p:sp>
      <p:sp>
        <p:nvSpPr>
          <p:cNvPr id="7" name="Text Placeholder 6">
            <a:extLst>
              <a:ext uri="{FF2B5EF4-FFF2-40B4-BE49-F238E27FC236}">
                <a16:creationId xmlns:a16="http://schemas.microsoft.com/office/drawing/2014/main" id="{5126A6BB-9962-0924-AB78-A0225E52982B}"/>
              </a:ext>
            </a:extLst>
          </p:cNvPr>
          <p:cNvSpPr>
            <a:spLocks noGrp="1"/>
          </p:cNvSpPr>
          <p:nvPr>
            <p:ph type="body" sz="quarter" idx="21"/>
          </p:nvPr>
        </p:nvSpPr>
        <p:spPr/>
        <p:txBody>
          <a:bodyPr>
            <a:normAutofit fontScale="25000" lnSpcReduction="20000"/>
          </a:bodyPr>
          <a:lstStyle/>
          <a:p>
            <a:endParaRPr lang="en-US"/>
          </a:p>
        </p:txBody>
      </p:sp>
    </p:spTree>
    <p:extLst>
      <p:ext uri="{BB962C8B-B14F-4D97-AF65-F5344CB8AC3E}">
        <p14:creationId xmlns:p14="http://schemas.microsoft.com/office/powerpoint/2010/main" val="1661929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3D0ED-0613-5508-EFC1-722820ADF04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F114285-57D3-4B17-BDA2-1995B5BC843E}"/>
              </a:ext>
            </a:extLst>
          </p:cNvPr>
          <p:cNvSpPr>
            <a:spLocks noGrp="1"/>
          </p:cNvSpPr>
          <p:nvPr>
            <p:ph type="body" sz="quarter" idx="13"/>
          </p:nvPr>
        </p:nvSpPr>
        <p:spPr/>
        <p:txBody>
          <a:bodyPr/>
          <a:lstStyle/>
          <a:p>
            <a:endParaRPr lang="en-US"/>
          </a:p>
        </p:txBody>
      </p:sp>
      <p:sp>
        <p:nvSpPr>
          <p:cNvPr id="3" name="Title 2">
            <a:extLst>
              <a:ext uri="{FF2B5EF4-FFF2-40B4-BE49-F238E27FC236}">
                <a16:creationId xmlns:a16="http://schemas.microsoft.com/office/drawing/2014/main" id="{06E46EB4-BD88-5EC7-4399-42039FCEDBE8}"/>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ED85C038-7322-9452-999B-76AA1E33A318}"/>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5604F25C-250F-07FD-9F58-BD3AA5C2B883}"/>
              </a:ext>
            </a:extLst>
          </p:cNvPr>
          <p:cNvSpPr>
            <a:spLocks noGrp="1"/>
          </p:cNvSpPr>
          <p:nvPr>
            <p:ph type="body" sz="quarter" idx="22"/>
          </p:nvPr>
        </p:nvSpPr>
        <p:spPr/>
        <p:txBody>
          <a:bodyPr/>
          <a:lstStyle/>
          <a:p>
            <a:endParaRPr lang="en-US"/>
          </a:p>
        </p:txBody>
      </p:sp>
      <p:pic>
        <p:nvPicPr>
          <p:cNvPr id="7" name="Picture 6">
            <a:extLst>
              <a:ext uri="{FF2B5EF4-FFF2-40B4-BE49-F238E27FC236}">
                <a16:creationId xmlns:a16="http://schemas.microsoft.com/office/drawing/2014/main" id="{12AC9598-FD7B-04F1-4918-308E6EE52C1A}"/>
              </a:ext>
            </a:extLst>
          </p:cNvPr>
          <p:cNvPicPr>
            <a:picLocks noChangeAspect="1"/>
          </p:cNvPicPr>
          <p:nvPr/>
        </p:nvPicPr>
        <p:blipFill>
          <a:blip r:embed="rId3"/>
          <a:srcRect t="10201" b="12385"/>
          <a:stretch>
            <a:fillRect/>
          </a:stretch>
        </p:blipFill>
        <p:spPr>
          <a:xfrm>
            <a:off x="766763" y="3350419"/>
            <a:ext cx="10237040" cy="2875477"/>
          </a:xfrm>
          <a:prstGeom prst="rect">
            <a:avLst/>
          </a:prstGeom>
        </p:spPr>
      </p:pic>
      <p:pic>
        <p:nvPicPr>
          <p:cNvPr id="9" name="Picture 8">
            <a:extLst>
              <a:ext uri="{FF2B5EF4-FFF2-40B4-BE49-F238E27FC236}">
                <a16:creationId xmlns:a16="http://schemas.microsoft.com/office/drawing/2014/main" id="{E2CA2A45-2556-8A40-FE39-F39D08E314C8}"/>
              </a:ext>
            </a:extLst>
          </p:cNvPr>
          <p:cNvPicPr>
            <a:picLocks noChangeAspect="1"/>
          </p:cNvPicPr>
          <p:nvPr/>
        </p:nvPicPr>
        <p:blipFill>
          <a:blip r:embed="rId4"/>
          <a:srcRect l="9012" t="6111" r="2071" b="13327"/>
          <a:stretch>
            <a:fillRect/>
          </a:stretch>
        </p:blipFill>
        <p:spPr>
          <a:xfrm>
            <a:off x="780998" y="639248"/>
            <a:ext cx="10222806" cy="3014459"/>
          </a:xfrm>
          <a:prstGeom prst="rect">
            <a:avLst/>
          </a:prstGeom>
        </p:spPr>
      </p:pic>
    </p:spTree>
    <p:extLst>
      <p:ext uri="{BB962C8B-B14F-4D97-AF65-F5344CB8AC3E}">
        <p14:creationId xmlns:p14="http://schemas.microsoft.com/office/powerpoint/2010/main" val="3504312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054A18-9534-ED69-05E6-D8D085FB8ECC}"/>
              </a:ext>
            </a:extLst>
          </p:cNvPr>
          <p:cNvSpPr>
            <a:spLocks noGrp="1"/>
          </p:cNvSpPr>
          <p:nvPr>
            <p:ph type="body" sz="quarter" idx="13"/>
          </p:nvPr>
        </p:nvSpPr>
        <p:spPr/>
        <p:txBody>
          <a:bodyPr/>
          <a:lstStyle/>
          <a:p>
            <a:endParaRPr lang="en-US"/>
          </a:p>
        </p:txBody>
      </p:sp>
      <p:sp>
        <p:nvSpPr>
          <p:cNvPr id="3" name="Title 2">
            <a:extLst>
              <a:ext uri="{FF2B5EF4-FFF2-40B4-BE49-F238E27FC236}">
                <a16:creationId xmlns:a16="http://schemas.microsoft.com/office/drawing/2014/main" id="{9D24C15A-FD3B-38FB-551D-5DB59119036E}"/>
              </a:ext>
            </a:extLst>
          </p:cNvPr>
          <p:cNvSpPr>
            <a:spLocks noGrp="1"/>
          </p:cNvSpPr>
          <p:nvPr>
            <p:ph type="title"/>
          </p:nvPr>
        </p:nvSpPr>
        <p:spPr/>
        <p:txBody>
          <a:bodyPr/>
          <a:lstStyle/>
          <a:p>
            <a:endParaRPr lang="en-US"/>
          </a:p>
        </p:txBody>
      </p:sp>
      <p:sp>
        <p:nvSpPr>
          <p:cNvPr id="4" name="Text Placeholder 3">
            <a:extLst>
              <a:ext uri="{FF2B5EF4-FFF2-40B4-BE49-F238E27FC236}">
                <a16:creationId xmlns:a16="http://schemas.microsoft.com/office/drawing/2014/main" id="{70FE77B1-A2CC-B029-0DB3-68CB2B699243}"/>
              </a:ext>
            </a:extLst>
          </p:cNvPr>
          <p:cNvSpPr>
            <a:spLocks noGrp="1"/>
          </p:cNvSpPr>
          <p:nvPr>
            <p:ph type="body" sz="quarter" idx="21"/>
          </p:nvPr>
        </p:nvSpPr>
        <p:spPr/>
        <p:txBody>
          <a:bodyPr/>
          <a:lstStyle/>
          <a:p>
            <a:endParaRPr lang="en-US"/>
          </a:p>
        </p:txBody>
      </p:sp>
      <p:sp>
        <p:nvSpPr>
          <p:cNvPr id="5" name="Text Placeholder 4">
            <a:extLst>
              <a:ext uri="{FF2B5EF4-FFF2-40B4-BE49-F238E27FC236}">
                <a16:creationId xmlns:a16="http://schemas.microsoft.com/office/drawing/2014/main" id="{674683D5-DDAD-150B-E2AA-AB59FE192CAD}"/>
              </a:ext>
            </a:extLst>
          </p:cNvPr>
          <p:cNvSpPr>
            <a:spLocks noGrp="1"/>
          </p:cNvSpPr>
          <p:nvPr>
            <p:ph type="body" sz="quarter" idx="22"/>
          </p:nvPr>
        </p:nvSpPr>
        <p:spPr/>
        <p:txBody>
          <a:bodyPr/>
          <a:lstStyle/>
          <a:p>
            <a:endParaRPr lang="en-US"/>
          </a:p>
        </p:txBody>
      </p:sp>
      <p:pic>
        <p:nvPicPr>
          <p:cNvPr id="7" name="Picture 6">
            <a:extLst>
              <a:ext uri="{FF2B5EF4-FFF2-40B4-BE49-F238E27FC236}">
                <a16:creationId xmlns:a16="http://schemas.microsoft.com/office/drawing/2014/main" id="{A64F6D29-E3F5-AB41-3EBB-140DCBDA0D9F}"/>
              </a:ext>
            </a:extLst>
          </p:cNvPr>
          <p:cNvPicPr>
            <a:picLocks noChangeAspect="1"/>
          </p:cNvPicPr>
          <p:nvPr/>
        </p:nvPicPr>
        <p:blipFill>
          <a:blip r:embed="rId3"/>
          <a:srcRect l="900" r="835"/>
          <a:stretch>
            <a:fillRect/>
          </a:stretch>
        </p:blipFill>
        <p:spPr>
          <a:xfrm>
            <a:off x="639582" y="639248"/>
            <a:ext cx="10633254" cy="5232915"/>
          </a:xfrm>
          <a:prstGeom prst="rect">
            <a:avLst/>
          </a:prstGeom>
        </p:spPr>
      </p:pic>
      <p:sp>
        <p:nvSpPr>
          <p:cNvPr id="8" name="Text Placeholder 1">
            <a:extLst>
              <a:ext uri="{FF2B5EF4-FFF2-40B4-BE49-F238E27FC236}">
                <a16:creationId xmlns:a16="http://schemas.microsoft.com/office/drawing/2014/main" id="{325FAAD5-EE3E-4F04-B97B-AE6ED3008AAA}"/>
              </a:ext>
            </a:extLst>
          </p:cNvPr>
          <p:cNvSpPr txBox="1">
            <a:spLocks/>
          </p:cNvSpPr>
          <p:nvPr/>
        </p:nvSpPr>
        <p:spPr>
          <a:xfrm>
            <a:off x="5988105" y="3226002"/>
            <a:ext cx="5177576" cy="2646161"/>
          </a:xfrm>
          <a:prstGeom prst="rect">
            <a:avLst/>
          </a:prstGeom>
          <a:solidFill>
            <a:schemeClr val="tx1"/>
          </a:solidFill>
        </p:spPr>
        <p:txBody>
          <a:bodyPr vert="horz" lIns="0" tIns="45720" rIns="91440" bIns="45720" rtlCol="0">
            <a:noAutofit/>
          </a:bodyPr>
          <a:lstStyle>
            <a:lvl1pPr marL="152400" indent="-152400" algn="l" defTabSz="967710" rtl="0" eaLnBrk="1" fontAlgn="base" latinLnBrk="0" hangingPunct="1">
              <a:lnSpc>
                <a:spcPct val="114000"/>
              </a:lnSpc>
              <a:spcBef>
                <a:spcPts val="952"/>
              </a:spcBef>
              <a:spcAft>
                <a:spcPts val="0"/>
              </a:spcAft>
              <a:buClr>
                <a:schemeClr val="accent1"/>
              </a:buClr>
              <a:buFont typeface="Arial" panose="020B0604020202020204" pitchFamily="34" charset="0"/>
              <a:buChar char="•"/>
              <a:defRPr lang="en-US" sz="1400" kern="1200" smtClean="0">
                <a:solidFill>
                  <a:schemeClr val="tx1"/>
                </a:solidFill>
                <a:latin typeface="+mn-lt"/>
                <a:ea typeface="Volvo Broad Pro" panose="02000606020000020004" pitchFamily="50" charset="0"/>
                <a:cs typeface="+mn-cs"/>
              </a:defRPr>
            </a:lvl1pPr>
            <a:lvl2pPr marL="328613" indent="-165100"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2pPr>
            <a:lvl3pPr marL="466725" indent="-127000" algn="l" defTabSz="967710" rtl="0" eaLnBrk="1" fontAlgn="base" latinLnBrk="0" hangingPunct="1">
              <a:lnSpc>
                <a:spcPct val="114000"/>
              </a:lnSpc>
              <a:spcBef>
                <a:spcPts val="952"/>
              </a:spcBef>
              <a:spcAft>
                <a:spcPts val="0"/>
              </a:spcAft>
              <a:buClr>
                <a:schemeClr val="accent1"/>
              </a:buClr>
              <a:buSzPct val="90000"/>
              <a:buFont typeface="Arial" panose="020B0604020202020204" pitchFamily="34" charset="0"/>
              <a:buChar char="•"/>
              <a:defRPr lang="en-US" sz="1200" kern="1200" smtClean="0">
                <a:solidFill>
                  <a:schemeClr val="tx1"/>
                </a:solidFill>
                <a:latin typeface="+mn-lt"/>
                <a:ea typeface="Volvo Broad Pro" panose="02000606020000020004" pitchFamily="50" charset="0"/>
                <a:cs typeface="+mn-cs"/>
              </a:defRPr>
            </a:lvl3pPr>
            <a:lvl4pPr marL="598488" indent="-134938"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4pPr>
            <a:lvl5pPr marL="730250" indent="-123825"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5pPr>
            <a:lvl6pPr marL="266120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6pPr>
            <a:lvl7pPr marL="3145056"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7pPr>
            <a:lvl8pPr marL="362891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8pPr>
            <a:lvl9pPr marL="4112765"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9pPr>
          </a:lstStyle>
          <a:p>
            <a:pPr marL="0" indent="0">
              <a:buFont typeface="Arial" panose="020B0604020202020204" pitchFamily="34" charset="0"/>
              <a:buNone/>
            </a:pPr>
            <a:r>
              <a:rPr lang="sv-SE">
                <a:solidFill>
                  <a:schemeClr val="bg1"/>
                </a:solidFill>
              </a:rPr>
              <a:t>  </a:t>
            </a:r>
            <a:r>
              <a:rPr lang="sv-SE" b="1">
                <a:solidFill>
                  <a:schemeClr val="bg1"/>
                </a:solidFill>
              </a:rPr>
              <a:t>The Problem?</a:t>
            </a:r>
          </a:p>
          <a:p>
            <a:pPr marL="176213" lvl="1" indent="0">
              <a:buNone/>
            </a:pPr>
            <a:r>
              <a:rPr lang="en-US" sz="1000">
                <a:solidFill>
                  <a:schemeClr val="bg1"/>
                </a:solidFill>
              </a:rPr>
              <a:t>Data sharing is complex, and generating real value often entails significant infrastructure costs. Additionally, legal regulations such as GDPR and security concerns pose obstacles or cause lengthy delays in developing solutions. </a:t>
            </a:r>
          </a:p>
          <a:p>
            <a:pPr marL="176213" lvl="1" indent="0">
              <a:buNone/>
            </a:pPr>
            <a:r>
              <a:rPr lang="en-US" sz="1000">
                <a:solidFill>
                  <a:schemeClr val="bg1"/>
                </a:solidFill>
              </a:rPr>
              <a:t>Running AI demands substantial data and computing power. Vehicle-based computing, particularly AI processing, is a limited resource. Relying on cloud computing introduces high data transfer costs, latency issues, and further complications related to legal frameworks like GDPR.</a:t>
            </a:r>
          </a:p>
          <a:p>
            <a:pPr marL="176213" lvl="1" indent="0">
              <a:buNone/>
            </a:pPr>
            <a:r>
              <a:rPr lang="en-US" sz="1000">
                <a:solidFill>
                  <a:schemeClr val="bg1"/>
                </a:solidFill>
              </a:rPr>
              <a:t>Cotwin aims to address these challenges comprehensively.</a:t>
            </a:r>
            <a:r>
              <a:rPr lang="sv-SE" sz="1000">
                <a:solidFill>
                  <a:schemeClr val="bg1"/>
                </a:solidFill>
              </a:rPr>
              <a:t>  </a:t>
            </a:r>
          </a:p>
          <a:p>
            <a:pPr marL="0" indent="0">
              <a:buFont typeface="Arial" panose="020B0604020202020204" pitchFamily="34" charset="0"/>
              <a:buNone/>
            </a:pPr>
            <a:endParaRPr lang="sv-SE">
              <a:solidFill>
                <a:schemeClr val="bg1"/>
              </a:solidFill>
            </a:endParaRPr>
          </a:p>
        </p:txBody>
      </p:sp>
    </p:spTree>
    <p:extLst>
      <p:ext uri="{BB962C8B-B14F-4D97-AF65-F5344CB8AC3E}">
        <p14:creationId xmlns:p14="http://schemas.microsoft.com/office/powerpoint/2010/main" val="4253222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8A04CE3-B62B-C224-D129-3137E67E5B21}"/>
              </a:ext>
            </a:extLst>
          </p:cNvPr>
          <p:cNvPicPr>
            <a:picLocks noChangeAspect="1"/>
          </p:cNvPicPr>
          <p:nvPr/>
        </p:nvPicPr>
        <p:blipFill>
          <a:blip r:embed="rId3"/>
          <a:stretch>
            <a:fillRect/>
          </a:stretch>
        </p:blipFill>
        <p:spPr>
          <a:xfrm>
            <a:off x="5833833" y="864395"/>
            <a:ext cx="9150529" cy="5103880"/>
          </a:xfrm>
          <a:prstGeom prst="rect">
            <a:avLst/>
          </a:prstGeom>
        </p:spPr>
      </p:pic>
      <p:sp>
        <p:nvSpPr>
          <p:cNvPr id="2" name="Date Placeholder 1">
            <a:extLst>
              <a:ext uri="{FF2B5EF4-FFF2-40B4-BE49-F238E27FC236}">
                <a16:creationId xmlns:a16="http://schemas.microsoft.com/office/drawing/2014/main" id="{99CDE860-BB97-0B40-858E-1006AC09ABE8}"/>
              </a:ext>
            </a:extLst>
          </p:cNvPr>
          <p:cNvSpPr>
            <a:spLocks noGrp="1"/>
          </p:cNvSpPr>
          <p:nvPr>
            <p:ph type="dt" sz="half" idx="10"/>
          </p:nvPr>
        </p:nvSpPr>
        <p:spPr/>
        <p:txBody>
          <a:bodyPr/>
          <a:lstStyle/>
          <a:p>
            <a:fld id="{7D066024-BDB2-47DE-94A8-08E253B914A1}" type="datetime3">
              <a:rPr lang="en-US" smtClean="0"/>
              <a:t>27 August 2025</a:t>
            </a:fld>
            <a:endParaRPr lang="en-US"/>
          </a:p>
        </p:txBody>
      </p:sp>
      <p:sp>
        <p:nvSpPr>
          <p:cNvPr id="3" name="Footer Placeholder 2">
            <a:extLst>
              <a:ext uri="{FF2B5EF4-FFF2-40B4-BE49-F238E27FC236}">
                <a16:creationId xmlns:a16="http://schemas.microsoft.com/office/drawing/2014/main" id="{6EF99BE3-F40B-30C5-8DB3-7AEF090C185B}"/>
              </a:ext>
            </a:extLst>
          </p:cNvPr>
          <p:cNvSpPr>
            <a:spLocks noGrp="1"/>
          </p:cNvSpPr>
          <p:nvPr>
            <p:ph type="ftr" sz="quarter" idx="11"/>
          </p:nvPr>
        </p:nvSpPr>
        <p:spPr/>
        <p:txBody>
          <a:bodyPr/>
          <a:lstStyle/>
          <a:p>
            <a:r>
              <a:rPr lang="en-US"/>
              <a:t>Project and Product Strategy Office / Public Projects | Proposal Prioritization/ Maria L-</a:t>
            </a:r>
            <a:r>
              <a:rPr lang="en-US" err="1"/>
              <a:t>Miskimin</a:t>
            </a:r>
            <a:r>
              <a:rPr lang="en-US"/>
              <a:t> | INTERNAL</a:t>
            </a:r>
          </a:p>
        </p:txBody>
      </p:sp>
      <p:sp>
        <p:nvSpPr>
          <p:cNvPr id="4" name="Slide Number Placeholder 3">
            <a:extLst>
              <a:ext uri="{FF2B5EF4-FFF2-40B4-BE49-F238E27FC236}">
                <a16:creationId xmlns:a16="http://schemas.microsoft.com/office/drawing/2014/main" id="{F7EA8A3F-78D7-35CC-33EE-60F0FECCE26F}"/>
              </a:ext>
            </a:extLst>
          </p:cNvPr>
          <p:cNvSpPr>
            <a:spLocks noGrp="1"/>
          </p:cNvSpPr>
          <p:nvPr>
            <p:ph type="sldNum" sz="quarter" idx="12"/>
          </p:nvPr>
        </p:nvSpPr>
        <p:spPr/>
        <p:txBody>
          <a:bodyPr/>
          <a:lstStyle/>
          <a:p>
            <a:fld id="{F4BB9EDD-1740-4E4A-8601-A7D0893F42E6}" type="slidenum">
              <a:rPr lang="en-US" smtClean="0"/>
              <a:pPr/>
              <a:t>6</a:t>
            </a:fld>
            <a:endParaRPr lang="en-US"/>
          </a:p>
        </p:txBody>
      </p:sp>
      <p:sp>
        <p:nvSpPr>
          <p:cNvPr id="12" name="Text Placeholder 11">
            <a:extLst>
              <a:ext uri="{FF2B5EF4-FFF2-40B4-BE49-F238E27FC236}">
                <a16:creationId xmlns:a16="http://schemas.microsoft.com/office/drawing/2014/main" id="{0594EBD0-E8BF-7015-FD70-43469D329305}"/>
              </a:ext>
            </a:extLst>
          </p:cNvPr>
          <p:cNvSpPr>
            <a:spLocks noGrp="1"/>
          </p:cNvSpPr>
          <p:nvPr>
            <p:ph type="body" sz="quarter" idx="21"/>
          </p:nvPr>
        </p:nvSpPr>
        <p:spPr/>
        <p:txBody>
          <a:bodyPr/>
          <a:lstStyle/>
          <a:p>
            <a:endParaRPr lang="en-US"/>
          </a:p>
        </p:txBody>
      </p:sp>
      <p:pic>
        <p:nvPicPr>
          <p:cNvPr id="13" name="Picture 12">
            <a:extLst>
              <a:ext uri="{FF2B5EF4-FFF2-40B4-BE49-F238E27FC236}">
                <a16:creationId xmlns:a16="http://schemas.microsoft.com/office/drawing/2014/main" id="{CDA2738B-E4ED-14B4-6674-4023326D96AD}"/>
              </a:ext>
            </a:extLst>
          </p:cNvPr>
          <p:cNvPicPr>
            <a:picLocks noChangeAspect="1"/>
          </p:cNvPicPr>
          <p:nvPr/>
        </p:nvPicPr>
        <p:blipFill>
          <a:blip r:embed="rId4"/>
          <a:stretch>
            <a:fillRect/>
          </a:stretch>
        </p:blipFill>
        <p:spPr>
          <a:xfrm>
            <a:off x="6848740" y="3439384"/>
            <a:ext cx="3807825" cy="2554221"/>
          </a:xfrm>
          <a:prstGeom prst="rect">
            <a:avLst/>
          </a:prstGeom>
        </p:spPr>
      </p:pic>
      <p:pic>
        <p:nvPicPr>
          <p:cNvPr id="1026" name="Picture 2">
            <a:extLst>
              <a:ext uri="{FF2B5EF4-FFF2-40B4-BE49-F238E27FC236}">
                <a16:creationId xmlns:a16="http://schemas.microsoft.com/office/drawing/2014/main" id="{3B1C2B78-16AA-285D-B30F-1F315F43510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60631" y="889725"/>
            <a:ext cx="4566104" cy="2837812"/>
          </a:xfrm>
          <a:prstGeom prst="rect">
            <a:avLst/>
          </a:prstGeom>
          <a:noFill/>
          <a:extLst>
            <a:ext uri="{909E8E84-426E-40DD-AFC4-6F175D3DCCD1}">
              <a14:hiddenFill xmlns:a14="http://schemas.microsoft.com/office/drawing/2010/main">
                <a:solidFill>
                  <a:srgbClr val="FFFFFF"/>
                </a:solidFill>
              </a14:hiddenFill>
            </a:ext>
          </a:extLst>
        </p:spPr>
      </p:pic>
      <p:sp>
        <p:nvSpPr>
          <p:cNvPr id="8" name="Title 9">
            <a:extLst>
              <a:ext uri="{FF2B5EF4-FFF2-40B4-BE49-F238E27FC236}">
                <a16:creationId xmlns:a16="http://schemas.microsoft.com/office/drawing/2014/main" id="{B3C2B266-6B3F-C832-684E-9C90AE2B6B0B}"/>
              </a:ext>
            </a:extLst>
          </p:cNvPr>
          <p:cNvSpPr txBox="1">
            <a:spLocks/>
          </p:cNvSpPr>
          <p:nvPr/>
        </p:nvSpPr>
        <p:spPr>
          <a:xfrm>
            <a:off x="828945" y="3420420"/>
            <a:ext cx="5681724" cy="397666"/>
          </a:xfrm>
          <a:prstGeom prst="rect">
            <a:avLst/>
          </a:prstGeom>
        </p:spPr>
        <p:txBody>
          <a:bodyPr vert="horz" wrap="square" lIns="0" tIns="45720" rIns="91440" bIns="0" rtlCol="0" anchor="b" anchorCtr="0">
            <a:noAutofit/>
          </a:bodyPr>
          <a:lstStyle>
            <a:lvl1pPr algn="l" defTabSz="967710" rtl="0" eaLnBrk="1" latinLnBrk="0" hangingPunct="1">
              <a:lnSpc>
                <a:spcPct val="100000"/>
              </a:lnSpc>
              <a:spcBef>
                <a:spcPct val="0"/>
              </a:spcBef>
              <a:buNone/>
              <a:defRPr lang="en-US" sz="2400" b="0" kern="1200">
                <a:solidFill>
                  <a:schemeClr val="tx1"/>
                </a:solidFill>
                <a:latin typeface="+mj-lt"/>
                <a:ea typeface="+mj-ea"/>
                <a:cs typeface="+mn-cs"/>
              </a:defRPr>
            </a:lvl1pPr>
          </a:lstStyle>
          <a:p>
            <a:endParaRPr lang="sv-SE"/>
          </a:p>
        </p:txBody>
      </p:sp>
      <p:sp>
        <p:nvSpPr>
          <p:cNvPr id="9" name="Text Placeholder 6">
            <a:extLst>
              <a:ext uri="{FF2B5EF4-FFF2-40B4-BE49-F238E27FC236}">
                <a16:creationId xmlns:a16="http://schemas.microsoft.com/office/drawing/2014/main" id="{5A000CF3-6683-2404-A1C7-7DBCD9C0E462}"/>
              </a:ext>
            </a:extLst>
          </p:cNvPr>
          <p:cNvSpPr txBox="1">
            <a:spLocks/>
          </p:cNvSpPr>
          <p:nvPr/>
        </p:nvSpPr>
        <p:spPr>
          <a:xfrm>
            <a:off x="806351" y="864395"/>
            <a:ext cx="5704317" cy="5103880"/>
          </a:xfrm>
          <a:prstGeom prst="rect">
            <a:avLst/>
          </a:prstGeom>
          <a:solidFill>
            <a:schemeClr val="tx1"/>
          </a:solidFill>
        </p:spPr>
        <p:txBody>
          <a:bodyPr vert="horz" lIns="0" tIns="45720" rIns="91440" bIns="45720" rtlCol="0" anchor="t">
            <a:noAutofit/>
          </a:bodyPr>
          <a:lstStyle>
            <a:lvl1pPr marL="0" indent="0" algn="l" defTabSz="967710" rtl="0" eaLnBrk="1" fontAlgn="base" latinLnBrk="0" hangingPunct="1">
              <a:lnSpc>
                <a:spcPct val="120000"/>
              </a:lnSpc>
              <a:spcBef>
                <a:spcPts val="952"/>
              </a:spcBef>
              <a:spcAft>
                <a:spcPts val="0"/>
              </a:spcAft>
              <a:buClr>
                <a:schemeClr val="accent1"/>
              </a:buClr>
              <a:buFontTx/>
              <a:buNone/>
              <a:defRPr lang="en-US" sz="1400" kern="1200">
                <a:solidFill>
                  <a:schemeClr val="tx1"/>
                </a:solidFill>
                <a:latin typeface="+mn-lt"/>
                <a:ea typeface="Volvo Broad Pro" panose="02000606020000020004" pitchFamily="50" charset="0"/>
                <a:cs typeface="+mn-cs"/>
              </a:defRPr>
            </a:lvl1pPr>
            <a:lvl2pPr marL="163513" indent="0" algn="l" defTabSz="967710" rtl="0" eaLnBrk="1" latinLnBrk="0" hangingPunct="1">
              <a:lnSpc>
                <a:spcPct val="114000"/>
              </a:lnSpc>
              <a:spcBef>
                <a:spcPts val="952"/>
              </a:spcBef>
              <a:spcAft>
                <a:spcPts val="0"/>
              </a:spcAft>
              <a:buClr>
                <a:schemeClr val="accent1"/>
              </a:buClr>
              <a:buFontTx/>
              <a:buNone/>
              <a:defRPr sz="1200" kern="1200">
                <a:solidFill>
                  <a:schemeClr val="tx1"/>
                </a:solidFill>
                <a:latin typeface="+mn-lt"/>
                <a:ea typeface="Volvo Broad Pro" panose="02000606020000020004" pitchFamily="50" charset="0"/>
                <a:cs typeface="+mn-cs"/>
              </a:defRPr>
            </a:lvl2pPr>
            <a:lvl3pPr marL="339725" indent="0" algn="l" defTabSz="967710" rtl="0" eaLnBrk="1" fontAlgn="base" latinLnBrk="0" hangingPunct="1">
              <a:lnSpc>
                <a:spcPct val="114000"/>
              </a:lnSpc>
              <a:spcBef>
                <a:spcPts val="952"/>
              </a:spcBef>
              <a:spcAft>
                <a:spcPts val="0"/>
              </a:spcAft>
              <a:buClr>
                <a:schemeClr val="accent1"/>
              </a:buClr>
              <a:buSzPct val="90000"/>
              <a:buFont typeface="Arial" panose="020B0604020202020204" pitchFamily="34" charset="0"/>
              <a:buNone/>
              <a:defRPr lang="en-US" sz="1200" kern="1200">
                <a:solidFill>
                  <a:schemeClr val="tx1"/>
                </a:solidFill>
                <a:latin typeface="+mn-lt"/>
                <a:ea typeface="Volvo Broad Pro" panose="02000606020000020004" pitchFamily="50" charset="0"/>
                <a:cs typeface="+mn-cs"/>
              </a:defRPr>
            </a:lvl3pPr>
            <a:lvl4pPr marL="598488" indent="-134938"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4pPr>
            <a:lvl5pPr marL="730250" indent="-123825"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5pPr>
            <a:lvl6pPr marL="266120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6pPr>
            <a:lvl7pPr marL="3145056"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7pPr>
            <a:lvl8pPr marL="362891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8pPr>
            <a:lvl9pPr marL="4112765"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9pPr>
          </a:lstStyle>
          <a:p>
            <a:pPr marL="163195" lvl="1">
              <a:spcBef>
                <a:spcPts val="600"/>
              </a:spcBef>
              <a:buClr>
                <a:srgbClr val="53565A"/>
              </a:buClr>
              <a:defRPr/>
            </a:pPr>
            <a:r>
              <a:rPr lang="en-US" sz="2000" b="1">
                <a:solidFill>
                  <a:schemeClr val="bg1"/>
                </a:solidFill>
                <a:latin typeface="Volvo Novum"/>
                <a:cs typeface="Arial"/>
              </a:rPr>
              <a:t>The Solution</a:t>
            </a:r>
            <a:endParaRPr lang="en-US">
              <a:solidFill>
                <a:schemeClr val="bg1"/>
              </a:solidFill>
            </a:endParaRPr>
          </a:p>
          <a:p>
            <a:pPr marL="163195" lvl="1">
              <a:spcBef>
                <a:spcPts val="600"/>
              </a:spcBef>
              <a:buClr>
                <a:srgbClr val="53565A"/>
              </a:buClr>
              <a:defRPr/>
            </a:pPr>
            <a:endParaRPr lang="en-US">
              <a:solidFill>
                <a:schemeClr val="bg1"/>
              </a:solidFill>
              <a:latin typeface="Volvo Novum"/>
              <a:cs typeface="Arial"/>
            </a:endParaRPr>
          </a:p>
          <a:p>
            <a:pPr marL="163195" lvl="1">
              <a:lnSpc>
                <a:spcPct val="113999"/>
              </a:lnSpc>
            </a:pPr>
            <a:r>
              <a:rPr lang="en-US" sz="1050">
                <a:solidFill>
                  <a:schemeClr val="bg1"/>
                </a:solidFill>
              </a:rPr>
              <a:t>To address data transfer costs, legal challenges, and the lack of onboard computing power, we propose implementing edge computing. </a:t>
            </a:r>
          </a:p>
          <a:p>
            <a:pPr marL="163195" lvl="1">
              <a:lnSpc>
                <a:spcPct val="113999"/>
              </a:lnSpc>
            </a:pPr>
            <a:r>
              <a:rPr lang="en-US" sz="1050">
                <a:solidFill>
                  <a:schemeClr val="bg1"/>
                </a:solidFill>
              </a:rPr>
              <a:t>Edge computing can take various forms; for Volvo, it involves onboard computing in trucks, while for others, it might be roadside camera units with additional computational capabilities.</a:t>
            </a:r>
            <a:r>
              <a:rPr lang="sv-SE" sz="1050">
                <a:solidFill>
                  <a:schemeClr val="bg1"/>
                </a:solidFill>
              </a:rPr>
              <a:t> </a:t>
            </a:r>
            <a:endParaRPr lang="en-US" sz="1050">
              <a:solidFill>
                <a:schemeClr val="bg1"/>
              </a:solidFill>
            </a:endParaRPr>
          </a:p>
          <a:p>
            <a:pPr marL="163195" lvl="1">
              <a:lnSpc>
                <a:spcPct val="113999"/>
              </a:lnSpc>
            </a:pPr>
            <a:r>
              <a:rPr lang="en-US" sz="1050">
                <a:solidFill>
                  <a:schemeClr val="bg1"/>
                </a:solidFill>
                <a:latin typeface="Volvo Novum"/>
                <a:cs typeface="Arial"/>
              </a:rPr>
              <a:t>In the </a:t>
            </a:r>
            <a:r>
              <a:rPr lang="en-US" sz="1050" err="1">
                <a:solidFill>
                  <a:schemeClr val="bg1"/>
                </a:solidFill>
                <a:latin typeface="Volvo Novum"/>
                <a:cs typeface="Arial"/>
              </a:rPr>
              <a:t>CoTwin</a:t>
            </a:r>
            <a:r>
              <a:rPr lang="en-US" sz="1050">
                <a:solidFill>
                  <a:schemeClr val="bg1"/>
                </a:solidFill>
                <a:latin typeface="Volvo Novum"/>
                <a:cs typeface="Arial"/>
              </a:rPr>
              <a:t> project, the "Edge" refers to computing just behind the base stations, potentially becoming part of future telecom infrastructure provided by Ericsson and operators here represented by Asta Zero (Telia). </a:t>
            </a:r>
          </a:p>
          <a:p>
            <a:pPr marL="163195" lvl="1">
              <a:lnSpc>
                <a:spcPct val="113999"/>
              </a:lnSpc>
            </a:pPr>
            <a:r>
              <a:rPr lang="en-US" sz="1050">
                <a:solidFill>
                  <a:schemeClr val="bg1"/>
                </a:solidFill>
                <a:latin typeface="Volvo Novum"/>
                <a:cs typeface="Arial"/>
              </a:rPr>
              <a:t>This Edge is equipped with state-of-the-art secure computing and data-sharing technology provided by </a:t>
            </a:r>
            <a:r>
              <a:rPr lang="en-US" sz="1050" err="1">
                <a:solidFill>
                  <a:schemeClr val="bg1"/>
                </a:solidFill>
                <a:latin typeface="Volvo Novum"/>
                <a:cs typeface="Arial"/>
              </a:rPr>
              <a:t>CanaryBit</a:t>
            </a:r>
            <a:r>
              <a:rPr lang="en-US" sz="1050">
                <a:solidFill>
                  <a:schemeClr val="bg1"/>
                </a:solidFill>
                <a:latin typeface="Volvo Novum"/>
                <a:cs typeface="Arial"/>
              </a:rPr>
              <a:t>. </a:t>
            </a:r>
          </a:p>
          <a:p>
            <a:pPr marL="163195" lvl="1">
              <a:lnSpc>
                <a:spcPct val="113999"/>
              </a:lnSpc>
            </a:pPr>
            <a:r>
              <a:rPr lang="en-US" sz="1050">
                <a:solidFill>
                  <a:schemeClr val="bg1"/>
                </a:solidFill>
                <a:latin typeface="Volvo Novum"/>
                <a:cs typeface="Arial"/>
              </a:rPr>
              <a:t>Sensor data collected from Volvo Group vehicles and other infrastructure sensors can be processed at this Edge and shared both within the Edge and with traditional cloud computing systems.</a:t>
            </a:r>
          </a:p>
          <a:p>
            <a:pPr marL="163195" lvl="1">
              <a:lnSpc>
                <a:spcPct val="113999"/>
              </a:lnSpc>
            </a:pPr>
            <a:r>
              <a:rPr lang="en-US" sz="1050">
                <a:solidFill>
                  <a:schemeClr val="bg1"/>
                </a:solidFill>
                <a:latin typeface="Volvo Novum"/>
                <a:cs typeface="Arial"/>
              </a:rPr>
              <a:t>A key innovation in this project is a legal investigation conducted with IMY (</a:t>
            </a:r>
            <a:r>
              <a:rPr lang="en-US" sz="1050" err="1">
                <a:solidFill>
                  <a:schemeClr val="bg1"/>
                </a:solidFill>
                <a:latin typeface="Volvo Novum"/>
                <a:cs typeface="Arial"/>
              </a:rPr>
              <a:t>Integritetsskyddsmyndigheten</a:t>
            </a:r>
            <a:r>
              <a:rPr lang="en-US" sz="1050">
                <a:solidFill>
                  <a:schemeClr val="bg1"/>
                </a:solidFill>
                <a:latin typeface="Volvo Novum"/>
                <a:cs typeface="Arial"/>
              </a:rPr>
              <a:t>) to determine if this computing can be considered GDPR-compliant/free. In practice, this would mean that Volvo-specific data processing in </a:t>
            </a:r>
            <a:r>
              <a:rPr lang="en-US" sz="1050" err="1">
                <a:solidFill>
                  <a:schemeClr val="bg1"/>
                </a:solidFill>
                <a:latin typeface="Volvo Novum"/>
                <a:cs typeface="Arial"/>
              </a:rPr>
              <a:t>CoTwin</a:t>
            </a:r>
            <a:r>
              <a:rPr lang="en-US" sz="1050">
                <a:solidFill>
                  <a:schemeClr val="bg1"/>
                </a:solidFill>
                <a:latin typeface="Volvo Novum"/>
                <a:cs typeface="Arial"/>
              </a:rPr>
              <a:t> would be treated as if it were processed within the truck.</a:t>
            </a:r>
          </a:p>
          <a:p>
            <a:pPr lvl="0">
              <a:spcBef>
                <a:spcPts val="600"/>
              </a:spcBef>
              <a:buClr>
                <a:srgbClr val="53565A"/>
              </a:buClr>
              <a:defRPr/>
            </a:pPr>
            <a:endParaRPr lang="en-US">
              <a:solidFill>
                <a:schemeClr val="bg1"/>
              </a:solidFill>
              <a:latin typeface="Volvo Novum"/>
              <a:cs typeface="Arial"/>
            </a:endParaRPr>
          </a:p>
        </p:txBody>
      </p:sp>
    </p:spTree>
    <p:extLst>
      <p:ext uri="{BB962C8B-B14F-4D97-AF65-F5344CB8AC3E}">
        <p14:creationId xmlns:p14="http://schemas.microsoft.com/office/powerpoint/2010/main" val="2605414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BC41F-9ACD-69BB-2D85-FBB159944F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33F02AF-93C3-BC7E-42AB-A013D940251D}"/>
              </a:ext>
            </a:extLst>
          </p:cNvPr>
          <p:cNvSpPr>
            <a:spLocks noGrp="1"/>
          </p:cNvSpPr>
          <p:nvPr>
            <p:ph type="title"/>
          </p:nvPr>
        </p:nvSpPr>
        <p:spPr>
          <a:xfrm>
            <a:off x="1058327" y="4545042"/>
            <a:ext cx="8188657" cy="1135374"/>
          </a:xfrm>
        </p:spPr>
        <p:txBody>
          <a:bodyPr/>
          <a:lstStyle/>
          <a:p>
            <a:pPr algn="l"/>
            <a:r>
              <a:rPr lang="sv-SE" sz="9600"/>
              <a:t>Use Case</a:t>
            </a:r>
          </a:p>
        </p:txBody>
      </p:sp>
      <p:sp>
        <p:nvSpPr>
          <p:cNvPr id="4" name="Text Placeholder 3">
            <a:extLst>
              <a:ext uri="{FF2B5EF4-FFF2-40B4-BE49-F238E27FC236}">
                <a16:creationId xmlns:a16="http://schemas.microsoft.com/office/drawing/2014/main" id="{B16CF636-DFC2-1672-E659-6F34446FCB8D}"/>
              </a:ext>
            </a:extLst>
          </p:cNvPr>
          <p:cNvSpPr>
            <a:spLocks noGrp="1"/>
          </p:cNvSpPr>
          <p:nvPr>
            <p:ph type="body" sz="quarter" idx="21"/>
          </p:nvPr>
        </p:nvSpPr>
        <p:spPr/>
        <p:txBody>
          <a:bodyPr/>
          <a:lstStyle/>
          <a:p>
            <a:endParaRPr lang="sv-SE"/>
          </a:p>
        </p:txBody>
      </p:sp>
      <p:sp>
        <p:nvSpPr>
          <p:cNvPr id="5" name="Date Placeholder 2">
            <a:extLst>
              <a:ext uri="{FF2B5EF4-FFF2-40B4-BE49-F238E27FC236}">
                <a16:creationId xmlns:a16="http://schemas.microsoft.com/office/drawing/2014/main" id="{D51DA126-2734-1019-40A5-D3C548536E27}"/>
              </a:ext>
            </a:extLst>
          </p:cNvPr>
          <p:cNvSpPr txBox="1">
            <a:spLocks/>
          </p:cNvSpPr>
          <p:nvPr/>
        </p:nvSpPr>
        <p:spPr bwMode="auto">
          <a:xfrm>
            <a:off x="10598734" y="6379336"/>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r"/>
            <a:r>
              <a:rPr lang="en-US"/>
              <a:t>2025</a:t>
            </a:r>
          </a:p>
        </p:txBody>
      </p:sp>
      <p:sp>
        <p:nvSpPr>
          <p:cNvPr id="6" name="Footer Placeholder 3">
            <a:extLst>
              <a:ext uri="{FF2B5EF4-FFF2-40B4-BE49-F238E27FC236}">
                <a16:creationId xmlns:a16="http://schemas.microsoft.com/office/drawing/2014/main" id="{30FB05BC-0882-9B81-C01F-EA13D449A50A}"/>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l"/>
            <a:r>
              <a:rPr lang="en-US"/>
              <a:t> Summer worker | Internal</a:t>
            </a:r>
          </a:p>
        </p:txBody>
      </p:sp>
    </p:spTree>
    <p:extLst>
      <p:ext uri="{BB962C8B-B14F-4D97-AF65-F5344CB8AC3E}">
        <p14:creationId xmlns:p14="http://schemas.microsoft.com/office/powerpoint/2010/main" val="1298268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6CBCE-38AA-DC4D-9A70-C05395499B77}"/>
              </a:ext>
            </a:extLst>
          </p:cNvPr>
          <p:cNvSpPr>
            <a:spLocks noGrp="1"/>
          </p:cNvSpPr>
          <p:nvPr>
            <p:ph type="title"/>
          </p:nvPr>
        </p:nvSpPr>
        <p:spPr>
          <a:xfrm>
            <a:off x="826567" y="847123"/>
            <a:ext cx="3859397" cy="602439"/>
          </a:xfrm>
        </p:spPr>
        <p:txBody>
          <a:bodyPr anchor="t">
            <a:normAutofit/>
          </a:bodyPr>
          <a:lstStyle/>
          <a:p>
            <a:r>
              <a:rPr lang="sv-SE"/>
              <a:t>Use Case </a:t>
            </a:r>
            <a:endParaRPr lang="en-US"/>
          </a:p>
        </p:txBody>
      </p:sp>
      <p:sp>
        <p:nvSpPr>
          <p:cNvPr id="3" name="Content Placeholder 2">
            <a:extLst>
              <a:ext uri="{FF2B5EF4-FFF2-40B4-BE49-F238E27FC236}">
                <a16:creationId xmlns:a16="http://schemas.microsoft.com/office/drawing/2014/main" id="{C18EE0C2-5BC5-347E-AEC2-14EAB8818284}"/>
              </a:ext>
            </a:extLst>
          </p:cNvPr>
          <p:cNvSpPr>
            <a:spLocks noGrp="1"/>
          </p:cNvSpPr>
          <p:nvPr>
            <p:ph type="body" sz="half" idx="2"/>
          </p:nvPr>
        </p:nvSpPr>
        <p:spPr>
          <a:xfrm>
            <a:off x="516367" y="1952692"/>
            <a:ext cx="4442908" cy="3178699"/>
          </a:xfrm>
        </p:spPr>
        <p:txBody>
          <a:bodyPr>
            <a:noAutofit/>
          </a:bodyPr>
          <a:lstStyle/>
          <a:p>
            <a:pPr lvl="1">
              <a:lnSpc>
                <a:spcPct val="110000"/>
              </a:lnSpc>
            </a:pPr>
            <a:r>
              <a:rPr lang="sv-SE" sz="1600" b="1"/>
              <a:t>From:</a:t>
            </a:r>
            <a:r>
              <a:rPr lang="sv-SE" sz="1600"/>
              <a:t> Gothenburg Municipality</a:t>
            </a:r>
          </a:p>
          <a:p>
            <a:pPr lvl="1">
              <a:lnSpc>
                <a:spcPct val="110000"/>
              </a:lnSpc>
            </a:pPr>
            <a:r>
              <a:rPr lang="sv-SE" sz="1600" b="1"/>
              <a:t>Problem: </a:t>
            </a:r>
          </a:p>
          <a:p>
            <a:pPr marL="742950" lvl="1" indent="-285750">
              <a:lnSpc>
                <a:spcPct val="110000"/>
              </a:lnSpc>
              <a:buFont typeface="Arial" panose="020B0604020202020204" pitchFamily="34" charset="0"/>
              <a:buChar char="•"/>
            </a:pPr>
            <a:r>
              <a:rPr lang="sv-SE" sz="1600"/>
              <a:t>Very difficult to maintain and track road signs</a:t>
            </a:r>
          </a:p>
          <a:p>
            <a:pPr marL="742950" lvl="1" indent="-285750">
              <a:lnSpc>
                <a:spcPct val="110000"/>
              </a:lnSpc>
              <a:buFont typeface="Arial" panose="020B0604020202020204" pitchFamily="34" charset="0"/>
              <a:buChar char="•"/>
            </a:pPr>
            <a:r>
              <a:rPr lang="sv-SE" sz="1600"/>
              <a:t>Very expensive and time consuming to send people out for checking every location and condition of each road sign </a:t>
            </a:r>
          </a:p>
          <a:p>
            <a:pPr marL="742950" lvl="1" indent="-285750">
              <a:lnSpc>
                <a:spcPct val="110000"/>
              </a:lnSpc>
              <a:buFont typeface="Arial" panose="020B0604020202020204" pitchFamily="34" charset="0"/>
              <a:buChar char="•"/>
            </a:pPr>
            <a:r>
              <a:rPr lang="sv-SE" sz="1600"/>
              <a:t>Huge safety gap </a:t>
            </a:r>
          </a:p>
          <a:p>
            <a:pPr marL="457200" lvl="1" indent="0">
              <a:lnSpc>
                <a:spcPct val="110000"/>
              </a:lnSpc>
              <a:buNone/>
            </a:pPr>
            <a:endParaRPr lang="sv-SE" sz="1600"/>
          </a:p>
          <a:p>
            <a:pPr marL="457200" lvl="1" indent="0">
              <a:lnSpc>
                <a:spcPct val="110000"/>
              </a:lnSpc>
              <a:buNone/>
            </a:pPr>
            <a:endParaRPr lang="en-US" sz="1600"/>
          </a:p>
        </p:txBody>
      </p:sp>
      <p:sp>
        <p:nvSpPr>
          <p:cNvPr id="1050" name="Footer Placeholder 5">
            <a:extLst>
              <a:ext uri="{FF2B5EF4-FFF2-40B4-BE49-F238E27FC236}">
                <a16:creationId xmlns:a16="http://schemas.microsoft.com/office/drawing/2014/main" id="{570C0B85-1DDE-4BF4-A4C9-5E969B1536AC}"/>
              </a:ext>
            </a:extLst>
          </p:cNvPr>
          <p:cNvSpPr>
            <a:spLocks noGrp="1"/>
          </p:cNvSpPr>
          <p:nvPr>
            <p:ph type="ftr" sz="quarter" idx="11"/>
          </p:nvPr>
        </p:nvSpPr>
        <p:spPr>
          <a:xfrm>
            <a:off x="6767622" y="6356350"/>
            <a:ext cx="4040373" cy="365125"/>
          </a:xfrm>
        </p:spPr>
        <p:txBody>
          <a:bodyPr/>
          <a:lstStyle/>
          <a:p>
            <a:pPr>
              <a:spcAft>
                <a:spcPts val="600"/>
              </a:spcAft>
            </a:pPr>
            <a:r>
              <a:rPr lang="en-US"/>
              <a:t>
              </a:t>
            </a:r>
          </a:p>
        </p:txBody>
      </p:sp>
      <p:sp>
        <p:nvSpPr>
          <p:cNvPr id="1051" name="Slide Number Placeholder 6">
            <a:extLst>
              <a:ext uri="{FF2B5EF4-FFF2-40B4-BE49-F238E27FC236}">
                <a16:creationId xmlns:a16="http://schemas.microsoft.com/office/drawing/2014/main" id="{04D2CE0C-4B09-1490-B610-DFC4E967341A}"/>
              </a:ext>
            </a:extLst>
          </p:cNvPr>
          <p:cNvSpPr>
            <a:spLocks noGrp="1"/>
          </p:cNvSpPr>
          <p:nvPr>
            <p:ph type="sldNum" sz="quarter" idx="12"/>
          </p:nvPr>
        </p:nvSpPr>
        <p:spPr>
          <a:xfrm>
            <a:off x="10807995" y="6356350"/>
            <a:ext cx="723014" cy="365125"/>
          </a:xfrm>
        </p:spPr>
        <p:txBody>
          <a:bodyPr/>
          <a:lstStyle/>
          <a:p>
            <a:pPr>
              <a:spcAft>
                <a:spcPts val="600"/>
              </a:spcAft>
            </a:pPr>
            <a:fld id="{70C12960-6E85-460F-B6E3-5B82CB31AF3D}" type="slidenum">
              <a:rPr lang="en-US" dirty="0"/>
              <a:pPr>
                <a:spcAft>
                  <a:spcPts val="600"/>
                </a:spcAft>
              </a:pPr>
              <a:t>8</a:t>
            </a:fld>
            <a:endParaRPr lang="en-US"/>
          </a:p>
        </p:txBody>
      </p:sp>
      <p:sp>
        <p:nvSpPr>
          <p:cNvPr id="5" name="Date Placeholder 2">
            <a:extLst>
              <a:ext uri="{FF2B5EF4-FFF2-40B4-BE49-F238E27FC236}">
                <a16:creationId xmlns:a16="http://schemas.microsoft.com/office/drawing/2014/main" id="{128F343D-453B-02BB-18C2-213E6F034778}"/>
              </a:ext>
            </a:extLst>
          </p:cNvPr>
          <p:cNvSpPr txBox="1">
            <a:spLocks/>
          </p:cNvSpPr>
          <p:nvPr/>
        </p:nvSpPr>
        <p:spPr bwMode="auto">
          <a:xfrm>
            <a:off x="10490579" y="6380367"/>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2025</a:t>
            </a:r>
          </a:p>
        </p:txBody>
      </p:sp>
      <p:sp>
        <p:nvSpPr>
          <p:cNvPr id="6" name="Footer Placeholder 3">
            <a:extLst>
              <a:ext uri="{FF2B5EF4-FFF2-40B4-BE49-F238E27FC236}">
                <a16:creationId xmlns:a16="http://schemas.microsoft.com/office/drawing/2014/main" id="{9ED7E0E4-578C-A327-D393-10B10E5817BF}"/>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 Summer worker | Internal</a:t>
            </a:r>
          </a:p>
        </p:txBody>
      </p:sp>
      <p:pic>
        <p:nvPicPr>
          <p:cNvPr id="7" name="Picture 6">
            <a:extLst>
              <a:ext uri="{FF2B5EF4-FFF2-40B4-BE49-F238E27FC236}">
                <a16:creationId xmlns:a16="http://schemas.microsoft.com/office/drawing/2014/main" id="{DD6FEA6B-7854-D04D-0233-B5865C85EDD1}"/>
              </a:ext>
            </a:extLst>
          </p:cNvPr>
          <p:cNvPicPr>
            <a:picLocks noChangeAspect="1"/>
          </p:cNvPicPr>
          <p:nvPr/>
        </p:nvPicPr>
        <p:blipFill>
          <a:blip r:embed="rId3"/>
          <a:stretch>
            <a:fillRect/>
          </a:stretch>
        </p:blipFill>
        <p:spPr>
          <a:xfrm>
            <a:off x="300038" y="6220826"/>
            <a:ext cx="1542422" cy="158510"/>
          </a:xfrm>
          <a:prstGeom prst="rect">
            <a:avLst/>
          </a:prstGeom>
        </p:spPr>
      </p:pic>
      <p:pic>
        <p:nvPicPr>
          <p:cNvPr id="8" name="Picture 7" descr="A pole on the ground&#10;&#10;AI-generated content may be incorrect.">
            <a:extLst>
              <a:ext uri="{FF2B5EF4-FFF2-40B4-BE49-F238E27FC236}">
                <a16:creationId xmlns:a16="http://schemas.microsoft.com/office/drawing/2014/main" id="{F4AFB135-A550-5E7A-C987-54D4431C46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17840" y="1795775"/>
            <a:ext cx="2011074" cy="2031184"/>
          </a:xfrm>
          <a:prstGeom prst="rect">
            <a:avLst/>
          </a:prstGeom>
        </p:spPr>
      </p:pic>
      <p:pic>
        <p:nvPicPr>
          <p:cNvPr id="10" name="Picture 9" descr="A blue sign with a white design on it&#10;&#10;AI-generated content may be incorrect.">
            <a:extLst>
              <a:ext uri="{FF2B5EF4-FFF2-40B4-BE49-F238E27FC236}">
                <a16:creationId xmlns:a16="http://schemas.microsoft.com/office/drawing/2014/main" id="{52CB6B2D-EA68-245F-FEE5-D42DBBA6BF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14209" y="701469"/>
            <a:ext cx="1552740" cy="2924930"/>
          </a:xfrm>
          <a:prstGeom prst="rect">
            <a:avLst/>
          </a:prstGeom>
        </p:spPr>
      </p:pic>
      <p:pic>
        <p:nvPicPr>
          <p:cNvPr id="12" name="Picture 11" descr="A blue sign on a pole&#10;&#10;AI-generated content may be incorrect.">
            <a:extLst>
              <a:ext uri="{FF2B5EF4-FFF2-40B4-BE49-F238E27FC236}">
                <a16:creationId xmlns:a16="http://schemas.microsoft.com/office/drawing/2014/main" id="{CEB785AF-E5BC-93EB-AD7F-C9350092EE2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56836" y="3826959"/>
            <a:ext cx="1029451" cy="2458390"/>
          </a:xfrm>
          <a:prstGeom prst="rect">
            <a:avLst/>
          </a:prstGeom>
        </p:spPr>
      </p:pic>
      <p:sp>
        <p:nvSpPr>
          <p:cNvPr id="13" name="TextBox 12">
            <a:extLst>
              <a:ext uri="{FF2B5EF4-FFF2-40B4-BE49-F238E27FC236}">
                <a16:creationId xmlns:a16="http://schemas.microsoft.com/office/drawing/2014/main" id="{9DE5154E-ABA1-7DB2-AA4A-1FFB8644E6D1}"/>
              </a:ext>
            </a:extLst>
          </p:cNvPr>
          <p:cNvSpPr txBox="1"/>
          <p:nvPr/>
        </p:nvSpPr>
        <p:spPr>
          <a:xfrm>
            <a:off x="1947134" y="5131391"/>
            <a:ext cx="3324113" cy="754053"/>
          </a:xfrm>
          <a:prstGeom prst="rect">
            <a:avLst/>
          </a:prstGeom>
          <a:noFill/>
        </p:spPr>
        <p:txBody>
          <a:bodyPr wrap="square" rtlCol="0">
            <a:spAutoFit/>
          </a:bodyPr>
          <a:lstStyle/>
          <a:p>
            <a:pPr algn="l">
              <a:lnSpc>
                <a:spcPct val="114000"/>
              </a:lnSpc>
              <a:spcBef>
                <a:spcPts val="952"/>
              </a:spcBef>
            </a:pPr>
            <a:r>
              <a:rPr lang="sv-SE" sz="4000"/>
              <a:t>Solution?</a:t>
            </a:r>
            <a:endParaRPr lang="en-US" sz="4000"/>
          </a:p>
        </p:txBody>
      </p:sp>
    </p:spTree>
    <p:extLst>
      <p:ext uri="{BB962C8B-B14F-4D97-AF65-F5344CB8AC3E}">
        <p14:creationId xmlns:p14="http://schemas.microsoft.com/office/powerpoint/2010/main" val="1095278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5DD15-1440-EA80-A6C9-4AC4E19D8F0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4CC4B8-4A5A-98F7-B644-5989D716DCF3}"/>
              </a:ext>
            </a:extLst>
          </p:cNvPr>
          <p:cNvSpPr>
            <a:spLocks noGrp="1"/>
          </p:cNvSpPr>
          <p:nvPr>
            <p:ph type="body" sz="half" idx="2"/>
          </p:nvPr>
        </p:nvSpPr>
        <p:spPr>
          <a:xfrm>
            <a:off x="516367" y="1952696"/>
            <a:ext cx="4255658" cy="1142814"/>
          </a:xfrm>
        </p:spPr>
        <p:txBody>
          <a:bodyPr>
            <a:noAutofit/>
          </a:bodyPr>
          <a:lstStyle/>
          <a:p>
            <a:pPr lvl="1">
              <a:lnSpc>
                <a:spcPct val="110000"/>
              </a:lnSpc>
            </a:pPr>
            <a:r>
              <a:rPr lang="sv-SE" sz="1600" b="1" dirty="0"/>
              <a:t>Solution:</a:t>
            </a:r>
            <a:r>
              <a:rPr lang="sv-SE" sz="1600" dirty="0"/>
              <a:t> To detect signs on the road using truck camera and verify with the gothenburg municipality data</a:t>
            </a:r>
          </a:p>
          <a:p>
            <a:pPr lvl="1">
              <a:lnSpc>
                <a:spcPct val="110000"/>
              </a:lnSpc>
            </a:pPr>
            <a:endParaRPr lang="sv-SE" sz="1600" dirty="0"/>
          </a:p>
          <a:p>
            <a:pPr lvl="1">
              <a:lnSpc>
                <a:spcPct val="110000"/>
              </a:lnSpc>
            </a:pPr>
            <a:r>
              <a:rPr lang="sv-SE" sz="1600" dirty="0"/>
              <a:t>Many approaches</a:t>
            </a:r>
          </a:p>
          <a:p>
            <a:pPr lvl="1">
              <a:lnSpc>
                <a:spcPct val="110000"/>
              </a:lnSpc>
            </a:pPr>
            <a:endParaRPr lang="sv-SE" sz="1600" dirty="0"/>
          </a:p>
          <a:p>
            <a:pPr marL="457200" lvl="1" indent="0">
              <a:lnSpc>
                <a:spcPct val="110000"/>
              </a:lnSpc>
              <a:buNone/>
            </a:pPr>
            <a:endParaRPr lang="sv-SE" sz="1600" dirty="0"/>
          </a:p>
          <a:p>
            <a:pPr marL="457200" lvl="1" indent="0">
              <a:lnSpc>
                <a:spcPct val="110000"/>
              </a:lnSpc>
              <a:buNone/>
            </a:pPr>
            <a:endParaRPr lang="en-US" sz="1600" dirty="0"/>
          </a:p>
        </p:txBody>
      </p:sp>
      <p:sp>
        <p:nvSpPr>
          <p:cNvPr id="1050" name="Footer Placeholder 5">
            <a:extLst>
              <a:ext uri="{FF2B5EF4-FFF2-40B4-BE49-F238E27FC236}">
                <a16:creationId xmlns:a16="http://schemas.microsoft.com/office/drawing/2014/main" id="{619ED5C8-8151-9AA8-05DC-A87ABC42B89D}"/>
              </a:ext>
            </a:extLst>
          </p:cNvPr>
          <p:cNvSpPr>
            <a:spLocks noGrp="1"/>
          </p:cNvSpPr>
          <p:nvPr>
            <p:ph type="ftr" sz="quarter" idx="11"/>
          </p:nvPr>
        </p:nvSpPr>
        <p:spPr>
          <a:xfrm>
            <a:off x="6767622" y="6356350"/>
            <a:ext cx="4040373" cy="365125"/>
          </a:xfrm>
        </p:spPr>
        <p:txBody>
          <a:bodyPr/>
          <a:lstStyle/>
          <a:p>
            <a:pPr>
              <a:spcAft>
                <a:spcPts val="600"/>
              </a:spcAft>
            </a:pPr>
            <a:r>
              <a:rPr lang="en-US"/>
              <a:t>
              </a:t>
            </a:r>
          </a:p>
        </p:txBody>
      </p:sp>
      <p:sp>
        <p:nvSpPr>
          <p:cNvPr id="1051" name="Slide Number Placeholder 6">
            <a:extLst>
              <a:ext uri="{FF2B5EF4-FFF2-40B4-BE49-F238E27FC236}">
                <a16:creationId xmlns:a16="http://schemas.microsoft.com/office/drawing/2014/main" id="{2120FFD1-3BF8-C61B-9CBD-961D05421758}"/>
              </a:ext>
            </a:extLst>
          </p:cNvPr>
          <p:cNvSpPr>
            <a:spLocks noGrp="1"/>
          </p:cNvSpPr>
          <p:nvPr>
            <p:ph type="sldNum" sz="quarter" idx="12"/>
          </p:nvPr>
        </p:nvSpPr>
        <p:spPr>
          <a:xfrm>
            <a:off x="10807995" y="6356350"/>
            <a:ext cx="723014" cy="365125"/>
          </a:xfrm>
        </p:spPr>
        <p:txBody>
          <a:bodyPr/>
          <a:lstStyle/>
          <a:p>
            <a:pPr>
              <a:spcAft>
                <a:spcPts val="600"/>
              </a:spcAft>
            </a:pPr>
            <a:fld id="{70C12960-6E85-460F-B6E3-5B82CB31AF3D}" type="slidenum">
              <a:rPr lang="en-US" dirty="0"/>
              <a:pPr>
                <a:spcAft>
                  <a:spcPts val="600"/>
                </a:spcAft>
              </a:pPr>
              <a:t>9</a:t>
            </a:fld>
            <a:endParaRPr lang="en-US"/>
          </a:p>
        </p:txBody>
      </p:sp>
      <p:sp>
        <p:nvSpPr>
          <p:cNvPr id="5" name="Date Placeholder 2">
            <a:extLst>
              <a:ext uri="{FF2B5EF4-FFF2-40B4-BE49-F238E27FC236}">
                <a16:creationId xmlns:a16="http://schemas.microsoft.com/office/drawing/2014/main" id="{0A521840-51B2-03A6-E2D9-427015F99CEF}"/>
              </a:ext>
            </a:extLst>
          </p:cNvPr>
          <p:cNvSpPr txBox="1">
            <a:spLocks/>
          </p:cNvSpPr>
          <p:nvPr/>
        </p:nvSpPr>
        <p:spPr bwMode="auto">
          <a:xfrm>
            <a:off x="10490579" y="6380367"/>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2025</a:t>
            </a:r>
          </a:p>
        </p:txBody>
      </p:sp>
      <p:sp>
        <p:nvSpPr>
          <p:cNvPr id="6" name="Footer Placeholder 3">
            <a:extLst>
              <a:ext uri="{FF2B5EF4-FFF2-40B4-BE49-F238E27FC236}">
                <a16:creationId xmlns:a16="http://schemas.microsoft.com/office/drawing/2014/main" id="{6EA1A511-ECCE-6B21-86DB-D7881C92C6F1}"/>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 Summer worker | Internal</a:t>
            </a:r>
          </a:p>
        </p:txBody>
      </p:sp>
      <p:pic>
        <p:nvPicPr>
          <p:cNvPr id="7" name="Picture 6">
            <a:extLst>
              <a:ext uri="{FF2B5EF4-FFF2-40B4-BE49-F238E27FC236}">
                <a16:creationId xmlns:a16="http://schemas.microsoft.com/office/drawing/2014/main" id="{9B04CE16-59B2-E171-5BB8-9A6AFCAA1ADC}"/>
              </a:ext>
            </a:extLst>
          </p:cNvPr>
          <p:cNvPicPr>
            <a:picLocks noChangeAspect="1"/>
          </p:cNvPicPr>
          <p:nvPr/>
        </p:nvPicPr>
        <p:blipFill>
          <a:blip r:embed="rId3"/>
          <a:stretch>
            <a:fillRect/>
          </a:stretch>
        </p:blipFill>
        <p:spPr>
          <a:xfrm>
            <a:off x="300038" y="6220826"/>
            <a:ext cx="1542422" cy="158510"/>
          </a:xfrm>
          <a:prstGeom prst="rect">
            <a:avLst/>
          </a:prstGeom>
        </p:spPr>
      </p:pic>
      <p:sp>
        <p:nvSpPr>
          <p:cNvPr id="4" name="Title 1">
            <a:extLst>
              <a:ext uri="{FF2B5EF4-FFF2-40B4-BE49-F238E27FC236}">
                <a16:creationId xmlns:a16="http://schemas.microsoft.com/office/drawing/2014/main" id="{F46C10F7-BE3B-3190-148D-0AD82F796AE6}"/>
              </a:ext>
            </a:extLst>
          </p:cNvPr>
          <p:cNvSpPr txBox="1">
            <a:spLocks/>
          </p:cNvSpPr>
          <p:nvPr/>
        </p:nvSpPr>
        <p:spPr>
          <a:xfrm>
            <a:off x="836612" y="860599"/>
            <a:ext cx="3859397" cy="602439"/>
          </a:xfrm>
          <a:prstGeom prst="rect">
            <a:avLst/>
          </a:prstGeom>
        </p:spPr>
        <p:txBody>
          <a:bodyPr vert="horz" wrap="none" lIns="0" tIns="45720" rIns="91440" bIns="45720" rtlCol="0" anchor="t" anchorCtr="0">
            <a:normAutofit/>
          </a:bodyPr>
          <a:lstStyle>
            <a:lvl1pPr algn="l" defTabSz="967710" rtl="0" eaLnBrk="1" latinLnBrk="0" hangingPunct="1">
              <a:lnSpc>
                <a:spcPct val="100000"/>
              </a:lnSpc>
              <a:spcBef>
                <a:spcPct val="0"/>
              </a:spcBef>
              <a:buNone/>
              <a:defRPr lang="en-US" sz="3200" b="0" kern="1200">
                <a:solidFill>
                  <a:schemeClr val="tx1"/>
                </a:solidFill>
                <a:latin typeface="+mj-lt"/>
                <a:ea typeface="+mj-ea"/>
                <a:cs typeface="+mn-cs"/>
              </a:defRPr>
            </a:lvl1pPr>
          </a:lstStyle>
          <a:p>
            <a:r>
              <a:rPr lang="sv-SE"/>
              <a:t>Use Case </a:t>
            </a:r>
          </a:p>
        </p:txBody>
      </p:sp>
      <p:pic>
        <p:nvPicPr>
          <p:cNvPr id="8" name="Picture 7" descr="A map of a city&#10;&#10;AI-generated content may be incorrect.">
            <a:extLst>
              <a:ext uri="{FF2B5EF4-FFF2-40B4-BE49-F238E27FC236}">
                <a16:creationId xmlns:a16="http://schemas.microsoft.com/office/drawing/2014/main" id="{232EED86-6439-273B-41AD-A3BC9A7F575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11634" y="1483925"/>
            <a:ext cx="6962503" cy="3426457"/>
          </a:xfrm>
          <a:prstGeom prst="rect">
            <a:avLst/>
          </a:prstGeom>
        </p:spPr>
      </p:pic>
    </p:spTree>
    <p:extLst>
      <p:ext uri="{BB962C8B-B14F-4D97-AF65-F5344CB8AC3E}">
        <p14:creationId xmlns:p14="http://schemas.microsoft.com/office/powerpoint/2010/main" val="2794715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7C301-6B88-9A8B-8693-1BA8ABC1285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F89BF3-8137-EF9B-3D9D-3A8D547426CE}"/>
              </a:ext>
            </a:extLst>
          </p:cNvPr>
          <p:cNvSpPr>
            <a:spLocks noGrp="1"/>
          </p:cNvSpPr>
          <p:nvPr>
            <p:ph type="body" sz="half" idx="2"/>
          </p:nvPr>
        </p:nvSpPr>
        <p:spPr>
          <a:xfrm>
            <a:off x="516366" y="1952696"/>
            <a:ext cx="9477487" cy="1142814"/>
          </a:xfrm>
        </p:spPr>
        <p:txBody>
          <a:bodyPr>
            <a:noAutofit/>
          </a:bodyPr>
          <a:lstStyle/>
          <a:p>
            <a:pPr lvl="1">
              <a:lnSpc>
                <a:spcPct val="110000"/>
              </a:lnSpc>
            </a:pPr>
            <a:r>
              <a:rPr lang="sv-SE" sz="1600" b="1"/>
              <a:t>Solution 1: </a:t>
            </a:r>
            <a:r>
              <a:rPr lang="en-US" sz="1600"/>
              <a:t>All the computational power and data processing directly on the truck. </a:t>
            </a:r>
            <a:endParaRPr lang="sv-SE" sz="1600"/>
          </a:p>
          <a:p>
            <a:pPr lvl="1">
              <a:lnSpc>
                <a:spcPct val="110000"/>
              </a:lnSpc>
            </a:pPr>
            <a:endParaRPr lang="sv-SE" sz="1600"/>
          </a:p>
          <a:p>
            <a:pPr marL="457200" lvl="1" indent="0">
              <a:lnSpc>
                <a:spcPct val="110000"/>
              </a:lnSpc>
              <a:buNone/>
            </a:pPr>
            <a:endParaRPr lang="sv-SE" sz="1600"/>
          </a:p>
          <a:p>
            <a:pPr marL="457200" lvl="1" indent="0">
              <a:lnSpc>
                <a:spcPct val="110000"/>
              </a:lnSpc>
              <a:buNone/>
            </a:pPr>
            <a:endParaRPr lang="en-US" sz="1600"/>
          </a:p>
        </p:txBody>
      </p:sp>
      <p:sp>
        <p:nvSpPr>
          <p:cNvPr id="1050" name="Footer Placeholder 5">
            <a:extLst>
              <a:ext uri="{FF2B5EF4-FFF2-40B4-BE49-F238E27FC236}">
                <a16:creationId xmlns:a16="http://schemas.microsoft.com/office/drawing/2014/main" id="{66BA112C-87F3-2FD6-5C57-4111178A5257}"/>
              </a:ext>
            </a:extLst>
          </p:cNvPr>
          <p:cNvSpPr>
            <a:spLocks noGrp="1"/>
          </p:cNvSpPr>
          <p:nvPr>
            <p:ph type="ftr" sz="quarter" idx="11"/>
          </p:nvPr>
        </p:nvSpPr>
        <p:spPr>
          <a:xfrm>
            <a:off x="6767622" y="6356350"/>
            <a:ext cx="4040373" cy="365125"/>
          </a:xfrm>
        </p:spPr>
        <p:txBody>
          <a:bodyPr/>
          <a:lstStyle/>
          <a:p>
            <a:pPr>
              <a:spcAft>
                <a:spcPts val="600"/>
              </a:spcAft>
            </a:pPr>
            <a:r>
              <a:rPr lang="en-US"/>
              <a:t>
              </a:t>
            </a:r>
          </a:p>
        </p:txBody>
      </p:sp>
      <p:sp>
        <p:nvSpPr>
          <p:cNvPr id="1051" name="Slide Number Placeholder 6">
            <a:extLst>
              <a:ext uri="{FF2B5EF4-FFF2-40B4-BE49-F238E27FC236}">
                <a16:creationId xmlns:a16="http://schemas.microsoft.com/office/drawing/2014/main" id="{E8BA64D6-45E7-C5AC-6F88-F56B9C1465E1}"/>
              </a:ext>
            </a:extLst>
          </p:cNvPr>
          <p:cNvSpPr>
            <a:spLocks noGrp="1"/>
          </p:cNvSpPr>
          <p:nvPr>
            <p:ph type="sldNum" sz="quarter" idx="12"/>
          </p:nvPr>
        </p:nvSpPr>
        <p:spPr>
          <a:xfrm>
            <a:off x="10807995" y="6356350"/>
            <a:ext cx="723014" cy="365125"/>
          </a:xfrm>
        </p:spPr>
        <p:txBody>
          <a:bodyPr/>
          <a:lstStyle/>
          <a:p>
            <a:pPr>
              <a:spcAft>
                <a:spcPts val="600"/>
              </a:spcAft>
            </a:pPr>
            <a:fld id="{70C12960-6E85-460F-B6E3-5B82CB31AF3D}" type="slidenum">
              <a:rPr lang="en-US" dirty="0"/>
              <a:pPr>
                <a:spcAft>
                  <a:spcPts val="600"/>
                </a:spcAft>
              </a:pPr>
              <a:t>10</a:t>
            </a:fld>
            <a:endParaRPr lang="en-US"/>
          </a:p>
        </p:txBody>
      </p:sp>
      <p:sp>
        <p:nvSpPr>
          <p:cNvPr id="5" name="Date Placeholder 2">
            <a:extLst>
              <a:ext uri="{FF2B5EF4-FFF2-40B4-BE49-F238E27FC236}">
                <a16:creationId xmlns:a16="http://schemas.microsoft.com/office/drawing/2014/main" id="{D0C09E33-906B-D46E-E890-36C2F5B335EA}"/>
              </a:ext>
            </a:extLst>
          </p:cNvPr>
          <p:cNvSpPr txBox="1">
            <a:spLocks/>
          </p:cNvSpPr>
          <p:nvPr/>
        </p:nvSpPr>
        <p:spPr bwMode="auto">
          <a:xfrm>
            <a:off x="10490579" y="6380367"/>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2025</a:t>
            </a:r>
          </a:p>
        </p:txBody>
      </p:sp>
      <p:sp>
        <p:nvSpPr>
          <p:cNvPr id="6" name="Footer Placeholder 3">
            <a:extLst>
              <a:ext uri="{FF2B5EF4-FFF2-40B4-BE49-F238E27FC236}">
                <a16:creationId xmlns:a16="http://schemas.microsoft.com/office/drawing/2014/main" id="{BF7C6290-5E26-D7AA-8E1C-2CA0B0C7B19B}"/>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 Summer worker | Internal</a:t>
            </a:r>
          </a:p>
        </p:txBody>
      </p:sp>
      <p:pic>
        <p:nvPicPr>
          <p:cNvPr id="7" name="Picture 6">
            <a:extLst>
              <a:ext uri="{FF2B5EF4-FFF2-40B4-BE49-F238E27FC236}">
                <a16:creationId xmlns:a16="http://schemas.microsoft.com/office/drawing/2014/main" id="{8A134FC9-AB70-B083-6663-97FB0BB0D0B4}"/>
              </a:ext>
            </a:extLst>
          </p:cNvPr>
          <p:cNvPicPr>
            <a:picLocks noChangeAspect="1"/>
          </p:cNvPicPr>
          <p:nvPr/>
        </p:nvPicPr>
        <p:blipFill>
          <a:blip r:embed="rId3"/>
          <a:stretch>
            <a:fillRect/>
          </a:stretch>
        </p:blipFill>
        <p:spPr>
          <a:xfrm>
            <a:off x="300038" y="6220826"/>
            <a:ext cx="1542422" cy="158510"/>
          </a:xfrm>
          <a:prstGeom prst="rect">
            <a:avLst/>
          </a:prstGeom>
        </p:spPr>
      </p:pic>
      <p:sp>
        <p:nvSpPr>
          <p:cNvPr id="4" name="Title 1">
            <a:extLst>
              <a:ext uri="{FF2B5EF4-FFF2-40B4-BE49-F238E27FC236}">
                <a16:creationId xmlns:a16="http://schemas.microsoft.com/office/drawing/2014/main" id="{806E9076-9E55-18F9-D17D-20B046842CE8}"/>
              </a:ext>
            </a:extLst>
          </p:cNvPr>
          <p:cNvSpPr txBox="1">
            <a:spLocks/>
          </p:cNvSpPr>
          <p:nvPr/>
        </p:nvSpPr>
        <p:spPr>
          <a:xfrm>
            <a:off x="836612" y="860599"/>
            <a:ext cx="3859397" cy="602439"/>
          </a:xfrm>
          <a:prstGeom prst="rect">
            <a:avLst/>
          </a:prstGeom>
        </p:spPr>
        <p:txBody>
          <a:bodyPr vert="horz" wrap="none" lIns="0" tIns="45720" rIns="91440" bIns="45720" rtlCol="0" anchor="t" anchorCtr="0">
            <a:normAutofit/>
          </a:bodyPr>
          <a:lstStyle>
            <a:lvl1pPr algn="l" defTabSz="967710" rtl="0" eaLnBrk="1" latinLnBrk="0" hangingPunct="1">
              <a:lnSpc>
                <a:spcPct val="100000"/>
              </a:lnSpc>
              <a:spcBef>
                <a:spcPct val="0"/>
              </a:spcBef>
              <a:buNone/>
              <a:defRPr lang="en-US" sz="3200" b="0" kern="1200">
                <a:solidFill>
                  <a:schemeClr val="tx1"/>
                </a:solidFill>
                <a:latin typeface="+mj-lt"/>
                <a:ea typeface="+mj-ea"/>
                <a:cs typeface="+mn-cs"/>
              </a:defRPr>
            </a:lvl1pPr>
          </a:lstStyle>
          <a:p>
            <a:r>
              <a:rPr lang="sv-SE"/>
              <a:t>Use Case </a:t>
            </a:r>
          </a:p>
        </p:txBody>
      </p:sp>
      <p:sp>
        <p:nvSpPr>
          <p:cNvPr id="2" name="TextBox 1">
            <a:extLst>
              <a:ext uri="{FF2B5EF4-FFF2-40B4-BE49-F238E27FC236}">
                <a16:creationId xmlns:a16="http://schemas.microsoft.com/office/drawing/2014/main" id="{455B42CF-31F1-1A4A-F21E-E294F9A79B6D}"/>
              </a:ext>
            </a:extLst>
          </p:cNvPr>
          <p:cNvSpPr txBox="1"/>
          <p:nvPr/>
        </p:nvSpPr>
        <p:spPr>
          <a:xfrm>
            <a:off x="2346905" y="3250519"/>
            <a:ext cx="3077473" cy="943335"/>
          </a:xfrm>
          <a:prstGeom prst="rect">
            <a:avLst/>
          </a:prstGeom>
          <a:noFill/>
        </p:spPr>
        <p:txBody>
          <a:bodyPr wrap="square" rtlCol="0">
            <a:spAutoFit/>
          </a:bodyPr>
          <a:lstStyle/>
          <a:p>
            <a:pPr marL="285750" indent="-285750" algn="l">
              <a:lnSpc>
                <a:spcPct val="114000"/>
              </a:lnSpc>
              <a:spcBef>
                <a:spcPts val="952"/>
              </a:spcBef>
              <a:buFont typeface="Arial" panose="020B0604020202020204" pitchFamily="34" charset="0"/>
              <a:buChar char="•"/>
            </a:pPr>
            <a:r>
              <a:rPr lang="sv-SE" sz="1400"/>
              <a:t>Reliability – no internet connection</a:t>
            </a:r>
          </a:p>
          <a:p>
            <a:pPr marL="285750" indent="-285750" algn="l">
              <a:lnSpc>
                <a:spcPct val="114000"/>
              </a:lnSpc>
              <a:spcBef>
                <a:spcPts val="952"/>
              </a:spcBef>
              <a:buFont typeface="Arial" panose="020B0604020202020204" pitchFamily="34" charset="0"/>
              <a:buChar char="•"/>
            </a:pPr>
            <a:r>
              <a:rPr lang="sv-SE" sz="1400"/>
              <a:t>Reduced bandwidth cost – low latency</a:t>
            </a:r>
            <a:endParaRPr lang="en-US" sz="1400"/>
          </a:p>
        </p:txBody>
      </p:sp>
      <p:sp>
        <p:nvSpPr>
          <p:cNvPr id="8" name="TextBox 7">
            <a:extLst>
              <a:ext uri="{FF2B5EF4-FFF2-40B4-BE49-F238E27FC236}">
                <a16:creationId xmlns:a16="http://schemas.microsoft.com/office/drawing/2014/main" id="{5D31584B-5BC4-FA1D-8CEE-557F6592763E}"/>
              </a:ext>
            </a:extLst>
          </p:cNvPr>
          <p:cNvSpPr txBox="1"/>
          <p:nvPr/>
        </p:nvSpPr>
        <p:spPr>
          <a:xfrm>
            <a:off x="7940883" y="3199477"/>
            <a:ext cx="2689411" cy="1071575"/>
          </a:xfrm>
          <a:prstGeom prst="rect">
            <a:avLst/>
          </a:prstGeom>
          <a:noFill/>
        </p:spPr>
        <p:txBody>
          <a:bodyPr wrap="square" rtlCol="0">
            <a:spAutoFit/>
          </a:bodyPr>
          <a:lstStyle/>
          <a:p>
            <a:pPr marL="285750" indent="-285750" algn="l">
              <a:lnSpc>
                <a:spcPct val="114000"/>
              </a:lnSpc>
              <a:spcBef>
                <a:spcPts val="952"/>
              </a:spcBef>
              <a:buFont typeface="Arial" panose="020B0604020202020204" pitchFamily="34" charset="0"/>
              <a:buChar char="•"/>
            </a:pPr>
            <a:r>
              <a:rPr lang="sv-SE" sz="1400"/>
              <a:t>High hardware costs</a:t>
            </a:r>
          </a:p>
          <a:p>
            <a:pPr marL="285750" indent="-285750" algn="l">
              <a:lnSpc>
                <a:spcPct val="114000"/>
              </a:lnSpc>
              <a:spcBef>
                <a:spcPts val="952"/>
              </a:spcBef>
              <a:buFont typeface="Arial" panose="020B0604020202020204" pitchFamily="34" charset="0"/>
              <a:buChar char="•"/>
            </a:pPr>
            <a:r>
              <a:rPr lang="sv-SE" sz="1400"/>
              <a:t>Limited scalability</a:t>
            </a:r>
          </a:p>
          <a:p>
            <a:pPr marL="285750" indent="-285750" algn="l">
              <a:lnSpc>
                <a:spcPct val="114000"/>
              </a:lnSpc>
              <a:spcBef>
                <a:spcPts val="952"/>
              </a:spcBef>
              <a:buFont typeface="Arial" panose="020B0604020202020204" pitchFamily="34" charset="0"/>
              <a:buChar char="•"/>
            </a:pPr>
            <a:r>
              <a:rPr lang="sv-SE" sz="1400"/>
              <a:t>High maintenance</a:t>
            </a:r>
            <a:endParaRPr lang="en-US" sz="1400" err="1"/>
          </a:p>
        </p:txBody>
      </p:sp>
      <p:pic>
        <p:nvPicPr>
          <p:cNvPr id="11" name="Graphic 10" descr="Thumbs up sign with solid fill">
            <a:extLst>
              <a:ext uri="{FF2B5EF4-FFF2-40B4-BE49-F238E27FC236}">
                <a16:creationId xmlns:a16="http://schemas.microsoft.com/office/drawing/2014/main" id="{25C62660-19E7-4F4A-15F2-20326066147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73645" y="3095510"/>
            <a:ext cx="914400" cy="914400"/>
          </a:xfrm>
          <a:prstGeom prst="rect">
            <a:avLst/>
          </a:prstGeom>
        </p:spPr>
      </p:pic>
      <p:pic>
        <p:nvPicPr>
          <p:cNvPr id="13" name="Graphic 12" descr="Thumbs Down with solid fill">
            <a:extLst>
              <a:ext uri="{FF2B5EF4-FFF2-40B4-BE49-F238E27FC236}">
                <a16:creationId xmlns:a16="http://schemas.microsoft.com/office/drawing/2014/main" id="{71DFD288-69FD-C49D-6FD8-C7F888F25F4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67622" y="3095510"/>
            <a:ext cx="914400" cy="914400"/>
          </a:xfrm>
          <a:prstGeom prst="rect">
            <a:avLst/>
          </a:prstGeom>
        </p:spPr>
      </p:pic>
    </p:spTree>
    <p:extLst>
      <p:ext uri="{BB962C8B-B14F-4D97-AF65-F5344CB8AC3E}">
        <p14:creationId xmlns:p14="http://schemas.microsoft.com/office/powerpoint/2010/main" val="1095446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8070E-529D-CF3A-2808-B1148583199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303C52-E414-09AE-1AAD-7962B40947A5}"/>
              </a:ext>
            </a:extLst>
          </p:cNvPr>
          <p:cNvSpPr>
            <a:spLocks noGrp="1"/>
          </p:cNvSpPr>
          <p:nvPr>
            <p:ph type="body" sz="half" idx="2"/>
          </p:nvPr>
        </p:nvSpPr>
        <p:spPr>
          <a:xfrm>
            <a:off x="516366" y="1952696"/>
            <a:ext cx="9477487" cy="1142814"/>
          </a:xfrm>
        </p:spPr>
        <p:txBody>
          <a:bodyPr>
            <a:noAutofit/>
          </a:bodyPr>
          <a:lstStyle/>
          <a:p>
            <a:pPr lvl="1">
              <a:lnSpc>
                <a:spcPct val="110000"/>
              </a:lnSpc>
            </a:pPr>
            <a:r>
              <a:rPr lang="sv-SE" sz="1600" b="1"/>
              <a:t>Solution 2</a:t>
            </a:r>
            <a:r>
              <a:rPr lang="sv-SE" sz="1600"/>
              <a:t>: </a:t>
            </a:r>
            <a:r>
              <a:rPr lang="en-US" sz="1600"/>
              <a:t>A centralized cloud-based system, where the truck's camera would stream all of its raw data to a remote server. The server would then process the information and send the results back to the truck. </a:t>
            </a:r>
            <a:endParaRPr lang="sv-SE" sz="1600"/>
          </a:p>
          <a:p>
            <a:pPr marL="457200" lvl="1" indent="0">
              <a:lnSpc>
                <a:spcPct val="110000"/>
              </a:lnSpc>
              <a:buNone/>
            </a:pPr>
            <a:endParaRPr lang="sv-SE" sz="1600"/>
          </a:p>
          <a:p>
            <a:pPr marL="457200" lvl="1" indent="0">
              <a:lnSpc>
                <a:spcPct val="110000"/>
              </a:lnSpc>
              <a:buNone/>
            </a:pPr>
            <a:endParaRPr lang="en-US" sz="1600"/>
          </a:p>
        </p:txBody>
      </p:sp>
      <p:sp>
        <p:nvSpPr>
          <p:cNvPr id="1050" name="Footer Placeholder 5">
            <a:extLst>
              <a:ext uri="{FF2B5EF4-FFF2-40B4-BE49-F238E27FC236}">
                <a16:creationId xmlns:a16="http://schemas.microsoft.com/office/drawing/2014/main" id="{9DED1B69-AAE4-A5F5-CF24-E8D79FD90442}"/>
              </a:ext>
            </a:extLst>
          </p:cNvPr>
          <p:cNvSpPr>
            <a:spLocks noGrp="1"/>
          </p:cNvSpPr>
          <p:nvPr>
            <p:ph type="ftr" sz="quarter" idx="11"/>
          </p:nvPr>
        </p:nvSpPr>
        <p:spPr>
          <a:xfrm>
            <a:off x="6767622" y="6356350"/>
            <a:ext cx="4040373" cy="365125"/>
          </a:xfrm>
        </p:spPr>
        <p:txBody>
          <a:bodyPr/>
          <a:lstStyle/>
          <a:p>
            <a:pPr>
              <a:spcAft>
                <a:spcPts val="600"/>
              </a:spcAft>
            </a:pPr>
            <a:r>
              <a:rPr lang="en-US"/>
              <a:t>
              </a:t>
            </a:r>
          </a:p>
        </p:txBody>
      </p:sp>
      <p:sp>
        <p:nvSpPr>
          <p:cNvPr id="1051" name="Slide Number Placeholder 6">
            <a:extLst>
              <a:ext uri="{FF2B5EF4-FFF2-40B4-BE49-F238E27FC236}">
                <a16:creationId xmlns:a16="http://schemas.microsoft.com/office/drawing/2014/main" id="{6ABF04ED-66E5-FF2A-3104-539A661841D6}"/>
              </a:ext>
            </a:extLst>
          </p:cNvPr>
          <p:cNvSpPr>
            <a:spLocks noGrp="1"/>
          </p:cNvSpPr>
          <p:nvPr>
            <p:ph type="sldNum" sz="quarter" idx="12"/>
          </p:nvPr>
        </p:nvSpPr>
        <p:spPr>
          <a:xfrm>
            <a:off x="10807995" y="6356350"/>
            <a:ext cx="723014" cy="365125"/>
          </a:xfrm>
        </p:spPr>
        <p:txBody>
          <a:bodyPr/>
          <a:lstStyle/>
          <a:p>
            <a:pPr>
              <a:spcAft>
                <a:spcPts val="600"/>
              </a:spcAft>
            </a:pPr>
            <a:fld id="{70C12960-6E85-460F-B6E3-5B82CB31AF3D}" type="slidenum">
              <a:rPr lang="en-US" dirty="0"/>
              <a:pPr>
                <a:spcAft>
                  <a:spcPts val="600"/>
                </a:spcAft>
              </a:pPr>
              <a:t>11</a:t>
            </a:fld>
            <a:endParaRPr lang="en-US"/>
          </a:p>
        </p:txBody>
      </p:sp>
      <p:sp>
        <p:nvSpPr>
          <p:cNvPr id="5" name="Date Placeholder 2">
            <a:extLst>
              <a:ext uri="{FF2B5EF4-FFF2-40B4-BE49-F238E27FC236}">
                <a16:creationId xmlns:a16="http://schemas.microsoft.com/office/drawing/2014/main" id="{AF2DF2FD-1757-269F-ABC9-F1D38A015B36}"/>
              </a:ext>
            </a:extLst>
          </p:cNvPr>
          <p:cNvSpPr txBox="1">
            <a:spLocks/>
          </p:cNvSpPr>
          <p:nvPr/>
        </p:nvSpPr>
        <p:spPr bwMode="auto">
          <a:xfrm>
            <a:off x="10490579" y="6380367"/>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2025</a:t>
            </a:r>
          </a:p>
        </p:txBody>
      </p:sp>
      <p:sp>
        <p:nvSpPr>
          <p:cNvPr id="6" name="Footer Placeholder 3">
            <a:extLst>
              <a:ext uri="{FF2B5EF4-FFF2-40B4-BE49-F238E27FC236}">
                <a16:creationId xmlns:a16="http://schemas.microsoft.com/office/drawing/2014/main" id="{F1008A5D-27FE-E95F-8F4C-16FC42A466E4}"/>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 Summer worker | Internal</a:t>
            </a:r>
          </a:p>
        </p:txBody>
      </p:sp>
      <p:pic>
        <p:nvPicPr>
          <p:cNvPr id="7" name="Picture 6">
            <a:extLst>
              <a:ext uri="{FF2B5EF4-FFF2-40B4-BE49-F238E27FC236}">
                <a16:creationId xmlns:a16="http://schemas.microsoft.com/office/drawing/2014/main" id="{5FA8BC10-4CA1-312A-A89C-BFA14D2FD0D3}"/>
              </a:ext>
            </a:extLst>
          </p:cNvPr>
          <p:cNvPicPr>
            <a:picLocks noChangeAspect="1"/>
          </p:cNvPicPr>
          <p:nvPr/>
        </p:nvPicPr>
        <p:blipFill>
          <a:blip r:embed="rId3"/>
          <a:stretch>
            <a:fillRect/>
          </a:stretch>
        </p:blipFill>
        <p:spPr>
          <a:xfrm>
            <a:off x="300038" y="6220826"/>
            <a:ext cx="1542422" cy="158510"/>
          </a:xfrm>
          <a:prstGeom prst="rect">
            <a:avLst/>
          </a:prstGeom>
        </p:spPr>
      </p:pic>
      <p:sp>
        <p:nvSpPr>
          <p:cNvPr id="4" name="Title 1">
            <a:extLst>
              <a:ext uri="{FF2B5EF4-FFF2-40B4-BE49-F238E27FC236}">
                <a16:creationId xmlns:a16="http://schemas.microsoft.com/office/drawing/2014/main" id="{1B231AE6-9818-EA29-F34A-130A2C6DB29E}"/>
              </a:ext>
            </a:extLst>
          </p:cNvPr>
          <p:cNvSpPr txBox="1">
            <a:spLocks/>
          </p:cNvSpPr>
          <p:nvPr/>
        </p:nvSpPr>
        <p:spPr>
          <a:xfrm>
            <a:off x="836612" y="860599"/>
            <a:ext cx="3859397" cy="602439"/>
          </a:xfrm>
          <a:prstGeom prst="rect">
            <a:avLst/>
          </a:prstGeom>
        </p:spPr>
        <p:txBody>
          <a:bodyPr vert="horz" wrap="none" lIns="0" tIns="45720" rIns="91440" bIns="45720" rtlCol="0" anchor="t" anchorCtr="0">
            <a:normAutofit/>
          </a:bodyPr>
          <a:lstStyle>
            <a:lvl1pPr algn="l" defTabSz="967710" rtl="0" eaLnBrk="1" latinLnBrk="0" hangingPunct="1">
              <a:lnSpc>
                <a:spcPct val="100000"/>
              </a:lnSpc>
              <a:spcBef>
                <a:spcPct val="0"/>
              </a:spcBef>
              <a:buNone/>
              <a:defRPr lang="en-US" sz="3200" b="0" kern="1200">
                <a:solidFill>
                  <a:schemeClr val="tx1"/>
                </a:solidFill>
                <a:latin typeface="+mj-lt"/>
                <a:ea typeface="+mj-ea"/>
                <a:cs typeface="+mn-cs"/>
              </a:defRPr>
            </a:lvl1pPr>
          </a:lstStyle>
          <a:p>
            <a:r>
              <a:rPr lang="sv-SE"/>
              <a:t>Use Case </a:t>
            </a:r>
          </a:p>
        </p:txBody>
      </p:sp>
      <p:sp>
        <p:nvSpPr>
          <p:cNvPr id="2" name="TextBox 1">
            <a:extLst>
              <a:ext uri="{FF2B5EF4-FFF2-40B4-BE49-F238E27FC236}">
                <a16:creationId xmlns:a16="http://schemas.microsoft.com/office/drawing/2014/main" id="{595517B9-F7CF-FB00-CADC-FE8DD15B2D06}"/>
              </a:ext>
            </a:extLst>
          </p:cNvPr>
          <p:cNvSpPr txBox="1"/>
          <p:nvPr/>
        </p:nvSpPr>
        <p:spPr>
          <a:xfrm>
            <a:off x="2346905" y="3178330"/>
            <a:ext cx="3077473" cy="1071575"/>
          </a:xfrm>
          <a:prstGeom prst="rect">
            <a:avLst/>
          </a:prstGeom>
          <a:noFill/>
        </p:spPr>
        <p:txBody>
          <a:bodyPr wrap="square" rtlCol="0">
            <a:spAutoFit/>
          </a:bodyPr>
          <a:lstStyle/>
          <a:p>
            <a:pPr marL="285750" indent="-285750" algn="l">
              <a:lnSpc>
                <a:spcPct val="114000"/>
              </a:lnSpc>
              <a:spcBef>
                <a:spcPts val="952"/>
              </a:spcBef>
              <a:buFont typeface="Arial" panose="020B0604020202020204" pitchFamily="34" charset="0"/>
              <a:buChar char="•"/>
            </a:pPr>
            <a:r>
              <a:rPr lang="sv-SE" sz="1400" dirty="0"/>
              <a:t>Scalability</a:t>
            </a:r>
          </a:p>
          <a:p>
            <a:pPr marL="285750" indent="-285750" algn="l">
              <a:lnSpc>
                <a:spcPct val="114000"/>
              </a:lnSpc>
              <a:spcBef>
                <a:spcPts val="952"/>
              </a:spcBef>
              <a:buFont typeface="Arial" panose="020B0604020202020204" pitchFamily="34" charset="0"/>
              <a:buChar char="•"/>
            </a:pPr>
            <a:r>
              <a:rPr lang="sv-SE" sz="1400" dirty="0"/>
              <a:t>Simplified maintenance</a:t>
            </a:r>
          </a:p>
          <a:p>
            <a:pPr marL="285750" indent="-285750" algn="l">
              <a:lnSpc>
                <a:spcPct val="114000"/>
              </a:lnSpc>
              <a:spcBef>
                <a:spcPts val="952"/>
              </a:spcBef>
              <a:buFont typeface="Arial" panose="020B0604020202020204" pitchFamily="34" charset="0"/>
              <a:buChar char="•"/>
            </a:pPr>
            <a:r>
              <a:rPr lang="sv-SE" sz="1400" dirty="0"/>
              <a:t>Low initial costs</a:t>
            </a:r>
            <a:endParaRPr lang="en-US" sz="1400" dirty="0"/>
          </a:p>
        </p:txBody>
      </p:sp>
      <p:sp>
        <p:nvSpPr>
          <p:cNvPr id="8" name="TextBox 7">
            <a:extLst>
              <a:ext uri="{FF2B5EF4-FFF2-40B4-BE49-F238E27FC236}">
                <a16:creationId xmlns:a16="http://schemas.microsoft.com/office/drawing/2014/main" id="{EC9E46B0-FA08-2286-D4EB-A6661FA371A4}"/>
              </a:ext>
            </a:extLst>
          </p:cNvPr>
          <p:cNvSpPr txBox="1"/>
          <p:nvPr/>
        </p:nvSpPr>
        <p:spPr>
          <a:xfrm>
            <a:off x="7940883" y="3199477"/>
            <a:ext cx="2689411" cy="1071575"/>
          </a:xfrm>
          <a:prstGeom prst="rect">
            <a:avLst/>
          </a:prstGeom>
          <a:noFill/>
        </p:spPr>
        <p:txBody>
          <a:bodyPr wrap="square" rtlCol="0">
            <a:spAutoFit/>
          </a:bodyPr>
          <a:lstStyle/>
          <a:p>
            <a:pPr marL="285750" indent="-285750" algn="l">
              <a:lnSpc>
                <a:spcPct val="114000"/>
              </a:lnSpc>
              <a:spcBef>
                <a:spcPts val="952"/>
              </a:spcBef>
              <a:buFont typeface="Arial" panose="020B0604020202020204" pitchFamily="34" charset="0"/>
              <a:buChar char="•"/>
            </a:pPr>
            <a:r>
              <a:rPr lang="sv-SE" sz="1400"/>
              <a:t>High latency</a:t>
            </a:r>
          </a:p>
          <a:p>
            <a:pPr marL="285750" indent="-285750" algn="l">
              <a:lnSpc>
                <a:spcPct val="114000"/>
              </a:lnSpc>
              <a:spcBef>
                <a:spcPts val="952"/>
              </a:spcBef>
              <a:buFont typeface="Arial" panose="020B0604020202020204" pitchFamily="34" charset="0"/>
              <a:buChar char="•"/>
            </a:pPr>
            <a:r>
              <a:rPr lang="sv-SE" sz="1400"/>
              <a:t>High bandwidth costs</a:t>
            </a:r>
          </a:p>
          <a:p>
            <a:pPr marL="285750" indent="-285750" algn="l">
              <a:lnSpc>
                <a:spcPct val="114000"/>
              </a:lnSpc>
              <a:spcBef>
                <a:spcPts val="952"/>
              </a:spcBef>
              <a:buFont typeface="Arial" panose="020B0604020202020204" pitchFamily="34" charset="0"/>
              <a:buChar char="•"/>
            </a:pPr>
            <a:r>
              <a:rPr lang="sv-SE" sz="1400"/>
              <a:t>Reliant on connectivity</a:t>
            </a:r>
            <a:endParaRPr lang="en-US" sz="1400" err="1"/>
          </a:p>
        </p:txBody>
      </p:sp>
      <p:pic>
        <p:nvPicPr>
          <p:cNvPr id="11" name="Graphic 10" descr="Thumbs up sign with solid fill">
            <a:extLst>
              <a:ext uri="{FF2B5EF4-FFF2-40B4-BE49-F238E27FC236}">
                <a16:creationId xmlns:a16="http://schemas.microsoft.com/office/drawing/2014/main" id="{B22A09A9-6D30-4C4A-5131-CC08CD14192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73645" y="3095510"/>
            <a:ext cx="914400" cy="914400"/>
          </a:xfrm>
          <a:prstGeom prst="rect">
            <a:avLst/>
          </a:prstGeom>
        </p:spPr>
      </p:pic>
      <p:pic>
        <p:nvPicPr>
          <p:cNvPr id="13" name="Graphic 12" descr="Thumbs Down with solid fill">
            <a:extLst>
              <a:ext uri="{FF2B5EF4-FFF2-40B4-BE49-F238E27FC236}">
                <a16:creationId xmlns:a16="http://schemas.microsoft.com/office/drawing/2014/main" id="{24E71293-0190-6E46-E90D-F3AE29EA81C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67622" y="3095510"/>
            <a:ext cx="914400" cy="914400"/>
          </a:xfrm>
          <a:prstGeom prst="rect">
            <a:avLst/>
          </a:prstGeom>
        </p:spPr>
      </p:pic>
    </p:spTree>
    <p:extLst>
      <p:ext uri="{BB962C8B-B14F-4D97-AF65-F5344CB8AC3E}">
        <p14:creationId xmlns:p14="http://schemas.microsoft.com/office/powerpoint/2010/main" val="246841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34DDA-A34B-CA09-F8B1-BED49258323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B1847C-1EEB-BC46-371A-A44988514533}"/>
              </a:ext>
            </a:extLst>
          </p:cNvPr>
          <p:cNvSpPr>
            <a:spLocks noGrp="1"/>
          </p:cNvSpPr>
          <p:nvPr>
            <p:ph type="body" sz="half" idx="2"/>
          </p:nvPr>
        </p:nvSpPr>
        <p:spPr>
          <a:xfrm>
            <a:off x="516366" y="1952696"/>
            <a:ext cx="9477487" cy="521563"/>
          </a:xfrm>
        </p:spPr>
        <p:txBody>
          <a:bodyPr>
            <a:noAutofit/>
          </a:bodyPr>
          <a:lstStyle/>
          <a:p>
            <a:pPr marL="457200" lvl="1" indent="0">
              <a:lnSpc>
                <a:spcPct val="110000"/>
              </a:lnSpc>
              <a:buNone/>
            </a:pPr>
            <a:r>
              <a:rPr lang="sv-SE" sz="1600"/>
              <a:t>What if we can get the best of both? </a:t>
            </a:r>
          </a:p>
          <a:p>
            <a:pPr marL="457200" lvl="1" indent="0">
              <a:lnSpc>
                <a:spcPct val="110000"/>
              </a:lnSpc>
              <a:buNone/>
            </a:pPr>
            <a:endParaRPr lang="en-US" sz="1600"/>
          </a:p>
        </p:txBody>
      </p:sp>
      <p:sp>
        <p:nvSpPr>
          <p:cNvPr id="1050" name="Footer Placeholder 5">
            <a:extLst>
              <a:ext uri="{FF2B5EF4-FFF2-40B4-BE49-F238E27FC236}">
                <a16:creationId xmlns:a16="http://schemas.microsoft.com/office/drawing/2014/main" id="{410E0817-C67A-0955-77B0-2E03C1827B31}"/>
              </a:ext>
            </a:extLst>
          </p:cNvPr>
          <p:cNvSpPr>
            <a:spLocks noGrp="1"/>
          </p:cNvSpPr>
          <p:nvPr>
            <p:ph type="ftr" sz="quarter" idx="11"/>
          </p:nvPr>
        </p:nvSpPr>
        <p:spPr>
          <a:xfrm>
            <a:off x="6767622" y="6356350"/>
            <a:ext cx="4040373" cy="365125"/>
          </a:xfrm>
        </p:spPr>
        <p:txBody>
          <a:bodyPr/>
          <a:lstStyle/>
          <a:p>
            <a:pPr>
              <a:spcAft>
                <a:spcPts val="600"/>
              </a:spcAft>
            </a:pPr>
            <a:r>
              <a:rPr lang="en-US"/>
              <a:t>
              </a:t>
            </a:r>
          </a:p>
        </p:txBody>
      </p:sp>
      <p:sp>
        <p:nvSpPr>
          <p:cNvPr id="1051" name="Slide Number Placeholder 6">
            <a:extLst>
              <a:ext uri="{FF2B5EF4-FFF2-40B4-BE49-F238E27FC236}">
                <a16:creationId xmlns:a16="http://schemas.microsoft.com/office/drawing/2014/main" id="{45431E2A-1C0D-DB0B-400D-C45668930FF1}"/>
              </a:ext>
            </a:extLst>
          </p:cNvPr>
          <p:cNvSpPr>
            <a:spLocks noGrp="1"/>
          </p:cNvSpPr>
          <p:nvPr>
            <p:ph type="sldNum" sz="quarter" idx="12"/>
          </p:nvPr>
        </p:nvSpPr>
        <p:spPr>
          <a:xfrm>
            <a:off x="10807995" y="6356350"/>
            <a:ext cx="723014" cy="365125"/>
          </a:xfrm>
        </p:spPr>
        <p:txBody>
          <a:bodyPr/>
          <a:lstStyle/>
          <a:p>
            <a:pPr>
              <a:spcAft>
                <a:spcPts val="600"/>
              </a:spcAft>
            </a:pPr>
            <a:fld id="{70C12960-6E85-460F-B6E3-5B82CB31AF3D}" type="slidenum">
              <a:rPr lang="en-US" dirty="0"/>
              <a:pPr>
                <a:spcAft>
                  <a:spcPts val="600"/>
                </a:spcAft>
              </a:pPr>
              <a:t>12</a:t>
            </a:fld>
            <a:endParaRPr lang="en-US"/>
          </a:p>
        </p:txBody>
      </p:sp>
      <p:sp>
        <p:nvSpPr>
          <p:cNvPr id="5" name="Date Placeholder 2">
            <a:extLst>
              <a:ext uri="{FF2B5EF4-FFF2-40B4-BE49-F238E27FC236}">
                <a16:creationId xmlns:a16="http://schemas.microsoft.com/office/drawing/2014/main" id="{794CDD35-67B2-0FB2-39ED-734E7664E1F3}"/>
              </a:ext>
            </a:extLst>
          </p:cNvPr>
          <p:cNvSpPr txBox="1">
            <a:spLocks/>
          </p:cNvSpPr>
          <p:nvPr/>
        </p:nvSpPr>
        <p:spPr bwMode="auto">
          <a:xfrm>
            <a:off x="10490579" y="6380367"/>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2025</a:t>
            </a:r>
          </a:p>
        </p:txBody>
      </p:sp>
      <p:sp>
        <p:nvSpPr>
          <p:cNvPr id="6" name="Footer Placeholder 3">
            <a:extLst>
              <a:ext uri="{FF2B5EF4-FFF2-40B4-BE49-F238E27FC236}">
                <a16:creationId xmlns:a16="http://schemas.microsoft.com/office/drawing/2014/main" id="{CAAE7C91-7F56-13F7-E3B8-86B741E80F70}"/>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 Summer worker | Internal</a:t>
            </a:r>
          </a:p>
        </p:txBody>
      </p:sp>
      <p:pic>
        <p:nvPicPr>
          <p:cNvPr id="7" name="Picture 6">
            <a:extLst>
              <a:ext uri="{FF2B5EF4-FFF2-40B4-BE49-F238E27FC236}">
                <a16:creationId xmlns:a16="http://schemas.microsoft.com/office/drawing/2014/main" id="{B7B06DF2-2606-D9C6-F230-0FABCA7A38DC}"/>
              </a:ext>
            </a:extLst>
          </p:cNvPr>
          <p:cNvPicPr>
            <a:picLocks noChangeAspect="1"/>
          </p:cNvPicPr>
          <p:nvPr/>
        </p:nvPicPr>
        <p:blipFill>
          <a:blip r:embed="rId3"/>
          <a:stretch>
            <a:fillRect/>
          </a:stretch>
        </p:blipFill>
        <p:spPr>
          <a:xfrm>
            <a:off x="300038" y="6220826"/>
            <a:ext cx="1542422" cy="158510"/>
          </a:xfrm>
          <a:prstGeom prst="rect">
            <a:avLst/>
          </a:prstGeom>
        </p:spPr>
      </p:pic>
      <p:sp>
        <p:nvSpPr>
          <p:cNvPr id="4" name="Title 1">
            <a:extLst>
              <a:ext uri="{FF2B5EF4-FFF2-40B4-BE49-F238E27FC236}">
                <a16:creationId xmlns:a16="http://schemas.microsoft.com/office/drawing/2014/main" id="{E8D1F3DF-DF2C-E04E-6FA7-830D000BC839}"/>
              </a:ext>
            </a:extLst>
          </p:cNvPr>
          <p:cNvSpPr txBox="1">
            <a:spLocks/>
          </p:cNvSpPr>
          <p:nvPr/>
        </p:nvSpPr>
        <p:spPr>
          <a:xfrm>
            <a:off x="836612" y="860599"/>
            <a:ext cx="3859397" cy="602439"/>
          </a:xfrm>
          <a:prstGeom prst="rect">
            <a:avLst/>
          </a:prstGeom>
        </p:spPr>
        <p:txBody>
          <a:bodyPr vert="horz" wrap="none" lIns="0" tIns="45720" rIns="91440" bIns="45720" rtlCol="0" anchor="t" anchorCtr="0">
            <a:normAutofit/>
          </a:bodyPr>
          <a:lstStyle>
            <a:lvl1pPr algn="l" defTabSz="967710" rtl="0" eaLnBrk="1" latinLnBrk="0" hangingPunct="1">
              <a:lnSpc>
                <a:spcPct val="100000"/>
              </a:lnSpc>
              <a:spcBef>
                <a:spcPct val="0"/>
              </a:spcBef>
              <a:buNone/>
              <a:defRPr lang="en-US" sz="3200" b="0" kern="1200">
                <a:solidFill>
                  <a:schemeClr val="tx1"/>
                </a:solidFill>
                <a:latin typeface="+mj-lt"/>
                <a:ea typeface="+mj-ea"/>
                <a:cs typeface="+mn-cs"/>
              </a:defRPr>
            </a:lvl1pPr>
          </a:lstStyle>
          <a:p>
            <a:r>
              <a:rPr lang="sv-SE"/>
              <a:t>Use Case </a:t>
            </a:r>
          </a:p>
        </p:txBody>
      </p:sp>
      <p:sp>
        <p:nvSpPr>
          <p:cNvPr id="9" name="Content Placeholder 2">
            <a:extLst>
              <a:ext uri="{FF2B5EF4-FFF2-40B4-BE49-F238E27FC236}">
                <a16:creationId xmlns:a16="http://schemas.microsoft.com/office/drawing/2014/main" id="{3EC6EB87-3D23-F731-DB2B-C21535186747}"/>
              </a:ext>
            </a:extLst>
          </p:cNvPr>
          <p:cNvSpPr txBox="1">
            <a:spLocks/>
          </p:cNvSpPr>
          <p:nvPr/>
        </p:nvSpPr>
        <p:spPr>
          <a:xfrm>
            <a:off x="516365" y="3429000"/>
            <a:ext cx="9477487" cy="521563"/>
          </a:xfrm>
          <a:prstGeom prst="rect">
            <a:avLst/>
          </a:prstGeom>
        </p:spPr>
        <p:txBody>
          <a:bodyPr vert="horz" lIns="0" tIns="45720" rIns="91440" bIns="45720" rtlCol="0">
            <a:noAutofit/>
          </a:bodyPr>
          <a:lstStyle>
            <a:lvl1pPr marL="0" indent="0" algn="l" defTabSz="967710" rtl="0" eaLnBrk="1" fontAlgn="base" latinLnBrk="0" hangingPunct="1">
              <a:lnSpc>
                <a:spcPct val="114000"/>
              </a:lnSpc>
              <a:spcBef>
                <a:spcPts val="952"/>
              </a:spcBef>
              <a:spcAft>
                <a:spcPts val="0"/>
              </a:spcAft>
              <a:buClr>
                <a:schemeClr val="accent1"/>
              </a:buClr>
              <a:buFont typeface="Arial" panose="020B0604020202020204" pitchFamily="34" charset="0"/>
              <a:buNone/>
              <a:defRPr lang="en-US" sz="1600" kern="1200">
                <a:solidFill>
                  <a:schemeClr val="tx1"/>
                </a:solidFill>
                <a:latin typeface="+mn-lt"/>
                <a:ea typeface="Volvo Broad Pro" panose="02000606020000020004" pitchFamily="50" charset="0"/>
                <a:cs typeface="+mn-cs"/>
              </a:defRPr>
            </a:lvl1pPr>
            <a:lvl2pPr marL="457200" indent="0" algn="l" defTabSz="967710" rtl="0" eaLnBrk="1" latinLnBrk="0" hangingPunct="1">
              <a:lnSpc>
                <a:spcPct val="114000"/>
              </a:lnSpc>
              <a:spcBef>
                <a:spcPts val="952"/>
              </a:spcBef>
              <a:spcAft>
                <a:spcPts val="0"/>
              </a:spcAft>
              <a:buClr>
                <a:schemeClr val="accent1"/>
              </a:buClr>
              <a:buFont typeface="Arial" panose="020B0604020202020204" pitchFamily="34" charset="0"/>
              <a:buNone/>
              <a:defRPr sz="1400" kern="1200">
                <a:solidFill>
                  <a:schemeClr val="tx1"/>
                </a:solidFill>
                <a:latin typeface="+mn-lt"/>
                <a:ea typeface="Volvo Broad Pro" panose="02000606020000020004" pitchFamily="50" charset="0"/>
                <a:cs typeface="+mn-cs"/>
              </a:defRPr>
            </a:lvl2pPr>
            <a:lvl3pPr marL="914400" indent="0" algn="l" defTabSz="967710" rtl="0" eaLnBrk="1" fontAlgn="base" latinLnBrk="0" hangingPunct="1">
              <a:lnSpc>
                <a:spcPct val="114000"/>
              </a:lnSpc>
              <a:spcBef>
                <a:spcPts val="952"/>
              </a:spcBef>
              <a:spcAft>
                <a:spcPts val="0"/>
              </a:spcAft>
              <a:buClr>
                <a:schemeClr val="accent1"/>
              </a:buClr>
              <a:buSzPct val="90000"/>
              <a:buFont typeface="Arial" panose="020B0604020202020204" pitchFamily="34" charset="0"/>
              <a:buNone/>
              <a:defRPr lang="en-US" sz="1200" kern="1200">
                <a:solidFill>
                  <a:schemeClr val="tx1"/>
                </a:solidFill>
                <a:latin typeface="+mn-lt"/>
                <a:ea typeface="Volvo Broad Pro" panose="02000606020000020004" pitchFamily="50" charset="0"/>
                <a:cs typeface="+mn-cs"/>
              </a:defRPr>
            </a:lvl3pPr>
            <a:lvl4pPr marL="1371600" indent="0" algn="l" defTabSz="967710" rtl="0" eaLnBrk="1" latinLnBrk="0" hangingPunct="1">
              <a:lnSpc>
                <a:spcPct val="114000"/>
              </a:lnSpc>
              <a:spcBef>
                <a:spcPts val="952"/>
              </a:spcBef>
              <a:spcAft>
                <a:spcPts val="0"/>
              </a:spcAft>
              <a:buClr>
                <a:schemeClr val="accent1"/>
              </a:buClr>
              <a:buFont typeface="Arial" panose="020B0604020202020204" pitchFamily="34" charset="0"/>
              <a:buNone/>
              <a:defRPr sz="1000" kern="1200">
                <a:solidFill>
                  <a:schemeClr val="tx1"/>
                </a:solidFill>
                <a:latin typeface="+mn-lt"/>
                <a:ea typeface="Volvo Broad Pro" panose="02000606020000020004" pitchFamily="50" charset="0"/>
                <a:cs typeface="+mn-cs"/>
              </a:defRPr>
            </a:lvl4pPr>
            <a:lvl5pPr marL="1828800" indent="0" algn="l" defTabSz="967710" rtl="0" eaLnBrk="1" latinLnBrk="0" hangingPunct="1">
              <a:lnSpc>
                <a:spcPct val="114000"/>
              </a:lnSpc>
              <a:spcBef>
                <a:spcPts val="952"/>
              </a:spcBef>
              <a:spcAft>
                <a:spcPts val="0"/>
              </a:spcAft>
              <a:buClr>
                <a:schemeClr val="accent1"/>
              </a:buClr>
              <a:buFont typeface="Arial" panose="020B0604020202020204" pitchFamily="34" charset="0"/>
              <a:buNone/>
              <a:defRPr sz="1000" kern="1200">
                <a:solidFill>
                  <a:schemeClr val="tx1"/>
                </a:solidFill>
                <a:latin typeface="+mn-lt"/>
                <a:ea typeface="Volvo Broad Pro" panose="02000606020000020004" pitchFamily="50" charset="0"/>
                <a:cs typeface="+mn-cs"/>
              </a:defRPr>
            </a:lvl5pPr>
            <a:lvl6pPr marL="2286000" indent="0" algn="l" defTabSz="967710" rtl="0" eaLnBrk="1" latinLnBrk="0" hangingPunct="1">
              <a:spcBef>
                <a:spcPct val="20000"/>
              </a:spcBef>
              <a:buFont typeface="Volvo Novum" panose="020B0503040502060204" pitchFamily="34" charset="0"/>
              <a:buNone/>
              <a:defRPr sz="1000" kern="1200">
                <a:solidFill>
                  <a:schemeClr val="tx1"/>
                </a:solidFill>
                <a:latin typeface="+mn-lt"/>
                <a:ea typeface="+mn-ea"/>
                <a:cs typeface="+mn-cs"/>
              </a:defRPr>
            </a:lvl6pPr>
            <a:lvl7pPr marL="2743200" indent="0" algn="l" defTabSz="967710" rtl="0" eaLnBrk="1" latinLnBrk="0" hangingPunct="1">
              <a:spcBef>
                <a:spcPct val="20000"/>
              </a:spcBef>
              <a:buFont typeface="Volvo Novum" panose="020B0503040502060204" pitchFamily="34" charset="0"/>
              <a:buNone/>
              <a:defRPr sz="1000" kern="1200">
                <a:solidFill>
                  <a:schemeClr val="tx1"/>
                </a:solidFill>
                <a:latin typeface="+mn-lt"/>
                <a:ea typeface="+mn-ea"/>
                <a:cs typeface="+mn-cs"/>
              </a:defRPr>
            </a:lvl7pPr>
            <a:lvl8pPr marL="3200400" indent="0" algn="l" defTabSz="967710" rtl="0" eaLnBrk="1" latinLnBrk="0" hangingPunct="1">
              <a:spcBef>
                <a:spcPct val="20000"/>
              </a:spcBef>
              <a:buFont typeface="Volvo Novum" panose="020B0503040502060204" pitchFamily="34" charset="0"/>
              <a:buNone/>
              <a:defRPr sz="1000" kern="1200">
                <a:solidFill>
                  <a:schemeClr val="tx1"/>
                </a:solidFill>
                <a:latin typeface="+mn-lt"/>
                <a:ea typeface="+mn-ea"/>
                <a:cs typeface="+mn-cs"/>
              </a:defRPr>
            </a:lvl8pPr>
            <a:lvl9pPr marL="3657600" indent="0" algn="l" defTabSz="967710" rtl="0" eaLnBrk="1" latinLnBrk="0" hangingPunct="1">
              <a:spcBef>
                <a:spcPct val="20000"/>
              </a:spcBef>
              <a:buFont typeface="Volvo Novum" panose="020B0503040502060204" pitchFamily="34" charset="0"/>
              <a:buNone/>
              <a:defRPr sz="1000" kern="1200">
                <a:solidFill>
                  <a:schemeClr val="tx1"/>
                </a:solidFill>
                <a:latin typeface="+mn-lt"/>
                <a:ea typeface="+mn-ea"/>
                <a:cs typeface="+mn-cs"/>
              </a:defRPr>
            </a:lvl9pPr>
          </a:lstStyle>
          <a:p>
            <a:pPr lvl="1">
              <a:lnSpc>
                <a:spcPct val="110000"/>
              </a:lnSpc>
            </a:pPr>
            <a:r>
              <a:rPr lang="sv-SE" sz="1600"/>
              <a:t>Low latency, real time processing with minimal computation power on truck.</a:t>
            </a:r>
          </a:p>
          <a:p>
            <a:pPr lvl="1">
              <a:lnSpc>
                <a:spcPct val="110000"/>
              </a:lnSpc>
            </a:pPr>
            <a:endParaRPr lang="en-US" sz="1600"/>
          </a:p>
        </p:txBody>
      </p:sp>
      <p:sp>
        <p:nvSpPr>
          <p:cNvPr id="10" name="TextBox 9">
            <a:extLst>
              <a:ext uri="{FF2B5EF4-FFF2-40B4-BE49-F238E27FC236}">
                <a16:creationId xmlns:a16="http://schemas.microsoft.com/office/drawing/2014/main" id="{B3343802-251C-82BD-E2B9-BFED8F7668E5}"/>
              </a:ext>
            </a:extLst>
          </p:cNvPr>
          <p:cNvSpPr txBox="1"/>
          <p:nvPr/>
        </p:nvSpPr>
        <p:spPr>
          <a:xfrm>
            <a:off x="5228210" y="4410896"/>
            <a:ext cx="2218600" cy="754053"/>
          </a:xfrm>
          <a:prstGeom prst="rect">
            <a:avLst/>
          </a:prstGeom>
          <a:noFill/>
        </p:spPr>
        <p:txBody>
          <a:bodyPr wrap="square" rtlCol="0">
            <a:spAutoFit/>
          </a:bodyPr>
          <a:lstStyle/>
          <a:p>
            <a:pPr algn="l">
              <a:lnSpc>
                <a:spcPct val="114000"/>
              </a:lnSpc>
              <a:spcBef>
                <a:spcPts val="952"/>
              </a:spcBef>
            </a:pPr>
            <a:r>
              <a:rPr lang="sv-SE" sz="4000"/>
              <a:t>CoTwin!</a:t>
            </a:r>
            <a:endParaRPr lang="en-US" sz="4000"/>
          </a:p>
        </p:txBody>
      </p:sp>
    </p:spTree>
    <p:extLst>
      <p:ext uri="{BB962C8B-B14F-4D97-AF65-F5344CB8AC3E}">
        <p14:creationId xmlns:p14="http://schemas.microsoft.com/office/powerpoint/2010/main" val="1815810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EC944-84E2-6CCA-F8D4-0BD947B0C55C}"/>
            </a:ext>
          </a:extLst>
        </p:cNvPr>
        <p:cNvGrpSpPr/>
        <p:nvPr/>
      </p:nvGrpSpPr>
      <p:grpSpPr>
        <a:xfrm>
          <a:off x="0" y="0"/>
          <a:ext cx="0" cy="0"/>
          <a:chOff x="0" y="0"/>
          <a:chExt cx="0" cy="0"/>
        </a:xfrm>
      </p:grpSpPr>
      <p:sp>
        <p:nvSpPr>
          <p:cNvPr id="1050" name="Footer Placeholder 5">
            <a:extLst>
              <a:ext uri="{FF2B5EF4-FFF2-40B4-BE49-F238E27FC236}">
                <a16:creationId xmlns:a16="http://schemas.microsoft.com/office/drawing/2014/main" id="{7646A29A-0663-C1AB-CF1E-E54F86E007DB}"/>
              </a:ext>
            </a:extLst>
          </p:cNvPr>
          <p:cNvSpPr>
            <a:spLocks noGrp="1"/>
          </p:cNvSpPr>
          <p:nvPr>
            <p:ph type="ftr" sz="quarter" idx="11"/>
          </p:nvPr>
        </p:nvSpPr>
        <p:spPr>
          <a:xfrm>
            <a:off x="6767622" y="6356350"/>
            <a:ext cx="4040373" cy="365125"/>
          </a:xfrm>
        </p:spPr>
        <p:txBody>
          <a:bodyPr/>
          <a:lstStyle/>
          <a:p>
            <a:pPr>
              <a:spcAft>
                <a:spcPts val="600"/>
              </a:spcAft>
            </a:pPr>
            <a:r>
              <a:rPr lang="en-US"/>
              <a:t>
              </a:t>
            </a:r>
          </a:p>
        </p:txBody>
      </p:sp>
      <p:sp>
        <p:nvSpPr>
          <p:cNvPr id="1051" name="Slide Number Placeholder 6">
            <a:extLst>
              <a:ext uri="{FF2B5EF4-FFF2-40B4-BE49-F238E27FC236}">
                <a16:creationId xmlns:a16="http://schemas.microsoft.com/office/drawing/2014/main" id="{A38A9E63-21EC-9D51-37AA-49888D5C7A91}"/>
              </a:ext>
            </a:extLst>
          </p:cNvPr>
          <p:cNvSpPr>
            <a:spLocks noGrp="1"/>
          </p:cNvSpPr>
          <p:nvPr>
            <p:ph type="sldNum" sz="quarter" idx="12"/>
          </p:nvPr>
        </p:nvSpPr>
        <p:spPr>
          <a:xfrm>
            <a:off x="10807995" y="6356350"/>
            <a:ext cx="723014" cy="365125"/>
          </a:xfrm>
        </p:spPr>
        <p:txBody>
          <a:bodyPr/>
          <a:lstStyle/>
          <a:p>
            <a:pPr>
              <a:spcAft>
                <a:spcPts val="600"/>
              </a:spcAft>
            </a:pPr>
            <a:fld id="{70C12960-6E85-460F-B6E3-5B82CB31AF3D}" type="slidenum">
              <a:rPr lang="en-US" dirty="0"/>
              <a:pPr>
                <a:spcAft>
                  <a:spcPts val="600"/>
                </a:spcAft>
              </a:pPr>
              <a:t>13</a:t>
            </a:fld>
            <a:endParaRPr lang="en-US"/>
          </a:p>
        </p:txBody>
      </p:sp>
      <p:sp>
        <p:nvSpPr>
          <p:cNvPr id="5" name="Date Placeholder 2">
            <a:extLst>
              <a:ext uri="{FF2B5EF4-FFF2-40B4-BE49-F238E27FC236}">
                <a16:creationId xmlns:a16="http://schemas.microsoft.com/office/drawing/2014/main" id="{DE765A3B-2BB8-AF95-93C1-4B81A5A6A850}"/>
              </a:ext>
            </a:extLst>
          </p:cNvPr>
          <p:cNvSpPr txBox="1">
            <a:spLocks/>
          </p:cNvSpPr>
          <p:nvPr/>
        </p:nvSpPr>
        <p:spPr bwMode="auto">
          <a:xfrm>
            <a:off x="10490579" y="6380367"/>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2025</a:t>
            </a:r>
          </a:p>
        </p:txBody>
      </p:sp>
      <p:sp>
        <p:nvSpPr>
          <p:cNvPr id="6" name="Footer Placeholder 3">
            <a:extLst>
              <a:ext uri="{FF2B5EF4-FFF2-40B4-BE49-F238E27FC236}">
                <a16:creationId xmlns:a16="http://schemas.microsoft.com/office/drawing/2014/main" id="{6FE0B5FC-D0CE-D63B-C779-DCCD78C74B9A}"/>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 Summer worker | Internal</a:t>
            </a:r>
          </a:p>
        </p:txBody>
      </p:sp>
      <p:pic>
        <p:nvPicPr>
          <p:cNvPr id="7" name="Picture 6">
            <a:extLst>
              <a:ext uri="{FF2B5EF4-FFF2-40B4-BE49-F238E27FC236}">
                <a16:creationId xmlns:a16="http://schemas.microsoft.com/office/drawing/2014/main" id="{71D1636D-1F99-5BCA-1A1D-8B04846B5C17}"/>
              </a:ext>
            </a:extLst>
          </p:cNvPr>
          <p:cNvPicPr>
            <a:picLocks noChangeAspect="1"/>
          </p:cNvPicPr>
          <p:nvPr/>
        </p:nvPicPr>
        <p:blipFill>
          <a:blip r:embed="rId3"/>
          <a:stretch>
            <a:fillRect/>
          </a:stretch>
        </p:blipFill>
        <p:spPr>
          <a:xfrm>
            <a:off x="300038" y="6220826"/>
            <a:ext cx="1542422" cy="158510"/>
          </a:xfrm>
          <a:prstGeom prst="rect">
            <a:avLst/>
          </a:prstGeom>
        </p:spPr>
      </p:pic>
      <p:sp>
        <p:nvSpPr>
          <p:cNvPr id="4" name="Title 1">
            <a:extLst>
              <a:ext uri="{FF2B5EF4-FFF2-40B4-BE49-F238E27FC236}">
                <a16:creationId xmlns:a16="http://schemas.microsoft.com/office/drawing/2014/main" id="{7FC54F8D-2356-4469-2301-21E4D6EFFABC}"/>
              </a:ext>
            </a:extLst>
          </p:cNvPr>
          <p:cNvSpPr txBox="1">
            <a:spLocks/>
          </p:cNvSpPr>
          <p:nvPr/>
        </p:nvSpPr>
        <p:spPr>
          <a:xfrm>
            <a:off x="836612" y="860599"/>
            <a:ext cx="3859397" cy="602439"/>
          </a:xfrm>
          <a:prstGeom prst="rect">
            <a:avLst/>
          </a:prstGeom>
        </p:spPr>
        <p:txBody>
          <a:bodyPr vert="horz" wrap="none" lIns="0" tIns="45720" rIns="91440" bIns="45720" rtlCol="0" anchor="t" anchorCtr="0">
            <a:normAutofit/>
          </a:bodyPr>
          <a:lstStyle>
            <a:lvl1pPr algn="l" defTabSz="967710" rtl="0" eaLnBrk="1" latinLnBrk="0" hangingPunct="1">
              <a:lnSpc>
                <a:spcPct val="100000"/>
              </a:lnSpc>
              <a:spcBef>
                <a:spcPct val="0"/>
              </a:spcBef>
              <a:buNone/>
              <a:defRPr lang="en-US" sz="3200" b="0" kern="1200">
                <a:solidFill>
                  <a:schemeClr val="tx1"/>
                </a:solidFill>
                <a:latin typeface="+mj-lt"/>
                <a:ea typeface="+mj-ea"/>
                <a:cs typeface="+mn-cs"/>
              </a:defRPr>
            </a:lvl1pPr>
          </a:lstStyle>
          <a:p>
            <a:r>
              <a:rPr lang="sv-SE"/>
              <a:t>Use Case </a:t>
            </a:r>
          </a:p>
        </p:txBody>
      </p:sp>
      <p:pic>
        <p:nvPicPr>
          <p:cNvPr id="10" name="Graphic 9" descr="Cell Tower with solid fill">
            <a:extLst>
              <a:ext uri="{FF2B5EF4-FFF2-40B4-BE49-F238E27FC236}">
                <a16:creationId xmlns:a16="http://schemas.microsoft.com/office/drawing/2014/main" id="{37B2FFEE-CD00-1D6E-50B5-27380993D0C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96000" y="885336"/>
            <a:ext cx="710009" cy="710009"/>
          </a:xfrm>
          <a:prstGeom prst="rect">
            <a:avLst/>
          </a:prstGeom>
        </p:spPr>
      </p:pic>
      <p:cxnSp>
        <p:nvCxnSpPr>
          <p:cNvPr id="12" name="Straight Connector 11">
            <a:extLst>
              <a:ext uri="{FF2B5EF4-FFF2-40B4-BE49-F238E27FC236}">
                <a16:creationId xmlns:a16="http://schemas.microsoft.com/office/drawing/2014/main" id="{2EFE156F-4942-37E8-5E19-C9EA52E63DDC}"/>
              </a:ext>
            </a:extLst>
          </p:cNvPr>
          <p:cNvCxnSpPr>
            <a:cxnSpLocks/>
          </p:cNvCxnSpPr>
          <p:nvPr/>
        </p:nvCxnSpPr>
        <p:spPr>
          <a:xfrm>
            <a:off x="1071249" y="2915322"/>
            <a:ext cx="10098253" cy="0"/>
          </a:xfrm>
          <a:prstGeom prst="line">
            <a:avLst/>
          </a:prstGeom>
          <a:ln w="9525">
            <a:solidFill>
              <a:srgbClr val="888B8D"/>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FF6FBAD-8C00-7924-C76D-B0525FDCF557}"/>
              </a:ext>
            </a:extLst>
          </p:cNvPr>
          <p:cNvCxnSpPr>
            <a:cxnSpLocks/>
          </p:cNvCxnSpPr>
          <p:nvPr/>
        </p:nvCxnSpPr>
        <p:spPr>
          <a:xfrm>
            <a:off x="1106586" y="4681368"/>
            <a:ext cx="10062916" cy="0"/>
          </a:xfrm>
          <a:prstGeom prst="line">
            <a:avLst/>
          </a:prstGeom>
          <a:ln w="9525">
            <a:solidFill>
              <a:srgbClr val="888B8D"/>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0EC28EB-6934-F66E-9DBD-BCBBAEB77DBF}"/>
              </a:ext>
            </a:extLst>
          </p:cNvPr>
          <p:cNvCxnSpPr/>
          <p:nvPr/>
        </p:nvCxnSpPr>
        <p:spPr>
          <a:xfrm>
            <a:off x="1215614" y="3775934"/>
            <a:ext cx="828339" cy="0"/>
          </a:xfrm>
          <a:prstGeom prst="line">
            <a:avLst/>
          </a:prstGeom>
          <a:ln w="9525">
            <a:solidFill>
              <a:srgbClr val="888B8D"/>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EB5AE2F-75BD-8E9D-C86C-733324486F38}"/>
              </a:ext>
            </a:extLst>
          </p:cNvPr>
          <p:cNvCxnSpPr/>
          <p:nvPr/>
        </p:nvCxnSpPr>
        <p:spPr>
          <a:xfrm>
            <a:off x="3551816" y="3775934"/>
            <a:ext cx="828339" cy="0"/>
          </a:xfrm>
          <a:prstGeom prst="line">
            <a:avLst/>
          </a:prstGeom>
          <a:ln w="9525">
            <a:solidFill>
              <a:srgbClr val="888B8D"/>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6C1A738-0FFF-6ECB-4AD2-896DBD3FE080}"/>
              </a:ext>
            </a:extLst>
          </p:cNvPr>
          <p:cNvCxnSpPr/>
          <p:nvPr/>
        </p:nvCxnSpPr>
        <p:spPr>
          <a:xfrm>
            <a:off x="5821680" y="3756212"/>
            <a:ext cx="828339" cy="0"/>
          </a:xfrm>
          <a:prstGeom prst="line">
            <a:avLst/>
          </a:prstGeom>
          <a:ln w="9525">
            <a:solidFill>
              <a:srgbClr val="888B8D"/>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C6C407-8251-7282-8A00-50AEADAF4CE4}"/>
              </a:ext>
            </a:extLst>
          </p:cNvPr>
          <p:cNvCxnSpPr/>
          <p:nvPr/>
        </p:nvCxnSpPr>
        <p:spPr>
          <a:xfrm>
            <a:off x="8123816" y="3756212"/>
            <a:ext cx="828339" cy="0"/>
          </a:xfrm>
          <a:prstGeom prst="line">
            <a:avLst/>
          </a:prstGeom>
          <a:ln w="9525">
            <a:solidFill>
              <a:srgbClr val="888B8D"/>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4B27A50-8DAB-016D-AF1B-8979F6F11A3E}"/>
              </a:ext>
            </a:extLst>
          </p:cNvPr>
          <p:cNvCxnSpPr>
            <a:cxnSpLocks/>
          </p:cNvCxnSpPr>
          <p:nvPr/>
        </p:nvCxnSpPr>
        <p:spPr>
          <a:xfrm>
            <a:off x="10702670" y="3775934"/>
            <a:ext cx="466832" cy="0"/>
          </a:xfrm>
          <a:prstGeom prst="line">
            <a:avLst/>
          </a:prstGeom>
          <a:ln w="9525">
            <a:solidFill>
              <a:srgbClr val="888B8D"/>
            </a:solidFill>
            <a:headEnd type="none" w="med" len="med"/>
            <a:tailEnd type="none"/>
          </a:ln>
        </p:spPr>
        <p:style>
          <a:lnRef idx="1">
            <a:schemeClr val="accent1"/>
          </a:lnRef>
          <a:fillRef idx="0">
            <a:schemeClr val="accent1"/>
          </a:fillRef>
          <a:effectRef idx="0">
            <a:schemeClr val="accent1"/>
          </a:effectRef>
          <a:fontRef idx="minor">
            <a:schemeClr val="tx1"/>
          </a:fontRef>
        </p:style>
      </p:cxnSp>
      <p:pic>
        <p:nvPicPr>
          <p:cNvPr id="30" name="Picture 29">
            <a:extLst>
              <a:ext uri="{FF2B5EF4-FFF2-40B4-BE49-F238E27FC236}">
                <a16:creationId xmlns:a16="http://schemas.microsoft.com/office/drawing/2014/main" id="{88BA9B98-D64B-7E55-85AB-7352BDB26EBF}"/>
              </a:ext>
            </a:extLst>
          </p:cNvPr>
          <p:cNvPicPr>
            <a:picLocks noChangeAspect="1"/>
          </p:cNvPicPr>
          <p:nvPr/>
        </p:nvPicPr>
        <p:blipFill>
          <a:blip r:embed="rId6"/>
          <a:stretch>
            <a:fillRect/>
          </a:stretch>
        </p:blipFill>
        <p:spPr>
          <a:xfrm rot="5400000" flipH="1">
            <a:off x="4443835" y="2467707"/>
            <a:ext cx="1522751" cy="1522751"/>
          </a:xfrm>
          <a:prstGeom prst="rect">
            <a:avLst/>
          </a:prstGeom>
        </p:spPr>
      </p:pic>
      <p:pic>
        <p:nvPicPr>
          <p:cNvPr id="31" name="Graphic 30" descr="Cell Tower with solid fill">
            <a:extLst>
              <a:ext uri="{FF2B5EF4-FFF2-40B4-BE49-F238E27FC236}">
                <a16:creationId xmlns:a16="http://schemas.microsoft.com/office/drawing/2014/main" id="{A289E5F2-9539-4D68-E711-0BD41E426F4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28389" y="5016837"/>
            <a:ext cx="710009" cy="710009"/>
          </a:xfrm>
          <a:prstGeom prst="rect">
            <a:avLst/>
          </a:prstGeom>
        </p:spPr>
      </p:pic>
      <p:pic>
        <p:nvPicPr>
          <p:cNvPr id="32" name="Graphic 31" descr="Cell Tower with solid fill">
            <a:extLst>
              <a:ext uri="{FF2B5EF4-FFF2-40B4-BE49-F238E27FC236}">
                <a16:creationId xmlns:a16="http://schemas.microsoft.com/office/drawing/2014/main" id="{9B8A1B7B-F1F4-70AB-BF5B-381526881F7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42460" y="5016838"/>
            <a:ext cx="710009" cy="710009"/>
          </a:xfrm>
          <a:prstGeom prst="rect">
            <a:avLst/>
          </a:prstGeom>
        </p:spPr>
      </p:pic>
      <p:pic>
        <p:nvPicPr>
          <p:cNvPr id="38" name="Picture 37">
            <a:extLst>
              <a:ext uri="{FF2B5EF4-FFF2-40B4-BE49-F238E27FC236}">
                <a16:creationId xmlns:a16="http://schemas.microsoft.com/office/drawing/2014/main" id="{D287F6B4-14EB-60D4-EBA8-9D870134B43A}"/>
              </a:ext>
            </a:extLst>
          </p:cNvPr>
          <p:cNvPicPr>
            <a:picLocks noChangeAspect="1"/>
          </p:cNvPicPr>
          <p:nvPr/>
        </p:nvPicPr>
        <p:blipFill>
          <a:blip r:embed="rId7"/>
          <a:stretch>
            <a:fillRect/>
          </a:stretch>
        </p:blipFill>
        <p:spPr>
          <a:xfrm flipH="1">
            <a:off x="6936966" y="1895871"/>
            <a:ext cx="518082" cy="1019451"/>
          </a:xfrm>
          <a:prstGeom prst="rect">
            <a:avLst/>
          </a:prstGeom>
        </p:spPr>
      </p:pic>
      <p:cxnSp>
        <p:nvCxnSpPr>
          <p:cNvPr id="40" name="Straight Connector 39">
            <a:extLst>
              <a:ext uri="{FF2B5EF4-FFF2-40B4-BE49-F238E27FC236}">
                <a16:creationId xmlns:a16="http://schemas.microsoft.com/office/drawing/2014/main" id="{C9B6973F-6DA8-DD7A-33C5-54472312EDBD}"/>
              </a:ext>
            </a:extLst>
          </p:cNvPr>
          <p:cNvCxnSpPr>
            <a:cxnSpLocks/>
          </p:cNvCxnSpPr>
          <p:nvPr/>
        </p:nvCxnSpPr>
        <p:spPr>
          <a:xfrm flipV="1">
            <a:off x="5821680" y="1883641"/>
            <a:ext cx="1085520" cy="1106985"/>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2" name="Straight Connector 41">
            <a:extLst>
              <a:ext uri="{FF2B5EF4-FFF2-40B4-BE49-F238E27FC236}">
                <a16:creationId xmlns:a16="http://schemas.microsoft.com/office/drawing/2014/main" id="{1FC1CE72-27E1-5DAC-D802-97D0EFB8F009}"/>
              </a:ext>
            </a:extLst>
          </p:cNvPr>
          <p:cNvCxnSpPr>
            <a:cxnSpLocks/>
          </p:cNvCxnSpPr>
          <p:nvPr/>
        </p:nvCxnSpPr>
        <p:spPr>
          <a:xfrm flipV="1">
            <a:off x="5833335" y="2443248"/>
            <a:ext cx="1633368" cy="585029"/>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5" name="Straight Arrow Connector 44">
            <a:extLst>
              <a:ext uri="{FF2B5EF4-FFF2-40B4-BE49-F238E27FC236}">
                <a16:creationId xmlns:a16="http://schemas.microsoft.com/office/drawing/2014/main" id="{6FA10134-EDDD-C523-C196-70167D8AB628}"/>
              </a:ext>
            </a:extLst>
          </p:cNvPr>
          <p:cNvCxnSpPr>
            <a:cxnSpLocks/>
          </p:cNvCxnSpPr>
          <p:nvPr/>
        </p:nvCxnSpPr>
        <p:spPr>
          <a:xfrm flipV="1">
            <a:off x="5255035" y="1463038"/>
            <a:ext cx="840965" cy="1116815"/>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DD98D650-35EB-FCB3-5609-ED4750C12B52}"/>
              </a:ext>
            </a:extLst>
          </p:cNvPr>
          <p:cNvCxnSpPr>
            <a:cxnSpLocks/>
          </p:cNvCxnSpPr>
          <p:nvPr/>
        </p:nvCxnSpPr>
        <p:spPr>
          <a:xfrm flipH="1">
            <a:off x="5151046" y="1440488"/>
            <a:ext cx="808550" cy="1075449"/>
          </a:xfrm>
          <a:prstGeom prst="straightConnector1">
            <a:avLst/>
          </a:prstGeom>
          <a:ln w="9525">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55" name="Graphic 54" descr="Upload outline">
            <a:extLst>
              <a:ext uri="{FF2B5EF4-FFF2-40B4-BE49-F238E27FC236}">
                <a16:creationId xmlns:a16="http://schemas.microsoft.com/office/drawing/2014/main" id="{3DE5E0C5-731F-D1D5-3034-B0C14B43916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72174" y="760824"/>
            <a:ext cx="273833" cy="273833"/>
          </a:xfrm>
          <a:prstGeom prst="rect">
            <a:avLst/>
          </a:prstGeom>
        </p:spPr>
      </p:pic>
      <p:pic>
        <p:nvPicPr>
          <p:cNvPr id="57" name="Graphic 56" descr="Syncing cloud with solid fill">
            <a:extLst>
              <a:ext uri="{FF2B5EF4-FFF2-40B4-BE49-F238E27FC236}">
                <a16:creationId xmlns:a16="http://schemas.microsoft.com/office/drawing/2014/main" id="{1E5070C6-FCB1-427D-9C3F-FC09A4E1D98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218629" y="280546"/>
            <a:ext cx="868732" cy="868732"/>
          </a:xfrm>
          <a:prstGeom prst="rect">
            <a:avLst/>
          </a:prstGeom>
        </p:spPr>
      </p:pic>
      <p:pic>
        <p:nvPicPr>
          <p:cNvPr id="58" name="Graphic 57" descr="Upload outline">
            <a:extLst>
              <a:ext uri="{FF2B5EF4-FFF2-40B4-BE49-F238E27FC236}">
                <a16:creationId xmlns:a16="http://schemas.microsoft.com/office/drawing/2014/main" id="{67B7DDBB-6AB4-B6EA-7DC6-726709CF06C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415552" y="4879920"/>
            <a:ext cx="273833" cy="273833"/>
          </a:xfrm>
          <a:prstGeom prst="rect">
            <a:avLst/>
          </a:prstGeom>
        </p:spPr>
      </p:pic>
      <p:pic>
        <p:nvPicPr>
          <p:cNvPr id="59" name="Graphic 58" descr="Upload outline">
            <a:extLst>
              <a:ext uri="{FF2B5EF4-FFF2-40B4-BE49-F238E27FC236}">
                <a16:creationId xmlns:a16="http://schemas.microsoft.com/office/drawing/2014/main" id="{9547D985-7A44-AC2B-750C-E4DBE6BB436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401481" y="4881843"/>
            <a:ext cx="273833" cy="273833"/>
          </a:xfrm>
          <a:prstGeom prst="rect">
            <a:avLst/>
          </a:prstGeom>
        </p:spPr>
      </p:pic>
    </p:spTree>
    <p:extLst>
      <p:ext uri="{BB962C8B-B14F-4D97-AF65-F5344CB8AC3E}">
        <p14:creationId xmlns:p14="http://schemas.microsoft.com/office/powerpoint/2010/main" val="981041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13E44-90C6-400C-AECB-0990025C21D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A1F96A6-F350-1041-ED62-41554B586A1C}"/>
              </a:ext>
            </a:extLst>
          </p:cNvPr>
          <p:cNvSpPr>
            <a:spLocks noGrp="1"/>
          </p:cNvSpPr>
          <p:nvPr>
            <p:ph type="title"/>
          </p:nvPr>
        </p:nvSpPr>
        <p:spPr>
          <a:xfrm>
            <a:off x="1058327" y="4545042"/>
            <a:ext cx="8188657" cy="1135374"/>
          </a:xfrm>
        </p:spPr>
        <p:txBody>
          <a:bodyPr/>
          <a:lstStyle/>
          <a:p>
            <a:pPr algn="l"/>
            <a:r>
              <a:rPr lang="sv-SE" sz="9600"/>
              <a:t>Overview</a:t>
            </a:r>
          </a:p>
        </p:txBody>
      </p:sp>
      <p:sp>
        <p:nvSpPr>
          <p:cNvPr id="4" name="Text Placeholder 3">
            <a:extLst>
              <a:ext uri="{FF2B5EF4-FFF2-40B4-BE49-F238E27FC236}">
                <a16:creationId xmlns:a16="http://schemas.microsoft.com/office/drawing/2014/main" id="{313946C1-4993-6868-CB04-19366AA1E475}"/>
              </a:ext>
            </a:extLst>
          </p:cNvPr>
          <p:cNvSpPr>
            <a:spLocks noGrp="1"/>
          </p:cNvSpPr>
          <p:nvPr>
            <p:ph type="body" sz="quarter" idx="21"/>
          </p:nvPr>
        </p:nvSpPr>
        <p:spPr/>
        <p:txBody>
          <a:bodyPr/>
          <a:lstStyle/>
          <a:p>
            <a:endParaRPr lang="sv-SE"/>
          </a:p>
        </p:txBody>
      </p:sp>
      <p:sp>
        <p:nvSpPr>
          <p:cNvPr id="5" name="Date Placeholder 2">
            <a:extLst>
              <a:ext uri="{FF2B5EF4-FFF2-40B4-BE49-F238E27FC236}">
                <a16:creationId xmlns:a16="http://schemas.microsoft.com/office/drawing/2014/main" id="{991385A5-4FCA-2BDB-31F4-6593B74BE49F}"/>
              </a:ext>
            </a:extLst>
          </p:cNvPr>
          <p:cNvSpPr txBox="1">
            <a:spLocks/>
          </p:cNvSpPr>
          <p:nvPr/>
        </p:nvSpPr>
        <p:spPr bwMode="auto">
          <a:xfrm>
            <a:off x="10598734" y="6379336"/>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r"/>
            <a:r>
              <a:rPr lang="en-US"/>
              <a:t>2025</a:t>
            </a:r>
          </a:p>
        </p:txBody>
      </p:sp>
      <p:sp>
        <p:nvSpPr>
          <p:cNvPr id="6" name="Footer Placeholder 3">
            <a:extLst>
              <a:ext uri="{FF2B5EF4-FFF2-40B4-BE49-F238E27FC236}">
                <a16:creationId xmlns:a16="http://schemas.microsoft.com/office/drawing/2014/main" id="{60E16190-EEDB-5EC1-119C-6612803A5369}"/>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l"/>
            <a:r>
              <a:rPr lang="en-US"/>
              <a:t> Summer worker | Internal</a:t>
            </a:r>
          </a:p>
        </p:txBody>
      </p:sp>
    </p:spTree>
    <p:extLst>
      <p:ext uri="{BB962C8B-B14F-4D97-AF65-F5344CB8AC3E}">
        <p14:creationId xmlns:p14="http://schemas.microsoft.com/office/powerpoint/2010/main" val="876608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E8271-C066-AD2B-57E7-BFB4F8FF64CB}"/>
            </a:ext>
          </a:extLst>
        </p:cNvPr>
        <p:cNvGrpSpPr/>
        <p:nvPr/>
      </p:nvGrpSpPr>
      <p:grpSpPr>
        <a:xfrm>
          <a:off x="0" y="0"/>
          <a:ext cx="0" cy="0"/>
          <a:chOff x="0" y="0"/>
          <a:chExt cx="0" cy="0"/>
        </a:xfrm>
      </p:grpSpPr>
      <p:sp>
        <p:nvSpPr>
          <p:cNvPr id="1050" name="Footer Placeholder 5">
            <a:extLst>
              <a:ext uri="{FF2B5EF4-FFF2-40B4-BE49-F238E27FC236}">
                <a16:creationId xmlns:a16="http://schemas.microsoft.com/office/drawing/2014/main" id="{6F3FA48B-B28D-1288-9707-088214DFFC4A}"/>
              </a:ext>
            </a:extLst>
          </p:cNvPr>
          <p:cNvSpPr>
            <a:spLocks noGrp="1"/>
          </p:cNvSpPr>
          <p:nvPr>
            <p:ph type="ftr" sz="quarter" idx="11"/>
          </p:nvPr>
        </p:nvSpPr>
        <p:spPr>
          <a:xfrm>
            <a:off x="6767622" y="6356350"/>
            <a:ext cx="4040373" cy="365125"/>
          </a:xfrm>
        </p:spPr>
        <p:txBody>
          <a:bodyPr/>
          <a:lstStyle/>
          <a:p>
            <a:pPr>
              <a:spcAft>
                <a:spcPts val="600"/>
              </a:spcAft>
            </a:pPr>
            <a:r>
              <a:rPr lang="en-US"/>
              <a:t>
              </a:t>
            </a:r>
          </a:p>
        </p:txBody>
      </p:sp>
      <p:sp>
        <p:nvSpPr>
          <p:cNvPr id="1051" name="Slide Number Placeholder 6">
            <a:extLst>
              <a:ext uri="{FF2B5EF4-FFF2-40B4-BE49-F238E27FC236}">
                <a16:creationId xmlns:a16="http://schemas.microsoft.com/office/drawing/2014/main" id="{D0065E1B-AF41-5F80-D9D2-C172EE7BD08A}"/>
              </a:ext>
            </a:extLst>
          </p:cNvPr>
          <p:cNvSpPr>
            <a:spLocks noGrp="1"/>
          </p:cNvSpPr>
          <p:nvPr>
            <p:ph type="sldNum" sz="quarter" idx="12"/>
          </p:nvPr>
        </p:nvSpPr>
        <p:spPr>
          <a:xfrm>
            <a:off x="10807995" y="6356350"/>
            <a:ext cx="723014" cy="365125"/>
          </a:xfrm>
        </p:spPr>
        <p:txBody>
          <a:bodyPr/>
          <a:lstStyle/>
          <a:p>
            <a:pPr>
              <a:spcAft>
                <a:spcPts val="600"/>
              </a:spcAft>
            </a:pPr>
            <a:fld id="{70C12960-6E85-460F-B6E3-5B82CB31AF3D}" type="slidenum">
              <a:rPr lang="en-US" dirty="0"/>
              <a:pPr>
                <a:spcAft>
                  <a:spcPts val="600"/>
                </a:spcAft>
              </a:pPr>
              <a:t>15</a:t>
            </a:fld>
            <a:endParaRPr lang="en-US"/>
          </a:p>
        </p:txBody>
      </p:sp>
      <p:sp>
        <p:nvSpPr>
          <p:cNvPr id="8" name="Rectangle: Rounded Corners 7">
            <a:extLst>
              <a:ext uri="{FF2B5EF4-FFF2-40B4-BE49-F238E27FC236}">
                <a16:creationId xmlns:a16="http://schemas.microsoft.com/office/drawing/2014/main" id="{EE0018FF-35F5-BD29-5CC3-9231D547F23B}"/>
              </a:ext>
            </a:extLst>
          </p:cNvPr>
          <p:cNvSpPr/>
          <p:nvPr/>
        </p:nvSpPr>
        <p:spPr>
          <a:xfrm>
            <a:off x="1276997" y="3545833"/>
            <a:ext cx="1316736" cy="92354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a:t>Video Stream</a:t>
            </a:r>
            <a:endParaRPr lang="en-US"/>
          </a:p>
        </p:txBody>
      </p:sp>
      <p:sp>
        <p:nvSpPr>
          <p:cNvPr id="9" name="Rectangle: Rounded Corners 8">
            <a:extLst>
              <a:ext uri="{FF2B5EF4-FFF2-40B4-BE49-F238E27FC236}">
                <a16:creationId xmlns:a16="http://schemas.microsoft.com/office/drawing/2014/main" id="{7FB58148-A085-E4F0-296A-BC367DD6EF56}"/>
              </a:ext>
            </a:extLst>
          </p:cNvPr>
          <p:cNvSpPr/>
          <p:nvPr/>
        </p:nvSpPr>
        <p:spPr>
          <a:xfrm>
            <a:off x="5437632" y="3545833"/>
            <a:ext cx="1316736" cy="92354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a:t>Truck App</a:t>
            </a:r>
            <a:endParaRPr lang="en-US"/>
          </a:p>
        </p:txBody>
      </p:sp>
      <p:sp>
        <p:nvSpPr>
          <p:cNvPr id="10" name="Rectangle: Rounded Corners 9">
            <a:extLst>
              <a:ext uri="{FF2B5EF4-FFF2-40B4-BE49-F238E27FC236}">
                <a16:creationId xmlns:a16="http://schemas.microsoft.com/office/drawing/2014/main" id="{EDE250C0-F795-ED07-DF79-17EF6D8F0366}"/>
              </a:ext>
            </a:extLst>
          </p:cNvPr>
          <p:cNvSpPr/>
          <p:nvPr/>
        </p:nvSpPr>
        <p:spPr>
          <a:xfrm>
            <a:off x="9598267" y="3468788"/>
            <a:ext cx="1316736" cy="92354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sv-SE"/>
              <a:t>Tower App</a:t>
            </a:r>
            <a:endParaRPr lang="en-US"/>
          </a:p>
        </p:txBody>
      </p:sp>
      <p:cxnSp>
        <p:nvCxnSpPr>
          <p:cNvPr id="11" name="Straight Arrow Connector 10">
            <a:extLst>
              <a:ext uri="{FF2B5EF4-FFF2-40B4-BE49-F238E27FC236}">
                <a16:creationId xmlns:a16="http://schemas.microsoft.com/office/drawing/2014/main" id="{158AF704-BF41-4039-06A6-B9CD526A4767}"/>
              </a:ext>
            </a:extLst>
          </p:cNvPr>
          <p:cNvCxnSpPr/>
          <p:nvPr/>
        </p:nvCxnSpPr>
        <p:spPr>
          <a:xfrm>
            <a:off x="2904629" y="3930560"/>
            <a:ext cx="224028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6E6AF6D3-2E93-E35B-256F-96EDC12F6BDB}"/>
              </a:ext>
            </a:extLst>
          </p:cNvPr>
          <p:cNvCxnSpPr>
            <a:cxnSpLocks/>
          </p:cNvCxnSpPr>
          <p:nvPr/>
        </p:nvCxnSpPr>
        <p:spPr>
          <a:xfrm>
            <a:off x="7004189" y="3891615"/>
            <a:ext cx="241096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13E6A267-EE24-159E-32E4-FE396928303B}"/>
              </a:ext>
            </a:extLst>
          </p:cNvPr>
          <p:cNvCxnSpPr>
            <a:cxnSpLocks/>
          </p:cNvCxnSpPr>
          <p:nvPr/>
        </p:nvCxnSpPr>
        <p:spPr>
          <a:xfrm flipH="1">
            <a:off x="7004189" y="4220290"/>
            <a:ext cx="241096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itle 1">
            <a:extLst>
              <a:ext uri="{FF2B5EF4-FFF2-40B4-BE49-F238E27FC236}">
                <a16:creationId xmlns:a16="http://schemas.microsoft.com/office/drawing/2014/main" id="{D35BFBC0-E126-47F6-7A25-1E0C4CBC79E6}"/>
              </a:ext>
            </a:extLst>
          </p:cNvPr>
          <p:cNvSpPr>
            <a:spLocks noGrp="1"/>
          </p:cNvSpPr>
          <p:nvPr>
            <p:ph type="title"/>
          </p:nvPr>
        </p:nvSpPr>
        <p:spPr>
          <a:xfrm>
            <a:off x="912628" y="925144"/>
            <a:ext cx="3859397" cy="1471548"/>
          </a:xfrm>
        </p:spPr>
        <p:txBody>
          <a:bodyPr anchor="t">
            <a:normAutofit/>
          </a:bodyPr>
          <a:lstStyle/>
          <a:p>
            <a:r>
              <a:rPr lang="sv-SE"/>
              <a:t>System Overview</a:t>
            </a:r>
            <a:endParaRPr lang="en-US"/>
          </a:p>
        </p:txBody>
      </p:sp>
      <p:pic>
        <p:nvPicPr>
          <p:cNvPr id="15" name="Picture 14">
            <a:extLst>
              <a:ext uri="{FF2B5EF4-FFF2-40B4-BE49-F238E27FC236}">
                <a16:creationId xmlns:a16="http://schemas.microsoft.com/office/drawing/2014/main" id="{5945BF99-1716-2581-3DBD-516FF0697CED}"/>
              </a:ext>
            </a:extLst>
          </p:cNvPr>
          <p:cNvPicPr>
            <a:picLocks noChangeAspect="1"/>
          </p:cNvPicPr>
          <p:nvPr/>
        </p:nvPicPr>
        <p:blipFill>
          <a:blip r:embed="rId3"/>
          <a:srcRect b="30900"/>
          <a:stretch>
            <a:fillRect/>
          </a:stretch>
        </p:blipFill>
        <p:spPr>
          <a:xfrm>
            <a:off x="5573069" y="2760430"/>
            <a:ext cx="1045862" cy="708358"/>
          </a:xfrm>
          <a:prstGeom prst="rect">
            <a:avLst/>
          </a:prstGeom>
        </p:spPr>
      </p:pic>
      <p:pic>
        <p:nvPicPr>
          <p:cNvPr id="16" name="Picture 15">
            <a:extLst>
              <a:ext uri="{FF2B5EF4-FFF2-40B4-BE49-F238E27FC236}">
                <a16:creationId xmlns:a16="http://schemas.microsoft.com/office/drawing/2014/main" id="{B239C1E9-93C4-1679-F2E7-17ABCD04E657}"/>
              </a:ext>
            </a:extLst>
          </p:cNvPr>
          <p:cNvPicPr>
            <a:picLocks noChangeAspect="1"/>
          </p:cNvPicPr>
          <p:nvPr/>
        </p:nvPicPr>
        <p:blipFill>
          <a:blip r:embed="rId4"/>
          <a:srcRect b="27108"/>
          <a:stretch>
            <a:fillRect/>
          </a:stretch>
        </p:blipFill>
        <p:spPr>
          <a:xfrm>
            <a:off x="1368548" y="2545244"/>
            <a:ext cx="1133633" cy="923544"/>
          </a:xfrm>
          <a:prstGeom prst="rect">
            <a:avLst/>
          </a:prstGeom>
        </p:spPr>
      </p:pic>
      <p:sp>
        <p:nvSpPr>
          <p:cNvPr id="2" name="Date Placeholder 2">
            <a:extLst>
              <a:ext uri="{FF2B5EF4-FFF2-40B4-BE49-F238E27FC236}">
                <a16:creationId xmlns:a16="http://schemas.microsoft.com/office/drawing/2014/main" id="{EF9608F4-35D9-B5B9-4D7E-3B0D50D81AA6}"/>
              </a:ext>
            </a:extLst>
          </p:cNvPr>
          <p:cNvSpPr txBox="1">
            <a:spLocks/>
          </p:cNvSpPr>
          <p:nvPr/>
        </p:nvSpPr>
        <p:spPr bwMode="auto">
          <a:xfrm>
            <a:off x="10490579" y="6380367"/>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2025</a:t>
            </a:r>
          </a:p>
        </p:txBody>
      </p:sp>
      <p:sp>
        <p:nvSpPr>
          <p:cNvPr id="3" name="Footer Placeholder 3">
            <a:extLst>
              <a:ext uri="{FF2B5EF4-FFF2-40B4-BE49-F238E27FC236}">
                <a16:creationId xmlns:a16="http://schemas.microsoft.com/office/drawing/2014/main" id="{5FEFDC32-671C-CD93-3B62-D0E862F074DB}"/>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 Summer worker | Internal</a:t>
            </a:r>
          </a:p>
        </p:txBody>
      </p:sp>
      <p:pic>
        <p:nvPicPr>
          <p:cNvPr id="4" name="Picture 3">
            <a:extLst>
              <a:ext uri="{FF2B5EF4-FFF2-40B4-BE49-F238E27FC236}">
                <a16:creationId xmlns:a16="http://schemas.microsoft.com/office/drawing/2014/main" id="{259BC24B-2EFB-74D5-1FAF-9A4212C375D6}"/>
              </a:ext>
            </a:extLst>
          </p:cNvPr>
          <p:cNvPicPr>
            <a:picLocks noChangeAspect="1"/>
          </p:cNvPicPr>
          <p:nvPr/>
        </p:nvPicPr>
        <p:blipFill>
          <a:blip r:embed="rId5"/>
          <a:stretch>
            <a:fillRect/>
          </a:stretch>
        </p:blipFill>
        <p:spPr>
          <a:xfrm>
            <a:off x="300038" y="6220826"/>
            <a:ext cx="1542422" cy="158510"/>
          </a:xfrm>
          <a:prstGeom prst="rect">
            <a:avLst/>
          </a:prstGeom>
        </p:spPr>
      </p:pic>
      <p:pic>
        <p:nvPicPr>
          <p:cNvPr id="23" name="Graphic 22" descr="Cell Tower with solid fill">
            <a:extLst>
              <a:ext uri="{FF2B5EF4-FFF2-40B4-BE49-F238E27FC236}">
                <a16:creationId xmlns:a16="http://schemas.microsoft.com/office/drawing/2014/main" id="{97CFDAC6-FF51-CCFF-B1ED-8FDF605F3EA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71231" y="2642485"/>
            <a:ext cx="639995" cy="639995"/>
          </a:xfrm>
          <a:prstGeom prst="rect">
            <a:avLst/>
          </a:prstGeom>
        </p:spPr>
      </p:pic>
      <p:pic>
        <p:nvPicPr>
          <p:cNvPr id="24" name="Graphic 23" descr="Cell Tower with solid fill">
            <a:extLst>
              <a:ext uri="{FF2B5EF4-FFF2-40B4-BE49-F238E27FC236}">
                <a16:creationId xmlns:a16="http://schemas.microsoft.com/office/drawing/2014/main" id="{2E6EA142-863E-6A04-D09A-4F6DD1374A1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20931" y="2519228"/>
            <a:ext cx="710009" cy="710009"/>
          </a:xfrm>
          <a:prstGeom prst="rect">
            <a:avLst/>
          </a:prstGeom>
        </p:spPr>
      </p:pic>
      <p:pic>
        <p:nvPicPr>
          <p:cNvPr id="25" name="Graphic 24" descr="Cell Tower with solid fill">
            <a:extLst>
              <a:ext uri="{FF2B5EF4-FFF2-40B4-BE49-F238E27FC236}">
                <a16:creationId xmlns:a16="http://schemas.microsoft.com/office/drawing/2014/main" id="{C8A89274-6B5A-63AE-D073-E5A285AD16D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922633" y="1939467"/>
            <a:ext cx="639995" cy="639995"/>
          </a:xfrm>
          <a:prstGeom prst="rect">
            <a:avLst/>
          </a:prstGeom>
        </p:spPr>
      </p:pic>
      <p:pic>
        <p:nvPicPr>
          <p:cNvPr id="26" name="Graphic 25" descr="Cell Tower with solid fill">
            <a:extLst>
              <a:ext uri="{FF2B5EF4-FFF2-40B4-BE49-F238E27FC236}">
                <a16:creationId xmlns:a16="http://schemas.microsoft.com/office/drawing/2014/main" id="{8AB4D386-F693-F0AE-EA3A-5A984BBBE4E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5875" y="1503805"/>
            <a:ext cx="710009" cy="710009"/>
          </a:xfrm>
          <a:prstGeom prst="rect">
            <a:avLst/>
          </a:prstGeom>
        </p:spPr>
      </p:pic>
      <p:pic>
        <p:nvPicPr>
          <p:cNvPr id="27" name="Graphic 26" descr="Cell Tower with solid fill">
            <a:extLst>
              <a:ext uri="{FF2B5EF4-FFF2-40B4-BE49-F238E27FC236}">
                <a16:creationId xmlns:a16="http://schemas.microsoft.com/office/drawing/2014/main" id="{2F4982DE-9920-34E8-E07C-A026CC92E6D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639377" y="1545468"/>
            <a:ext cx="639995" cy="639995"/>
          </a:xfrm>
          <a:prstGeom prst="rect">
            <a:avLst/>
          </a:prstGeom>
        </p:spPr>
      </p:pic>
    </p:spTree>
    <p:extLst>
      <p:ext uri="{BB962C8B-B14F-4D97-AF65-F5344CB8AC3E}">
        <p14:creationId xmlns:p14="http://schemas.microsoft.com/office/powerpoint/2010/main" val="1722317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91A22-21BF-C7DA-ED1F-EE9CE6EDA08C}"/>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AA21E690-07D7-CA0E-C8C6-2432156AA1D6}"/>
              </a:ext>
            </a:extLst>
          </p:cNvPr>
          <p:cNvSpPr>
            <a:spLocks noGrp="1"/>
          </p:cNvSpPr>
          <p:nvPr>
            <p:ph type="subTitle" idx="1"/>
          </p:nvPr>
        </p:nvSpPr>
        <p:spPr/>
        <p:txBody>
          <a:bodyPr/>
          <a:lstStyle/>
          <a:p>
            <a:endParaRPr lang="sv-SE"/>
          </a:p>
        </p:txBody>
      </p:sp>
      <p:sp>
        <p:nvSpPr>
          <p:cNvPr id="3" name="Title 2">
            <a:extLst>
              <a:ext uri="{FF2B5EF4-FFF2-40B4-BE49-F238E27FC236}">
                <a16:creationId xmlns:a16="http://schemas.microsoft.com/office/drawing/2014/main" id="{CEEA88D5-D606-EA50-23FD-E0C27ACD6BB9}"/>
              </a:ext>
            </a:extLst>
          </p:cNvPr>
          <p:cNvSpPr>
            <a:spLocks noGrp="1"/>
          </p:cNvSpPr>
          <p:nvPr>
            <p:ph type="title"/>
          </p:nvPr>
        </p:nvSpPr>
        <p:spPr>
          <a:xfrm>
            <a:off x="1058327" y="4545042"/>
            <a:ext cx="8188657" cy="1135374"/>
          </a:xfrm>
        </p:spPr>
        <p:txBody>
          <a:bodyPr/>
          <a:lstStyle/>
          <a:p>
            <a:pPr algn="l"/>
            <a:r>
              <a:rPr lang="sv-SE" sz="9600"/>
              <a:t>Data</a:t>
            </a:r>
          </a:p>
        </p:txBody>
      </p:sp>
      <p:sp>
        <p:nvSpPr>
          <p:cNvPr id="4" name="Text Placeholder 3">
            <a:extLst>
              <a:ext uri="{FF2B5EF4-FFF2-40B4-BE49-F238E27FC236}">
                <a16:creationId xmlns:a16="http://schemas.microsoft.com/office/drawing/2014/main" id="{315C29E3-86F6-F9ED-A4E3-8533C9466E52}"/>
              </a:ext>
            </a:extLst>
          </p:cNvPr>
          <p:cNvSpPr>
            <a:spLocks noGrp="1"/>
          </p:cNvSpPr>
          <p:nvPr>
            <p:ph type="body" sz="quarter" idx="21"/>
          </p:nvPr>
        </p:nvSpPr>
        <p:spPr/>
        <p:txBody>
          <a:bodyPr/>
          <a:lstStyle/>
          <a:p>
            <a:endParaRPr lang="sv-SE"/>
          </a:p>
        </p:txBody>
      </p:sp>
      <p:sp>
        <p:nvSpPr>
          <p:cNvPr id="5" name="Date Placeholder 2">
            <a:extLst>
              <a:ext uri="{FF2B5EF4-FFF2-40B4-BE49-F238E27FC236}">
                <a16:creationId xmlns:a16="http://schemas.microsoft.com/office/drawing/2014/main" id="{B9027ED1-7C0D-EA2B-88A1-DEB0F7120628}"/>
              </a:ext>
            </a:extLst>
          </p:cNvPr>
          <p:cNvSpPr txBox="1">
            <a:spLocks/>
          </p:cNvSpPr>
          <p:nvPr/>
        </p:nvSpPr>
        <p:spPr bwMode="auto">
          <a:xfrm>
            <a:off x="10598734" y="6379336"/>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r"/>
            <a:r>
              <a:rPr lang="en-US"/>
              <a:t>2025</a:t>
            </a:r>
          </a:p>
        </p:txBody>
      </p:sp>
      <p:sp>
        <p:nvSpPr>
          <p:cNvPr id="6" name="Footer Placeholder 3">
            <a:extLst>
              <a:ext uri="{FF2B5EF4-FFF2-40B4-BE49-F238E27FC236}">
                <a16:creationId xmlns:a16="http://schemas.microsoft.com/office/drawing/2014/main" id="{955D4537-76AB-8D68-E087-3A5CC7985C2A}"/>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l"/>
            <a:r>
              <a:rPr lang="en-US"/>
              <a:t> Summer worker | Internal</a:t>
            </a:r>
          </a:p>
        </p:txBody>
      </p:sp>
    </p:spTree>
    <p:extLst>
      <p:ext uri="{BB962C8B-B14F-4D97-AF65-F5344CB8AC3E}">
        <p14:creationId xmlns:p14="http://schemas.microsoft.com/office/powerpoint/2010/main" val="3713552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29899-40E0-C881-FE37-2485C52BF0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2F3E7D-7885-1A66-C7F5-136105750F20}"/>
              </a:ext>
            </a:extLst>
          </p:cNvPr>
          <p:cNvSpPr>
            <a:spLocks noGrp="1"/>
          </p:cNvSpPr>
          <p:nvPr>
            <p:ph type="title"/>
          </p:nvPr>
        </p:nvSpPr>
        <p:spPr>
          <a:xfrm>
            <a:off x="912628" y="1463038"/>
            <a:ext cx="3859397" cy="1471548"/>
          </a:xfrm>
        </p:spPr>
        <p:txBody>
          <a:bodyPr anchor="t">
            <a:normAutofit/>
          </a:bodyPr>
          <a:lstStyle/>
          <a:p>
            <a:r>
              <a:rPr lang="sv-SE"/>
              <a:t>Linköping University Dataset</a:t>
            </a:r>
            <a:endParaRPr lang="en-US"/>
          </a:p>
        </p:txBody>
      </p:sp>
      <p:sp>
        <p:nvSpPr>
          <p:cNvPr id="3" name="Content Placeholder 2">
            <a:extLst>
              <a:ext uri="{FF2B5EF4-FFF2-40B4-BE49-F238E27FC236}">
                <a16:creationId xmlns:a16="http://schemas.microsoft.com/office/drawing/2014/main" id="{E238A3CB-67D1-F716-32CC-E962C70EA96B}"/>
              </a:ext>
            </a:extLst>
          </p:cNvPr>
          <p:cNvSpPr>
            <a:spLocks noGrp="1"/>
          </p:cNvSpPr>
          <p:nvPr>
            <p:ph type="body" sz="half" idx="2"/>
          </p:nvPr>
        </p:nvSpPr>
        <p:spPr>
          <a:xfrm>
            <a:off x="516367" y="2286186"/>
            <a:ext cx="4255658" cy="2495363"/>
          </a:xfrm>
        </p:spPr>
        <p:txBody>
          <a:bodyPr>
            <a:noAutofit/>
          </a:bodyPr>
          <a:lstStyle/>
          <a:p>
            <a:pPr marL="742950" lvl="1" indent="-285750">
              <a:lnSpc>
                <a:spcPct val="110000"/>
              </a:lnSpc>
              <a:buFont typeface="Arial" panose="020B0604020202020204" pitchFamily="34" charset="0"/>
              <a:buChar char="•"/>
            </a:pPr>
            <a:r>
              <a:rPr lang="sv-SE" sz="1600" dirty="0"/>
              <a:t>4000 labelled images</a:t>
            </a:r>
          </a:p>
          <a:p>
            <a:pPr marL="742950" lvl="1" indent="-285750">
              <a:lnSpc>
                <a:spcPct val="110000"/>
              </a:lnSpc>
              <a:buFont typeface="Arial" panose="020B0604020202020204" pitchFamily="34" charset="0"/>
              <a:buChar char="•"/>
            </a:pPr>
            <a:r>
              <a:rPr lang="sv-SE" sz="1600" dirty="0"/>
              <a:t>3488 swedish road signs</a:t>
            </a:r>
          </a:p>
          <a:p>
            <a:pPr marL="742950" lvl="1" indent="-285750">
              <a:lnSpc>
                <a:spcPct val="110000"/>
              </a:lnSpc>
              <a:buFont typeface="Arial" panose="020B0604020202020204" pitchFamily="34" charset="0"/>
              <a:buChar char="•"/>
            </a:pPr>
            <a:r>
              <a:rPr lang="sv-SE" sz="1600" dirty="0"/>
              <a:t>Cons:</a:t>
            </a:r>
            <a:endParaRPr lang="sv-SE" sz="1400" dirty="0"/>
          </a:p>
          <a:p>
            <a:pPr marL="1200150" lvl="2" indent="-285750">
              <a:lnSpc>
                <a:spcPct val="110000"/>
              </a:lnSpc>
              <a:buFont typeface="Arial" panose="020B0604020202020204" pitchFamily="34" charset="0"/>
              <a:buChar char="•"/>
            </a:pPr>
            <a:r>
              <a:rPr lang="sv-SE" sz="1400" dirty="0"/>
              <a:t>Data is NOT from lindholmen</a:t>
            </a:r>
          </a:p>
          <a:p>
            <a:pPr marL="1200150" lvl="2" indent="-285750">
              <a:lnSpc>
                <a:spcPct val="110000"/>
              </a:lnSpc>
              <a:buFont typeface="Arial" panose="020B0604020202020204" pitchFamily="34" charset="0"/>
              <a:buChar char="•"/>
            </a:pPr>
            <a:r>
              <a:rPr lang="sv-SE" sz="1400" dirty="0"/>
              <a:t>Low height of the camera</a:t>
            </a:r>
          </a:p>
          <a:p>
            <a:pPr marL="1200150" lvl="2" indent="-285750">
              <a:lnSpc>
                <a:spcPct val="110000"/>
              </a:lnSpc>
              <a:buFont typeface="Arial" panose="020B0604020202020204" pitchFamily="34" charset="0"/>
              <a:buChar char="•"/>
            </a:pPr>
            <a:r>
              <a:rPr lang="sv-SE" sz="1400" dirty="0"/>
              <a:t>Standard lens and NOT fisheye lens</a:t>
            </a:r>
          </a:p>
          <a:p>
            <a:pPr lvl="1">
              <a:lnSpc>
                <a:spcPct val="110000"/>
              </a:lnSpc>
            </a:pPr>
            <a:endParaRPr lang="sv-SE" sz="1600" dirty="0"/>
          </a:p>
          <a:p>
            <a:pPr marL="457200" lvl="1" indent="0">
              <a:lnSpc>
                <a:spcPct val="110000"/>
              </a:lnSpc>
              <a:buNone/>
            </a:pPr>
            <a:endParaRPr lang="sv-SE" sz="1600" dirty="0"/>
          </a:p>
          <a:p>
            <a:pPr marL="457200" lvl="1" indent="0">
              <a:lnSpc>
                <a:spcPct val="110000"/>
              </a:lnSpc>
              <a:buNone/>
            </a:pPr>
            <a:endParaRPr lang="sv-SE" sz="1600" dirty="0"/>
          </a:p>
          <a:p>
            <a:pPr marL="457200" lvl="1" indent="0">
              <a:lnSpc>
                <a:spcPct val="110000"/>
              </a:lnSpc>
              <a:buNone/>
            </a:pPr>
            <a:endParaRPr lang="en-US" sz="1600" dirty="0"/>
          </a:p>
        </p:txBody>
      </p:sp>
      <p:sp>
        <p:nvSpPr>
          <p:cNvPr id="1050" name="Footer Placeholder 5">
            <a:extLst>
              <a:ext uri="{FF2B5EF4-FFF2-40B4-BE49-F238E27FC236}">
                <a16:creationId xmlns:a16="http://schemas.microsoft.com/office/drawing/2014/main" id="{E0579F69-677E-5D05-C171-A1870C765B4B}"/>
              </a:ext>
            </a:extLst>
          </p:cNvPr>
          <p:cNvSpPr>
            <a:spLocks noGrp="1"/>
          </p:cNvSpPr>
          <p:nvPr>
            <p:ph type="ftr" sz="quarter" idx="11"/>
          </p:nvPr>
        </p:nvSpPr>
        <p:spPr>
          <a:xfrm>
            <a:off x="6767622" y="6356350"/>
            <a:ext cx="4040373" cy="365125"/>
          </a:xfrm>
        </p:spPr>
        <p:txBody>
          <a:bodyPr/>
          <a:lstStyle/>
          <a:p>
            <a:pPr>
              <a:spcAft>
                <a:spcPts val="600"/>
              </a:spcAft>
            </a:pPr>
            <a:r>
              <a:rPr lang="en-US"/>
              <a:t>
              </a:t>
            </a:r>
          </a:p>
        </p:txBody>
      </p:sp>
      <p:sp>
        <p:nvSpPr>
          <p:cNvPr id="1051" name="Slide Number Placeholder 6">
            <a:extLst>
              <a:ext uri="{FF2B5EF4-FFF2-40B4-BE49-F238E27FC236}">
                <a16:creationId xmlns:a16="http://schemas.microsoft.com/office/drawing/2014/main" id="{AEA1843E-4C95-D2AB-3C7C-8C405532F987}"/>
              </a:ext>
            </a:extLst>
          </p:cNvPr>
          <p:cNvSpPr>
            <a:spLocks noGrp="1"/>
          </p:cNvSpPr>
          <p:nvPr>
            <p:ph type="sldNum" sz="quarter" idx="12"/>
          </p:nvPr>
        </p:nvSpPr>
        <p:spPr>
          <a:xfrm>
            <a:off x="10807995" y="6356350"/>
            <a:ext cx="723014" cy="365125"/>
          </a:xfrm>
        </p:spPr>
        <p:txBody>
          <a:bodyPr/>
          <a:lstStyle/>
          <a:p>
            <a:pPr>
              <a:spcAft>
                <a:spcPts val="600"/>
              </a:spcAft>
            </a:pPr>
            <a:fld id="{70C12960-6E85-460F-B6E3-5B82CB31AF3D}" type="slidenum">
              <a:rPr lang="en-US" dirty="0"/>
              <a:pPr>
                <a:spcAft>
                  <a:spcPts val="600"/>
                </a:spcAft>
              </a:pPr>
              <a:t>17</a:t>
            </a:fld>
            <a:endParaRPr lang="en-US"/>
          </a:p>
        </p:txBody>
      </p:sp>
      <p:pic>
        <p:nvPicPr>
          <p:cNvPr id="4" name="Picture 3" descr="A car on the road&#10;&#10;AI-generated content may be incorrect.">
            <a:extLst>
              <a:ext uri="{FF2B5EF4-FFF2-40B4-BE49-F238E27FC236}">
                <a16:creationId xmlns:a16="http://schemas.microsoft.com/office/drawing/2014/main" id="{D6746946-717A-B879-2BCF-25A5053598E9}"/>
              </a:ext>
            </a:extLst>
          </p:cNvPr>
          <p:cNvPicPr>
            <a:picLocks noChangeAspect="1"/>
          </p:cNvPicPr>
          <p:nvPr/>
        </p:nvPicPr>
        <p:blipFill>
          <a:blip r:embed="rId3"/>
          <a:stretch>
            <a:fillRect/>
          </a:stretch>
        </p:blipFill>
        <p:spPr>
          <a:xfrm>
            <a:off x="5633121" y="2034665"/>
            <a:ext cx="5324787" cy="4024965"/>
          </a:xfrm>
          <a:prstGeom prst="rect">
            <a:avLst/>
          </a:prstGeom>
        </p:spPr>
      </p:pic>
      <p:pic>
        <p:nvPicPr>
          <p:cNvPr id="5" name="Picture 4">
            <a:extLst>
              <a:ext uri="{FF2B5EF4-FFF2-40B4-BE49-F238E27FC236}">
                <a16:creationId xmlns:a16="http://schemas.microsoft.com/office/drawing/2014/main" id="{DA0AA8D8-696B-DD82-38BC-25667605CE0E}"/>
              </a:ext>
            </a:extLst>
          </p:cNvPr>
          <p:cNvPicPr>
            <a:picLocks noChangeAspect="1"/>
          </p:cNvPicPr>
          <p:nvPr/>
        </p:nvPicPr>
        <p:blipFill>
          <a:blip r:embed="rId4"/>
          <a:stretch>
            <a:fillRect/>
          </a:stretch>
        </p:blipFill>
        <p:spPr>
          <a:xfrm>
            <a:off x="300038" y="6220826"/>
            <a:ext cx="1542422" cy="158510"/>
          </a:xfrm>
          <a:prstGeom prst="rect">
            <a:avLst/>
          </a:prstGeom>
        </p:spPr>
      </p:pic>
      <p:sp>
        <p:nvSpPr>
          <p:cNvPr id="6" name="Date Placeholder 2">
            <a:extLst>
              <a:ext uri="{FF2B5EF4-FFF2-40B4-BE49-F238E27FC236}">
                <a16:creationId xmlns:a16="http://schemas.microsoft.com/office/drawing/2014/main" id="{896FC21C-47E9-D969-18E2-54C7F6D8B402}"/>
              </a:ext>
            </a:extLst>
          </p:cNvPr>
          <p:cNvSpPr txBox="1">
            <a:spLocks/>
          </p:cNvSpPr>
          <p:nvPr/>
        </p:nvSpPr>
        <p:spPr bwMode="auto">
          <a:xfrm>
            <a:off x="10490579" y="6380367"/>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2025</a:t>
            </a:r>
          </a:p>
        </p:txBody>
      </p:sp>
      <p:sp>
        <p:nvSpPr>
          <p:cNvPr id="7" name="Footer Placeholder 3">
            <a:extLst>
              <a:ext uri="{FF2B5EF4-FFF2-40B4-BE49-F238E27FC236}">
                <a16:creationId xmlns:a16="http://schemas.microsoft.com/office/drawing/2014/main" id="{CCBD9565-3FC5-DB0C-7CB9-733A4F837950}"/>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 Summer worker | Internal</a:t>
            </a:r>
          </a:p>
        </p:txBody>
      </p:sp>
      <p:grpSp>
        <p:nvGrpSpPr>
          <p:cNvPr id="8" name="Group 7">
            <a:extLst>
              <a:ext uri="{FF2B5EF4-FFF2-40B4-BE49-F238E27FC236}">
                <a16:creationId xmlns:a16="http://schemas.microsoft.com/office/drawing/2014/main" id="{487D92EA-83B5-95C1-BB0A-20BEAFA421EF}"/>
              </a:ext>
            </a:extLst>
          </p:cNvPr>
          <p:cNvGrpSpPr/>
          <p:nvPr/>
        </p:nvGrpSpPr>
        <p:grpSpPr>
          <a:xfrm>
            <a:off x="5538125" y="2198812"/>
            <a:ext cx="5419783" cy="3496361"/>
            <a:chOff x="3190148" y="1480309"/>
            <a:chExt cx="6647438" cy="4077148"/>
          </a:xfrm>
        </p:grpSpPr>
        <p:pic>
          <p:nvPicPr>
            <p:cNvPr id="9" name="Picture 8">
              <a:extLst>
                <a:ext uri="{FF2B5EF4-FFF2-40B4-BE49-F238E27FC236}">
                  <a16:creationId xmlns:a16="http://schemas.microsoft.com/office/drawing/2014/main" id="{F0A6AB05-D63F-BB88-6B40-DEC7AA7864E7}"/>
                </a:ext>
              </a:extLst>
            </p:cNvPr>
            <p:cNvPicPr>
              <a:picLocks noChangeAspect="1"/>
            </p:cNvPicPr>
            <p:nvPr/>
          </p:nvPicPr>
          <p:blipFill>
            <a:blip r:embed="rId5"/>
            <a:stretch>
              <a:fillRect/>
            </a:stretch>
          </p:blipFill>
          <p:spPr>
            <a:xfrm>
              <a:off x="3190148" y="1480309"/>
              <a:ext cx="6647438" cy="4077148"/>
            </a:xfrm>
            <a:prstGeom prst="rect">
              <a:avLst/>
            </a:prstGeom>
          </p:spPr>
        </p:pic>
        <p:sp>
          <p:nvSpPr>
            <p:cNvPr id="10" name="Rectangle: Rounded Corners 9">
              <a:extLst>
                <a:ext uri="{FF2B5EF4-FFF2-40B4-BE49-F238E27FC236}">
                  <a16:creationId xmlns:a16="http://schemas.microsoft.com/office/drawing/2014/main" id="{53685018-B6C0-C471-4692-6BD0CF91D040}"/>
                </a:ext>
              </a:extLst>
            </p:cNvPr>
            <p:cNvSpPr/>
            <p:nvPr/>
          </p:nvSpPr>
          <p:spPr>
            <a:xfrm>
              <a:off x="3216535" y="1732763"/>
              <a:ext cx="537884" cy="3474720"/>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952"/>
                </a:spcBef>
              </a:pPr>
              <a:endParaRPr lang="en-US" sz="1400" err="1">
                <a:solidFill>
                  <a:schemeClr val="bg1"/>
                </a:solidFill>
              </a:endParaRPr>
            </a:p>
          </p:txBody>
        </p:sp>
        <p:sp>
          <p:nvSpPr>
            <p:cNvPr id="11" name="Rectangle: Rounded Corners 10">
              <a:extLst>
                <a:ext uri="{FF2B5EF4-FFF2-40B4-BE49-F238E27FC236}">
                  <a16:creationId xmlns:a16="http://schemas.microsoft.com/office/drawing/2014/main" id="{834A7C80-153C-719B-82C6-7964F7584DD7}"/>
                </a:ext>
              </a:extLst>
            </p:cNvPr>
            <p:cNvSpPr/>
            <p:nvPr/>
          </p:nvSpPr>
          <p:spPr>
            <a:xfrm>
              <a:off x="8896619" y="1480309"/>
              <a:ext cx="849809" cy="338214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952"/>
                </a:spcBef>
              </a:pPr>
              <a:endParaRPr lang="en-US" sz="1400" err="1">
                <a:solidFill>
                  <a:schemeClr val="bg1"/>
                </a:solidFill>
              </a:endParaRPr>
            </a:p>
          </p:txBody>
        </p:sp>
      </p:grpSp>
    </p:spTree>
    <p:extLst>
      <p:ext uri="{BB962C8B-B14F-4D97-AF65-F5344CB8AC3E}">
        <p14:creationId xmlns:p14="http://schemas.microsoft.com/office/powerpoint/2010/main" val="2712181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4"/>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D9A7F-2088-EAC9-D9AA-394920CF58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7DB4A2-B6D4-5E1E-1021-347C2CBA8CCC}"/>
              </a:ext>
            </a:extLst>
          </p:cNvPr>
          <p:cNvSpPr>
            <a:spLocks noGrp="1"/>
          </p:cNvSpPr>
          <p:nvPr>
            <p:ph type="title"/>
          </p:nvPr>
        </p:nvSpPr>
        <p:spPr>
          <a:xfrm>
            <a:off x="912628" y="645460"/>
            <a:ext cx="3859397" cy="1471548"/>
          </a:xfrm>
        </p:spPr>
        <p:txBody>
          <a:bodyPr anchor="t">
            <a:normAutofit/>
          </a:bodyPr>
          <a:lstStyle/>
          <a:p>
            <a:r>
              <a:rPr lang="en-US" err="1"/>
              <a:t>Lindholmsallén</a:t>
            </a:r>
            <a:r>
              <a:rPr lang="en-US"/>
              <a:t> </a:t>
            </a:r>
            <a:r>
              <a:rPr lang="sv-SE"/>
              <a:t>Dataset</a:t>
            </a:r>
            <a:endParaRPr lang="en-US"/>
          </a:p>
        </p:txBody>
      </p:sp>
      <p:sp>
        <p:nvSpPr>
          <p:cNvPr id="3" name="Content Placeholder 2">
            <a:extLst>
              <a:ext uri="{FF2B5EF4-FFF2-40B4-BE49-F238E27FC236}">
                <a16:creationId xmlns:a16="http://schemas.microsoft.com/office/drawing/2014/main" id="{1177C2E2-1211-5CC2-8FFF-D54BAD536B5B}"/>
              </a:ext>
            </a:extLst>
          </p:cNvPr>
          <p:cNvSpPr>
            <a:spLocks noGrp="1"/>
          </p:cNvSpPr>
          <p:nvPr>
            <p:ph type="body" sz="half" idx="2"/>
          </p:nvPr>
        </p:nvSpPr>
        <p:spPr>
          <a:xfrm>
            <a:off x="516366" y="1447087"/>
            <a:ext cx="4539727" cy="3469158"/>
          </a:xfrm>
        </p:spPr>
        <p:txBody>
          <a:bodyPr>
            <a:noAutofit/>
          </a:bodyPr>
          <a:lstStyle/>
          <a:p>
            <a:pPr marL="742950" lvl="1" indent="-285750">
              <a:lnSpc>
                <a:spcPct val="110000"/>
              </a:lnSpc>
              <a:buFont typeface="Arial" panose="020B0604020202020204" pitchFamily="34" charset="0"/>
              <a:buChar char="•"/>
            </a:pPr>
            <a:r>
              <a:rPr lang="sv-SE" sz="1600"/>
              <a:t>Drove around in the truck</a:t>
            </a:r>
          </a:p>
          <a:p>
            <a:pPr marL="742950" lvl="1" indent="-285750">
              <a:lnSpc>
                <a:spcPct val="110000"/>
              </a:lnSpc>
              <a:buFont typeface="Arial" panose="020B0604020202020204" pitchFamily="34" charset="0"/>
              <a:buChar char="•"/>
            </a:pPr>
            <a:r>
              <a:rPr lang="sv-SE" sz="1600"/>
              <a:t>Collected data using fisheeye camera from truck</a:t>
            </a:r>
          </a:p>
          <a:p>
            <a:pPr marL="742950" lvl="1" indent="-285750">
              <a:lnSpc>
                <a:spcPct val="110000"/>
              </a:lnSpc>
              <a:buFont typeface="Arial" panose="020B0604020202020204" pitchFamily="34" charset="0"/>
              <a:buChar char="•"/>
            </a:pPr>
            <a:r>
              <a:rPr lang="sv-SE" sz="1600"/>
              <a:t>Fulfill the gothenburg municipality requirements </a:t>
            </a:r>
          </a:p>
          <a:p>
            <a:pPr marL="457200" lvl="1" indent="0">
              <a:lnSpc>
                <a:spcPct val="110000"/>
              </a:lnSpc>
              <a:buNone/>
            </a:pPr>
            <a:endParaRPr lang="sv-SE" sz="1600"/>
          </a:p>
          <a:p>
            <a:pPr marL="457200" lvl="1" indent="0">
              <a:lnSpc>
                <a:spcPct val="110000"/>
              </a:lnSpc>
              <a:buNone/>
            </a:pPr>
            <a:endParaRPr lang="sv-SE" sz="1600"/>
          </a:p>
          <a:p>
            <a:pPr marL="457200" lvl="1" indent="0">
              <a:lnSpc>
                <a:spcPct val="110000"/>
              </a:lnSpc>
              <a:buNone/>
            </a:pPr>
            <a:endParaRPr lang="en-US" sz="1600"/>
          </a:p>
        </p:txBody>
      </p:sp>
      <p:sp>
        <p:nvSpPr>
          <p:cNvPr id="1050" name="Footer Placeholder 5">
            <a:extLst>
              <a:ext uri="{FF2B5EF4-FFF2-40B4-BE49-F238E27FC236}">
                <a16:creationId xmlns:a16="http://schemas.microsoft.com/office/drawing/2014/main" id="{3BBA4966-074E-CDF9-2C31-FE0C0917D2EE}"/>
              </a:ext>
            </a:extLst>
          </p:cNvPr>
          <p:cNvSpPr>
            <a:spLocks noGrp="1"/>
          </p:cNvSpPr>
          <p:nvPr>
            <p:ph type="ftr" sz="quarter" idx="11"/>
          </p:nvPr>
        </p:nvSpPr>
        <p:spPr>
          <a:xfrm>
            <a:off x="6767622" y="6356350"/>
            <a:ext cx="4040373" cy="365125"/>
          </a:xfrm>
        </p:spPr>
        <p:txBody>
          <a:bodyPr/>
          <a:lstStyle/>
          <a:p>
            <a:pPr>
              <a:spcAft>
                <a:spcPts val="600"/>
              </a:spcAft>
            </a:pPr>
            <a:r>
              <a:rPr lang="en-US"/>
              <a:t>
              </a:t>
            </a:r>
          </a:p>
        </p:txBody>
      </p:sp>
      <p:sp>
        <p:nvSpPr>
          <p:cNvPr id="1051" name="Slide Number Placeholder 6">
            <a:extLst>
              <a:ext uri="{FF2B5EF4-FFF2-40B4-BE49-F238E27FC236}">
                <a16:creationId xmlns:a16="http://schemas.microsoft.com/office/drawing/2014/main" id="{ADF10015-522D-CD71-9A6C-B09921911A47}"/>
              </a:ext>
            </a:extLst>
          </p:cNvPr>
          <p:cNvSpPr>
            <a:spLocks noGrp="1"/>
          </p:cNvSpPr>
          <p:nvPr>
            <p:ph type="sldNum" sz="quarter" idx="12"/>
          </p:nvPr>
        </p:nvSpPr>
        <p:spPr>
          <a:xfrm>
            <a:off x="10807995" y="6356350"/>
            <a:ext cx="723014" cy="365125"/>
          </a:xfrm>
        </p:spPr>
        <p:txBody>
          <a:bodyPr/>
          <a:lstStyle/>
          <a:p>
            <a:pPr>
              <a:spcAft>
                <a:spcPts val="600"/>
              </a:spcAft>
            </a:pPr>
            <a:fld id="{70C12960-6E85-460F-B6E3-5B82CB31AF3D}" type="slidenum">
              <a:rPr lang="en-US" dirty="0"/>
              <a:pPr>
                <a:spcAft>
                  <a:spcPts val="600"/>
                </a:spcAft>
              </a:pPr>
              <a:t>18</a:t>
            </a:fld>
            <a:endParaRPr lang="en-US"/>
          </a:p>
        </p:txBody>
      </p:sp>
      <p:sp>
        <p:nvSpPr>
          <p:cNvPr id="6" name="Date Placeholder 2">
            <a:extLst>
              <a:ext uri="{FF2B5EF4-FFF2-40B4-BE49-F238E27FC236}">
                <a16:creationId xmlns:a16="http://schemas.microsoft.com/office/drawing/2014/main" id="{20FD5AC0-A071-59A5-AD4B-9302B9BB70CF}"/>
              </a:ext>
            </a:extLst>
          </p:cNvPr>
          <p:cNvSpPr txBox="1">
            <a:spLocks/>
          </p:cNvSpPr>
          <p:nvPr/>
        </p:nvSpPr>
        <p:spPr bwMode="auto">
          <a:xfrm>
            <a:off x="10490579" y="6380367"/>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2025</a:t>
            </a:r>
          </a:p>
        </p:txBody>
      </p:sp>
      <p:sp>
        <p:nvSpPr>
          <p:cNvPr id="7" name="Footer Placeholder 3">
            <a:extLst>
              <a:ext uri="{FF2B5EF4-FFF2-40B4-BE49-F238E27FC236}">
                <a16:creationId xmlns:a16="http://schemas.microsoft.com/office/drawing/2014/main" id="{A0531A38-830D-45C9-D081-D28143B394E8}"/>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 Summer worker | Internal</a:t>
            </a:r>
          </a:p>
        </p:txBody>
      </p:sp>
      <p:pic>
        <p:nvPicPr>
          <p:cNvPr id="8" name="Picture 7">
            <a:extLst>
              <a:ext uri="{FF2B5EF4-FFF2-40B4-BE49-F238E27FC236}">
                <a16:creationId xmlns:a16="http://schemas.microsoft.com/office/drawing/2014/main" id="{DBDF0E35-A7C4-EF6D-18D5-56C943EF780E}"/>
              </a:ext>
            </a:extLst>
          </p:cNvPr>
          <p:cNvPicPr>
            <a:picLocks noChangeAspect="1"/>
          </p:cNvPicPr>
          <p:nvPr/>
        </p:nvPicPr>
        <p:blipFill>
          <a:blip r:embed="rId3"/>
          <a:stretch>
            <a:fillRect/>
          </a:stretch>
        </p:blipFill>
        <p:spPr>
          <a:xfrm>
            <a:off x="295385" y="6220826"/>
            <a:ext cx="1542422" cy="158510"/>
          </a:xfrm>
          <a:prstGeom prst="rect">
            <a:avLst/>
          </a:prstGeom>
        </p:spPr>
      </p:pic>
      <p:pic>
        <p:nvPicPr>
          <p:cNvPr id="9" name="Picture 8" descr="A group of people in a vehicle&#10;&#10;AI-generated content may be incorrect.">
            <a:extLst>
              <a:ext uri="{FF2B5EF4-FFF2-40B4-BE49-F238E27FC236}">
                <a16:creationId xmlns:a16="http://schemas.microsoft.com/office/drawing/2014/main" id="{258E964B-C8FA-6E29-4D66-FB83DC4A17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33267" y="322833"/>
            <a:ext cx="3542367" cy="2657042"/>
          </a:xfrm>
          <a:prstGeom prst="rect">
            <a:avLst/>
          </a:prstGeom>
        </p:spPr>
      </p:pic>
      <p:pic>
        <p:nvPicPr>
          <p:cNvPr id="10" name="Picture 9" descr="A bus with people inside&#10;&#10;AI-generated content may be incorrect.">
            <a:extLst>
              <a:ext uri="{FF2B5EF4-FFF2-40B4-BE49-F238E27FC236}">
                <a16:creationId xmlns:a16="http://schemas.microsoft.com/office/drawing/2014/main" id="{E7569B12-AB42-7F48-A6B3-8AC7C6ECA84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56093" y="3639151"/>
            <a:ext cx="2946172" cy="2209851"/>
          </a:xfrm>
          <a:prstGeom prst="rect">
            <a:avLst/>
          </a:prstGeom>
        </p:spPr>
      </p:pic>
      <p:pic>
        <p:nvPicPr>
          <p:cNvPr id="11" name="Picture 10" descr="A group of people in a vehicle&#10;&#10;AI-generated content may be incorrect.">
            <a:extLst>
              <a:ext uri="{FF2B5EF4-FFF2-40B4-BE49-F238E27FC236}">
                <a16:creationId xmlns:a16="http://schemas.microsoft.com/office/drawing/2014/main" id="{8A840535-4C83-85EE-7039-9BCAE155952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284741" y="3227085"/>
            <a:ext cx="3542367" cy="2657042"/>
          </a:xfrm>
          <a:prstGeom prst="rect">
            <a:avLst/>
          </a:prstGeom>
        </p:spPr>
      </p:pic>
      <p:pic>
        <p:nvPicPr>
          <p:cNvPr id="13" name="Picture 12" descr="A person sitting in the driver's seat of a truck&#10;&#10;AI-generated content may be incorrect.">
            <a:extLst>
              <a:ext uri="{FF2B5EF4-FFF2-40B4-BE49-F238E27FC236}">
                <a16:creationId xmlns:a16="http://schemas.microsoft.com/office/drawing/2014/main" id="{B745EABA-AF2E-8735-BE57-095748BF3A8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688260" y="505882"/>
            <a:ext cx="2160939" cy="2881252"/>
          </a:xfrm>
          <a:prstGeom prst="rect">
            <a:avLst/>
          </a:prstGeom>
        </p:spPr>
      </p:pic>
      <p:pic>
        <p:nvPicPr>
          <p:cNvPr id="22" name="Picture 21" descr="A group of people posing for a photo&#10;&#10;AI-generated content may be incorrect.">
            <a:extLst>
              <a:ext uri="{FF2B5EF4-FFF2-40B4-BE49-F238E27FC236}">
                <a16:creationId xmlns:a16="http://schemas.microsoft.com/office/drawing/2014/main" id="{3CFDD356-6B72-0709-C952-D8C9980EA3A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12628" y="3377476"/>
            <a:ext cx="3542367" cy="2657042"/>
          </a:xfrm>
          <a:prstGeom prst="rect">
            <a:avLst/>
          </a:prstGeom>
        </p:spPr>
      </p:pic>
    </p:spTree>
    <p:extLst>
      <p:ext uri="{BB962C8B-B14F-4D97-AF65-F5344CB8AC3E}">
        <p14:creationId xmlns:p14="http://schemas.microsoft.com/office/powerpoint/2010/main" val="4178016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55F6A-994D-D0AA-FAEA-F82631B571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BB5EA9-89A1-025C-7127-B91CCAC58703}"/>
              </a:ext>
            </a:extLst>
          </p:cNvPr>
          <p:cNvSpPr>
            <a:spLocks noGrp="1"/>
          </p:cNvSpPr>
          <p:nvPr>
            <p:ph type="title"/>
          </p:nvPr>
        </p:nvSpPr>
        <p:spPr>
          <a:xfrm>
            <a:off x="912628" y="645460"/>
            <a:ext cx="3859397" cy="1471548"/>
          </a:xfrm>
        </p:spPr>
        <p:txBody>
          <a:bodyPr anchor="t">
            <a:normAutofit/>
          </a:bodyPr>
          <a:lstStyle/>
          <a:p>
            <a:r>
              <a:rPr lang="en-US" err="1"/>
              <a:t>Lindholmsallén</a:t>
            </a:r>
            <a:r>
              <a:rPr lang="en-US"/>
              <a:t> </a:t>
            </a:r>
            <a:r>
              <a:rPr lang="sv-SE"/>
              <a:t>Dataset</a:t>
            </a:r>
            <a:endParaRPr lang="en-US"/>
          </a:p>
        </p:txBody>
      </p:sp>
      <p:sp>
        <p:nvSpPr>
          <p:cNvPr id="3" name="Content Placeholder 2">
            <a:extLst>
              <a:ext uri="{FF2B5EF4-FFF2-40B4-BE49-F238E27FC236}">
                <a16:creationId xmlns:a16="http://schemas.microsoft.com/office/drawing/2014/main" id="{06D22595-916F-F09C-14BF-2D0CC5AD6535}"/>
              </a:ext>
            </a:extLst>
          </p:cNvPr>
          <p:cNvSpPr>
            <a:spLocks noGrp="1"/>
          </p:cNvSpPr>
          <p:nvPr>
            <p:ph type="body" sz="half" idx="2"/>
          </p:nvPr>
        </p:nvSpPr>
        <p:spPr>
          <a:xfrm>
            <a:off x="516367" y="1447087"/>
            <a:ext cx="2969112" cy="2495363"/>
          </a:xfrm>
        </p:spPr>
        <p:txBody>
          <a:bodyPr>
            <a:noAutofit/>
          </a:bodyPr>
          <a:lstStyle/>
          <a:p>
            <a:pPr marL="742950" lvl="1" indent="-285750">
              <a:lnSpc>
                <a:spcPct val="110000"/>
              </a:lnSpc>
              <a:buFont typeface="Arial" panose="020B0604020202020204" pitchFamily="34" charset="0"/>
              <a:buChar char="•"/>
            </a:pPr>
            <a:r>
              <a:rPr lang="sv-SE" sz="1600"/>
              <a:t>We labelled the data using roboflow</a:t>
            </a:r>
          </a:p>
          <a:p>
            <a:pPr marL="457200" lvl="1" indent="0">
              <a:lnSpc>
                <a:spcPct val="110000"/>
              </a:lnSpc>
              <a:buNone/>
            </a:pPr>
            <a:endParaRPr lang="sv-SE" sz="1600"/>
          </a:p>
          <a:p>
            <a:pPr marL="457200" lvl="1" indent="0">
              <a:lnSpc>
                <a:spcPct val="110000"/>
              </a:lnSpc>
              <a:buNone/>
            </a:pPr>
            <a:endParaRPr lang="en-US" sz="1600"/>
          </a:p>
        </p:txBody>
      </p:sp>
      <p:sp>
        <p:nvSpPr>
          <p:cNvPr id="1050" name="Footer Placeholder 5">
            <a:extLst>
              <a:ext uri="{FF2B5EF4-FFF2-40B4-BE49-F238E27FC236}">
                <a16:creationId xmlns:a16="http://schemas.microsoft.com/office/drawing/2014/main" id="{43BC97D4-0851-9848-9D99-931BB911C408}"/>
              </a:ext>
            </a:extLst>
          </p:cNvPr>
          <p:cNvSpPr>
            <a:spLocks noGrp="1"/>
          </p:cNvSpPr>
          <p:nvPr>
            <p:ph type="ftr" sz="quarter" idx="11"/>
          </p:nvPr>
        </p:nvSpPr>
        <p:spPr>
          <a:xfrm>
            <a:off x="6767622" y="6356350"/>
            <a:ext cx="4040373" cy="365125"/>
          </a:xfrm>
        </p:spPr>
        <p:txBody>
          <a:bodyPr/>
          <a:lstStyle/>
          <a:p>
            <a:pPr>
              <a:spcAft>
                <a:spcPts val="600"/>
              </a:spcAft>
            </a:pPr>
            <a:r>
              <a:rPr lang="en-US"/>
              <a:t>
              </a:t>
            </a:r>
          </a:p>
        </p:txBody>
      </p:sp>
      <p:sp>
        <p:nvSpPr>
          <p:cNvPr id="1051" name="Slide Number Placeholder 6">
            <a:extLst>
              <a:ext uri="{FF2B5EF4-FFF2-40B4-BE49-F238E27FC236}">
                <a16:creationId xmlns:a16="http://schemas.microsoft.com/office/drawing/2014/main" id="{FE99F454-862F-AC40-9030-FAEDFB7E7BBD}"/>
              </a:ext>
            </a:extLst>
          </p:cNvPr>
          <p:cNvSpPr>
            <a:spLocks noGrp="1"/>
          </p:cNvSpPr>
          <p:nvPr>
            <p:ph type="sldNum" sz="quarter" idx="12"/>
          </p:nvPr>
        </p:nvSpPr>
        <p:spPr>
          <a:xfrm>
            <a:off x="10807995" y="6356350"/>
            <a:ext cx="723014" cy="365125"/>
          </a:xfrm>
        </p:spPr>
        <p:txBody>
          <a:bodyPr/>
          <a:lstStyle/>
          <a:p>
            <a:pPr>
              <a:spcAft>
                <a:spcPts val="600"/>
              </a:spcAft>
            </a:pPr>
            <a:fld id="{70C12960-6E85-460F-B6E3-5B82CB31AF3D}" type="slidenum">
              <a:rPr lang="en-US" dirty="0"/>
              <a:pPr>
                <a:spcAft>
                  <a:spcPts val="600"/>
                </a:spcAft>
              </a:pPr>
              <a:t>19</a:t>
            </a:fld>
            <a:endParaRPr lang="en-US"/>
          </a:p>
        </p:txBody>
      </p:sp>
      <p:pic>
        <p:nvPicPr>
          <p:cNvPr id="5" name="Picture 4" descr="A screenshot of a computer screen&#10;&#10;AI-generated content may be incorrect.">
            <a:extLst>
              <a:ext uri="{FF2B5EF4-FFF2-40B4-BE49-F238E27FC236}">
                <a16:creationId xmlns:a16="http://schemas.microsoft.com/office/drawing/2014/main" id="{D401F5C8-34E3-32DF-D664-4FA1330B9799}"/>
              </a:ext>
            </a:extLst>
          </p:cNvPr>
          <p:cNvPicPr>
            <a:picLocks noChangeAspect="1"/>
          </p:cNvPicPr>
          <p:nvPr/>
        </p:nvPicPr>
        <p:blipFill>
          <a:blip r:embed="rId3"/>
          <a:stretch>
            <a:fillRect/>
          </a:stretch>
        </p:blipFill>
        <p:spPr>
          <a:xfrm>
            <a:off x="3140513" y="1336729"/>
            <a:ext cx="8558927" cy="4184542"/>
          </a:xfrm>
          <a:prstGeom prst="rect">
            <a:avLst/>
          </a:prstGeom>
        </p:spPr>
      </p:pic>
      <p:sp>
        <p:nvSpPr>
          <p:cNvPr id="6" name="Date Placeholder 2">
            <a:extLst>
              <a:ext uri="{FF2B5EF4-FFF2-40B4-BE49-F238E27FC236}">
                <a16:creationId xmlns:a16="http://schemas.microsoft.com/office/drawing/2014/main" id="{D75AAFA6-C865-F904-696E-91532832FE1C}"/>
              </a:ext>
            </a:extLst>
          </p:cNvPr>
          <p:cNvSpPr txBox="1">
            <a:spLocks/>
          </p:cNvSpPr>
          <p:nvPr/>
        </p:nvSpPr>
        <p:spPr bwMode="auto">
          <a:xfrm>
            <a:off x="10490579" y="6380367"/>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2025</a:t>
            </a:r>
          </a:p>
        </p:txBody>
      </p:sp>
      <p:sp>
        <p:nvSpPr>
          <p:cNvPr id="7" name="Footer Placeholder 3">
            <a:extLst>
              <a:ext uri="{FF2B5EF4-FFF2-40B4-BE49-F238E27FC236}">
                <a16:creationId xmlns:a16="http://schemas.microsoft.com/office/drawing/2014/main" id="{0E643B17-BC11-2635-280D-919252C9A93F}"/>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 Summer worker | Internal</a:t>
            </a:r>
          </a:p>
        </p:txBody>
      </p:sp>
      <p:pic>
        <p:nvPicPr>
          <p:cNvPr id="8" name="Picture 7">
            <a:extLst>
              <a:ext uri="{FF2B5EF4-FFF2-40B4-BE49-F238E27FC236}">
                <a16:creationId xmlns:a16="http://schemas.microsoft.com/office/drawing/2014/main" id="{B0721707-AC08-52E6-A2C1-77D43D1DD664}"/>
              </a:ext>
            </a:extLst>
          </p:cNvPr>
          <p:cNvPicPr>
            <a:picLocks noChangeAspect="1"/>
          </p:cNvPicPr>
          <p:nvPr/>
        </p:nvPicPr>
        <p:blipFill>
          <a:blip r:embed="rId4"/>
          <a:stretch>
            <a:fillRect/>
          </a:stretch>
        </p:blipFill>
        <p:spPr>
          <a:xfrm>
            <a:off x="295385" y="6220826"/>
            <a:ext cx="1542422" cy="158510"/>
          </a:xfrm>
          <a:prstGeom prst="rect">
            <a:avLst/>
          </a:prstGeom>
        </p:spPr>
      </p:pic>
    </p:spTree>
    <p:extLst>
      <p:ext uri="{BB962C8B-B14F-4D97-AF65-F5344CB8AC3E}">
        <p14:creationId xmlns:p14="http://schemas.microsoft.com/office/powerpoint/2010/main" val="3799774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39E50-DD1D-89A8-B327-E1EB04A8AF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93773D-BE03-4089-54EC-7A1B3525A51C}"/>
              </a:ext>
            </a:extLst>
          </p:cNvPr>
          <p:cNvSpPr>
            <a:spLocks noGrp="1"/>
          </p:cNvSpPr>
          <p:nvPr>
            <p:ph type="title"/>
          </p:nvPr>
        </p:nvSpPr>
        <p:spPr>
          <a:xfrm>
            <a:off x="912628" y="645460"/>
            <a:ext cx="3859397" cy="1471548"/>
          </a:xfrm>
        </p:spPr>
        <p:txBody>
          <a:bodyPr anchor="t">
            <a:normAutofit/>
          </a:bodyPr>
          <a:lstStyle/>
          <a:p>
            <a:r>
              <a:rPr lang="en-US" err="1"/>
              <a:t>Lindholmsallén</a:t>
            </a:r>
            <a:r>
              <a:rPr lang="en-US"/>
              <a:t> </a:t>
            </a:r>
            <a:r>
              <a:rPr lang="sv-SE"/>
              <a:t>Dataset</a:t>
            </a:r>
            <a:endParaRPr lang="en-US"/>
          </a:p>
        </p:txBody>
      </p:sp>
      <p:sp>
        <p:nvSpPr>
          <p:cNvPr id="3" name="Content Placeholder 2">
            <a:extLst>
              <a:ext uri="{FF2B5EF4-FFF2-40B4-BE49-F238E27FC236}">
                <a16:creationId xmlns:a16="http://schemas.microsoft.com/office/drawing/2014/main" id="{AD2E3C1A-C23D-2E86-9D28-F0631CE47523}"/>
              </a:ext>
            </a:extLst>
          </p:cNvPr>
          <p:cNvSpPr>
            <a:spLocks noGrp="1"/>
          </p:cNvSpPr>
          <p:nvPr>
            <p:ph type="body" sz="half" idx="2"/>
          </p:nvPr>
        </p:nvSpPr>
        <p:spPr>
          <a:xfrm>
            <a:off x="516366" y="1447087"/>
            <a:ext cx="10079916" cy="2495363"/>
          </a:xfrm>
        </p:spPr>
        <p:txBody>
          <a:bodyPr>
            <a:noAutofit/>
          </a:bodyPr>
          <a:lstStyle/>
          <a:p>
            <a:pPr marL="742950" lvl="1" indent="-285750">
              <a:lnSpc>
                <a:spcPct val="110000"/>
              </a:lnSpc>
              <a:buFont typeface="Arial" panose="020B0604020202020204" pitchFamily="34" charset="0"/>
              <a:buChar char="•"/>
            </a:pPr>
            <a:r>
              <a:rPr lang="sv-SE" sz="1600" dirty="0"/>
              <a:t>Data augmentation – techniques used to artificially increase the size and diversity of a dataset</a:t>
            </a:r>
          </a:p>
          <a:p>
            <a:pPr marL="1200150" lvl="2" indent="-285750">
              <a:lnSpc>
                <a:spcPct val="110000"/>
              </a:lnSpc>
              <a:buFont typeface="Arial" panose="020B0604020202020204" pitchFamily="34" charset="0"/>
              <a:buChar char="•"/>
            </a:pPr>
            <a:r>
              <a:rPr lang="sv-SE" sz="1400" dirty="0"/>
              <a:t>Rotation </a:t>
            </a:r>
          </a:p>
          <a:p>
            <a:pPr marL="1200150" lvl="2" indent="-285750">
              <a:lnSpc>
                <a:spcPct val="110000"/>
              </a:lnSpc>
              <a:buFont typeface="Arial" panose="020B0604020202020204" pitchFamily="34" charset="0"/>
              <a:buChar char="•"/>
            </a:pPr>
            <a:r>
              <a:rPr lang="sv-SE" sz="1400" dirty="0"/>
              <a:t>Blur  </a:t>
            </a:r>
          </a:p>
          <a:p>
            <a:pPr marL="1200150" lvl="2" indent="-285750">
              <a:lnSpc>
                <a:spcPct val="110000"/>
              </a:lnSpc>
              <a:buFont typeface="Arial" panose="020B0604020202020204" pitchFamily="34" charset="0"/>
              <a:buChar char="•"/>
            </a:pPr>
            <a:r>
              <a:rPr lang="sv-SE" sz="1400" dirty="0"/>
              <a:t>Brightness &amp; Exposure </a:t>
            </a:r>
            <a:endParaRPr lang="sv-SE" dirty="0"/>
          </a:p>
          <a:p>
            <a:pPr marL="457200" lvl="1" indent="0">
              <a:lnSpc>
                <a:spcPct val="110000"/>
              </a:lnSpc>
              <a:buNone/>
            </a:pPr>
            <a:endParaRPr lang="sv-SE" sz="1600" dirty="0"/>
          </a:p>
          <a:p>
            <a:pPr marL="457200" lvl="1" indent="0">
              <a:lnSpc>
                <a:spcPct val="110000"/>
              </a:lnSpc>
              <a:buNone/>
            </a:pPr>
            <a:endParaRPr lang="sv-SE" sz="1600" dirty="0"/>
          </a:p>
          <a:p>
            <a:pPr marL="457200" lvl="1" indent="0">
              <a:lnSpc>
                <a:spcPct val="110000"/>
              </a:lnSpc>
              <a:buNone/>
            </a:pPr>
            <a:endParaRPr lang="en-US" sz="1600" dirty="0"/>
          </a:p>
        </p:txBody>
      </p:sp>
      <p:sp>
        <p:nvSpPr>
          <p:cNvPr id="1050" name="Footer Placeholder 5">
            <a:extLst>
              <a:ext uri="{FF2B5EF4-FFF2-40B4-BE49-F238E27FC236}">
                <a16:creationId xmlns:a16="http://schemas.microsoft.com/office/drawing/2014/main" id="{82087B91-6706-FF99-C3A7-01F218ABF1F8}"/>
              </a:ext>
            </a:extLst>
          </p:cNvPr>
          <p:cNvSpPr>
            <a:spLocks noGrp="1"/>
          </p:cNvSpPr>
          <p:nvPr>
            <p:ph type="ftr" sz="quarter" idx="11"/>
          </p:nvPr>
        </p:nvSpPr>
        <p:spPr>
          <a:xfrm>
            <a:off x="6767622" y="6356350"/>
            <a:ext cx="4040373" cy="365125"/>
          </a:xfrm>
        </p:spPr>
        <p:txBody>
          <a:bodyPr/>
          <a:lstStyle/>
          <a:p>
            <a:pPr>
              <a:spcAft>
                <a:spcPts val="600"/>
              </a:spcAft>
            </a:pPr>
            <a:r>
              <a:rPr lang="en-US"/>
              <a:t>
              </a:t>
            </a:r>
          </a:p>
        </p:txBody>
      </p:sp>
      <p:sp>
        <p:nvSpPr>
          <p:cNvPr id="1051" name="Slide Number Placeholder 6">
            <a:extLst>
              <a:ext uri="{FF2B5EF4-FFF2-40B4-BE49-F238E27FC236}">
                <a16:creationId xmlns:a16="http://schemas.microsoft.com/office/drawing/2014/main" id="{EE367410-39EF-5AFC-DC74-EC267BFEDE97}"/>
              </a:ext>
            </a:extLst>
          </p:cNvPr>
          <p:cNvSpPr>
            <a:spLocks noGrp="1"/>
          </p:cNvSpPr>
          <p:nvPr>
            <p:ph type="sldNum" sz="quarter" idx="12"/>
          </p:nvPr>
        </p:nvSpPr>
        <p:spPr>
          <a:xfrm>
            <a:off x="10807995" y="6356350"/>
            <a:ext cx="723014" cy="365125"/>
          </a:xfrm>
        </p:spPr>
        <p:txBody>
          <a:bodyPr/>
          <a:lstStyle/>
          <a:p>
            <a:pPr>
              <a:spcAft>
                <a:spcPts val="600"/>
              </a:spcAft>
            </a:pPr>
            <a:fld id="{70C12960-6E85-460F-B6E3-5B82CB31AF3D}" type="slidenum">
              <a:rPr lang="en-US" dirty="0"/>
              <a:pPr>
                <a:spcAft>
                  <a:spcPts val="600"/>
                </a:spcAft>
              </a:pPr>
              <a:t>20</a:t>
            </a:fld>
            <a:endParaRPr lang="en-US"/>
          </a:p>
        </p:txBody>
      </p:sp>
      <p:sp>
        <p:nvSpPr>
          <p:cNvPr id="6" name="Date Placeholder 2">
            <a:extLst>
              <a:ext uri="{FF2B5EF4-FFF2-40B4-BE49-F238E27FC236}">
                <a16:creationId xmlns:a16="http://schemas.microsoft.com/office/drawing/2014/main" id="{5843176E-D557-B7B8-02A8-5708B56BEF4D}"/>
              </a:ext>
            </a:extLst>
          </p:cNvPr>
          <p:cNvSpPr txBox="1">
            <a:spLocks/>
          </p:cNvSpPr>
          <p:nvPr/>
        </p:nvSpPr>
        <p:spPr bwMode="auto">
          <a:xfrm>
            <a:off x="10490579" y="6380367"/>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2025</a:t>
            </a:r>
          </a:p>
        </p:txBody>
      </p:sp>
      <p:sp>
        <p:nvSpPr>
          <p:cNvPr id="7" name="Footer Placeholder 3">
            <a:extLst>
              <a:ext uri="{FF2B5EF4-FFF2-40B4-BE49-F238E27FC236}">
                <a16:creationId xmlns:a16="http://schemas.microsoft.com/office/drawing/2014/main" id="{8D57E451-DEBA-B7E6-02EF-280630304DF9}"/>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 Summer worker | Internal</a:t>
            </a:r>
          </a:p>
        </p:txBody>
      </p:sp>
      <p:pic>
        <p:nvPicPr>
          <p:cNvPr id="8" name="Picture 7">
            <a:extLst>
              <a:ext uri="{FF2B5EF4-FFF2-40B4-BE49-F238E27FC236}">
                <a16:creationId xmlns:a16="http://schemas.microsoft.com/office/drawing/2014/main" id="{206D7F58-BE1D-D876-F512-ABA0982A97F1}"/>
              </a:ext>
            </a:extLst>
          </p:cNvPr>
          <p:cNvPicPr>
            <a:picLocks noChangeAspect="1"/>
          </p:cNvPicPr>
          <p:nvPr/>
        </p:nvPicPr>
        <p:blipFill>
          <a:blip r:embed="rId3"/>
          <a:stretch>
            <a:fillRect/>
          </a:stretch>
        </p:blipFill>
        <p:spPr>
          <a:xfrm>
            <a:off x="295385" y="6220826"/>
            <a:ext cx="1542422" cy="158510"/>
          </a:xfrm>
          <a:prstGeom prst="rect">
            <a:avLst/>
          </a:prstGeom>
        </p:spPr>
      </p:pic>
      <p:pic>
        <p:nvPicPr>
          <p:cNvPr id="11" name="Picture 10" descr="A street corner with a sign and a pole&#10;&#10;AI-generated content may be incorrect.">
            <a:extLst>
              <a:ext uri="{FF2B5EF4-FFF2-40B4-BE49-F238E27FC236}">
                <a16:creationId xmlns:a16="http://schemas.microsoft.com/office/drawing/2014/main" id="{B8D73C0B-8521-80AB-5A5B-BF249503AAE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19034" y="3942450"/>
            <a:ext cx="2771851" cy="1352739"/>
          </a:xfrm>
          <a:prstGeom prst="rect">
            <a:avLst/>
          </a:prstGeom>
        </p:spPr>
      </p:pic>
      <p:pic>
        <p:nvPicPr>
          <p:cNvPr id="13" name="Picture 12" descr="A street with a pole and grass&#10;&#10;AI-generated content may be incorrect.">
            <a:extLst>
              <a:ext uri="{FF2B5EF4-FFF2-40B4-BE49-F238E27FC236}">
                <a16:creationId xmlns:a16="http://schemas.microsoft.com/office/drawing/2014/main" id="{6D284B94-52FD-B26F-DCED-F580D410DA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74008" y="3939799"/>
            <a:ext cx="2716571" cy="1392611"/>
          </a:xfrm>
          <a:prstGeom prst="rect">
            <a:avLst/>
          </a:prstGeom>
        </p:spPr>
      </p:pic>
      <p:pic>
        <p:nvPicPr>
          <p:cNvPr id="15" name="Picture 14" descr="A black pole with a pink and red pole&#10;&#10;AI-generated content may be incorrect.">
            <a:extLst>
              <a:ext uri="{FF2B5EF4-FFF2-40B4-BE49-F238E27FC236}">
                <a16:creationId xmlns:a16="http://schemas.microsoft.com/office/drawing/2014/main" id="{BB9742EF-1DA4-9C15-DB94-B6704F3D3B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96392" y="3944601"/>
            <a:ext cx="2638793" cy="1387810"/>
          </a:xfrm>
          <a:prstGeom prst="rect">
            <a:avLst/>
          </a:prstGeom>
        </p:spPr>
      </p:pic>
    </p:spTree>
    <p:extLst>
      <p:ext uri="{BB962C8B-B14F-4D97-AF65-F5344CB8AC3E}">
        <p14:creationId xmlns:p14="http://schemas.microsoft.com/office/powerpoint/2010/main" val="139051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0338748-6802-B637-4EF8-2976B7B16BCA}"/>
              </a:ext>
            </a:extLst>
          </p:cNvPr>
          <p:cNvSpPr>
            <a:spLocks noGrp="1"/>
          </p:cNvSpPr>
          <p:nvPr>
            <p:ph type="subTitle" idx="1"/>
          </p:nvPr>
        </p:nvSpPr>
        <p:spPr/>
        <p:txBody>
          <a:bodyPr/>
          <a:lstStyle/>
          <a:p>
            <a:endParaRPr lang="sv-SE"/>
          </a:p>
        </p:txBody>
      </p:sp>
      <p:sp>
        <p:nvSpPr>
          <p:cNvPr id="3" name="Title 2">
            <a:extLst>
              <a:ext uri="{FF2B5EF4-FFF2-40B4-BE49-F238E27FC236}">
                <a16:creationId xmlns:a16="http://schemas.microsoft.com/office/drawing/2014/main" id="{4E44441D-8D11-3EA5-7803-461659D0A4B5}"/>
              </a:ext>
            </a:extLst>
          </p:cNvPr>
          <p:cNvSpPr>
            <a:spLocks noGrp="1"/>
          </p:cNvSpPr>
          <p:nvPr>
            <p:ph type="title"/>
          </p:nvPr>
        </p:nvSpPr>
        <p:spPr>
          <a:xfrm>
            <a:off x="1058327" y="4545042"/>
            <a:ext cx="8188657" cy="1135374"/>
          </a:xfrm>
        </p:spPr>
        <p:txBody>
          <a:bodyPr/>
          <a:lstStyle/>
          <a:p>
            <a:pPr algn="l"/>
            <a:r>
              <a:rPr lang="sv-SE" sz="9600"/>
              <a:t>Video Stream</a:t>
            </a:r>
          </a:p>
        </p:txBody>
      </p:sp>
      <p:sp>
        <p:nvSpPr>
          <p:cNvPr id="4" name="Text Placeholder 3">
            <a:extLst>
              <a:ext uri="{FF2B5EF4-FFF2-40B4-BE49-F238E27FC236}">
                <a16:creationId xmlns:a16="http://schemas.microsoft.com/office/drawing/2014/main" id="{25561259-8D68-D944-6704-5719D9476543}"/>
              </a:ext>
            </a:extLst>
          </p:cNvPr>
          <p:cNvSpPr>
            <a:spLocks noGrp="1"/>
          </p:cNvSpPr>
          <p:nvPr>
            <p:ph type="body" sz="quarter" idx="21"/>
          </p:nvPr>
        </p:nvSpPr>
        <p:spPr/>
        <p:txBody>
          <a:bodyPr/>
          <a:lstStyle/>
          <a:p>
            <a:endParaRPr lang="sv-SE"/>
          </a:p>
        </p:txBody>
      </p:sp>
      <p:sp>
        <p:nvSpPr>
          <p:cNvPr id="5" name="Date Placeholder 2">
            <a:extLst>
              <a:ext uri="{FF2B5EF4-FFF2-40B4-BE49-F238E27FC236}">
                <a16:creationId xmlns:a16="http://schemas.microsoft.com/office/drawing/2014/main" id="{19A777A6-C39D-17F6-BB16-452C1ED9DCA3}"/>
              </a:ext>
            </a:extLst>
          </p:cNvPr>
          <p:cNvSpPr txBox="1">
            <a:spLocks/>
          </p:cNvSpPr>
          <p:nvPr/>
        </p:nvSpPr>
        <p:spPr bwMode="auto">
          <a:xfrm>
            <a:off x="10598734" y="6379336"/>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r"/>
            <a:r>
              <a:rPr lang="en-US"/>
              <a:t>2025</a:t>
            </a:r>
          </a:p>
        </p:txBody>
      </p:sp>
      <p:sp>
        <p:nvSpPr>
          <p:cNvPr id="6" name="Footer Placeholder 3">
            <a:extLst>
              <a:ext uri="{FF2B5EF4-FFF2-40B4-BE49-F238E27FC236}">
                <a16:creationId xmlns:a16="http://schemas.microsoft.com/office/drawing/2014/main" id="{99567B03-BE80-6308-3F3A-0E2C76E3B51D}"/>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l"/>
            <a:r>
              <a:rPr lang="en-US"/>
              <a:t> Summer worker | Internal</a:t>
            </a:r>
          </a:p>
        </p:txBody>
      </p:sp>
    </p:spTree>
    <p:extLst>
      <p:ext uri="{BB962C8B-B14F-4D97-AF65-F5344CB8AC3E}">
        <p14:creationId xmlns:p14="http://schemas.microsoft.com/office/powerpoint/2010/main" val="1809658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A40B7-FCBA-CDB1-1575-0B452FC79313}"/>
              </a:ext>
            </a:extLst>
          </p:cNvPr>
          <p:cNvSpPr>
            <a:spLocks noGrp="1"/>
          </p:cNvSpPr>
          <p:nvPr>
            <p:ph type="title"/>
          </p:nvPr>
        </p:nvSpPr>
        <p:spPr/>
        <p:txBody>
          <a:bodyPr/>
          <a:lstStyle/>
          <a:p>
            <a:r>
              <a:rPr lang="sv-SE"/>
              <a:t>Video Stream</a:t>
            </a:r>
            <a:endParaRPr lang="en-US"/>
          </a:p>
        </p:txBody>
      </p:sp>
      <p:sp>
        <p:nvSpPr>
          <p:cNvPr id="4" name="Date Placeholder 2">
            <a:extLst>
              <a:ext uri="{FF2B5EF4-FFF2-40B4-BE49-F238E27FC236}">
                <a16:creationId xmlns:a16="http://schemas.microsoft.com/office/drawing/2014/main" id="{D6FF6AFD-E2BE-0998-C744-8799EC6A59EA}"/>
              </a:ext>
            </a:extLst>
          </p:cNvPr>
          <p:cNvSpPr>
            <a:spLocks noGrp="1"/>
          </p:cNvSpPr>
          <p:nvPr>
            <p:ph type="dt" sz="half" idx="10"/>
          </p:nvPr>
        </p:nvSpPr>
        <p:spPr/>
        <p:txBody>
          <a:bodyPr/>
          <a:lstStyle/>
          <a:p>
            <a:r>
              <a:rPr lang="en-US"/>
              <a:t>2025</a:t>
            </a:r>
          </a:p>
        </p:txBody>
      </p:sp>
      <p:sp>
        <p:nvSpPr>
          <p:cNvPr id="5" name="Footer Placeholder 3">
            <a:extLst>
              <a:ext uri="{FF2B5EF4-FFF2-40B4-BE49-F238E27FC236}">
                <a16:creationId xmlns:a16="http://schemas.microsoft.com/office/drawing/2014/main" id="{C83BD59E-93FF-0FF9-3E62-A62EBF8010C2}"/>
              </a:ext>
            </a:extLst>
          </p:cNvPr>
          <p:cNvSpPr>
            <a:spLocks noGrp="1"/>
          </p:cNvSpPr>
          <p:nvPr>
            <p:ph type="ftr" sz="quarter" idx="11"/>
          </p:nvPr>
        </p:nvSpPr>
        <p:spPr/>
        <p:txBody>
          <a:bodyPr/>
          <a:lstStyle/>
          <a:p>
            <a:r>
              <a:rPr lang="en-US"/>
              <a:t> Summer worker | Internal</a:t>
            </a:r>
          </a:p>
        </p:txBody>
      </p:sp>
      <p:pic>
        <p:nvPicPr>
          <p:cNvPr id="7" name="Picture 6">
            <a:extLst>
              <a:ext uri="{FF2B5EF4-FFF2-40B4-BE49-F238E27FC236}">
                <a16:creationId xmlns:a16="http://schemas.microsoft.com/office/drawing/2014/main" id="{8144320E-8D0F-F566-D761-C07F44E7BFD0}"/>
              </a:ext>
            </a:extLst>
          </p:cNvPr>
          <p:cNvPicPr>
            <a:picLocks noChangeAspect="1"/>
          </p:cNvPicPr>
          <p:nvPr/>
        </p:nvPicPr>
        <p:blipFill>
          <a:blip r:embed="rId3"/>
          <a:stretch>
            <a:fillRect/>
          </a:stretch>
        </p:blipFill>
        <p:spPr>
          <a:xfrm>
            <a:off x="300038" y="6220826"/>
            <a:ext cx="1542422" cy="158510"/>
          </a:xfrm>
          <a:prstGeom prst="rect">
            <a:avLst/>
          </a:prstGeom>
        </p:spPr>
      </p:pic>
      <p:sp>
        <p:nvSpPr>
          <p:cNvPr id="10" name="Content Placeholder 2">
            <a:extLst>
              <a:ext uri="{FF2B5EF4-FFF2-40B4-BE49-F238E27FC236}">
                <a16:creationId xmlns:a16="http://schemas.microsoft.com/office/drawing/2014/main" id="{FC273057-57EE-06D2-8AE9-2F1D55309C3F}"/>
              </a:ext>
            </a:extLst>
          </p:cNvPr>
          <p:cNvSpPr txBox="1">
            <a:spLocks/>
          </p:cNvSpPr>
          <p:nvPr/>
        </p:nvSpPr>
        <p:spPr>
          <a:xfrm>
            <a:off x="149754" y="2393744"/>
            <a:ext cx="5335793" cy="2495363"/>
          </a:xfrm>
          <a:prstGeom prst="rect">
            <a:avLst/>
          </a:prstGeom>
        </p:spPr>
        <p:txBody>
          <a:bodyPr>
            <a:noAutofit/>
          </a:bodyPr>
          <a:lstStyle>
            <a:lvl1pPr marL="152400" indent="-152400" algn="l" defTabSz="967710" rtl="0" eaLnBrk="1" fontAlgn="base" latinLnBrk="0" hangingPunct="1">
              <a:lnSpc>
                <a:spcPct val="114000"/>
              </a:lnSpc>
              <a:spcBef>
                <a:spcPts val="952"/>
              </a:spcBef>
              <a:spcAft>
                <a:spcPts val="0"/>
              </a:spcAft>
              <a:buClr>
                <a:schemeClr val="accent1"/>
              </a:buClr>
              <a:buFont typeface="Arial" panose="020B0604020202020204" pitchFamily="34" charset="0"/>
              <a:buChar char="•"/>
              <a:defRPr lang="en-US" sz="1400" kern="1200" smtClean="0">
                <a:solidFill>
                  <a:schemeClr val="tx1"/>
                </a:solidFill>
                <a:latin typeface="+mn-lt"/>
                <a:ea typeface="Volvo Broad Pro" panose="02000606020000020004" pitchFamily="50" charset="0"/>
                <a:cs typeface="+mn-cs"/>
              </a:defRPr>
            </a:lvl1pPr>
            <a:lvl2pPr marL="328613" indent="-165100"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2pPr>
            <a:lvl3pPr marL="466725" indent="-127000" algn="l" defTabSz="967710" rtl="0" eaLnBrk="1" fontAlgn="base" latinLnBrk="0" hangingPunct="1">
              <a:lnSpc>
                <a:spcPct val="114000"/>
              </a:lnSpc>
              <a:spcBef>
                <a:spcPts val="952"/>
              </a:spcBef>
              <a:spcAft>
                <a:spcPts val="0"/>
              </a:spcAft>
              <a:buClr>
                <a:schemeClr val="accent1"/>
              </a:buClr>
              <a:buSzPct val="90000"/>
              <a:buFont typeface="Arial" panose="020B0604020202020204" pitchFamily="34" charset="0"/>
              <a:buChar char="•"/>
              <a:defRPr lang="en-US" sz="1200" kern="1200" smtClean="0">
                <a:solidFill>
                  <a:schemeClr val="tx1"/>
                </a:solidFill>
                <a:latin typeface="+mn-lt"/>
                <a:ea typeface="Volvo Broad Pro" panose="02000606020000020004" pitchFamily="50" charset="0"/>
                <a:cs typeface="+mn-cs"/>
              </a:defRPr>
            </a:lvl3pPr>
            <a:lvl4pPr marL="598488" indent="-134938"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4pPr>
            <a:lvl5pPr marL="730250" indent="-123825"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5pPr>
            <a:lvl6pPr marL="266120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6pPr>
            <a:lvl7pPr marL="3145056"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7pPr>
            <a:lvl8pPr marL="362891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8pPr>
            <a:lvl9pPr marL="4112765"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9pPr>
          </a:lstStyle>
          <a:p>
            <a:pPr marL="742950" lvl="1" indent="-285750">
              <a:lnSpc>
                <a:spcPct val="110000"/>
              </a:lnSpc>
              <a:buFont typeface="Arial" panose="020B0604020202020204" pitchFamily="34" charset="0"/>
              <a:buChar char="•"/>
            </a:pPr>
            <a:r>
              <a:rPr lang="sv-SE" sz="1600"/>
              <a:t>Streams through AVTP over Ethernet</a:t>
            </a:r>
          </a:p>
          <a:p>
            <a:pPr marL="742950" lvl="1" indent="-285750">
              <a:lnSpc>
                <a:spcPct val="110000"/>
              </a:lnSpc>
              <a:buFont typeface="Arial" panose="020B0604020202020204" pitchFamily="34" charset="0"/>
              <a:buChar char="•"/>
            </a:pPr>
            <a:r>
              <a:rPr lang="sv-SE" sz="1600"/>
              <a:t>Tried to mimic the real camera</a:t>
            </a:r>
          </a:p>
          <a:p>
            <a:pPr marL="742950" lvl="1" indent="-285750">
              <a:lnSpc>
                <a:spcPct val="110000"/>
              </a:lnSpc>
              <a:buFont typeface="Arial" panose="020B0604020202020204" pitchFamily="34" charset="0"/>
              <a:buChar char="•"/>
            </a:pPr>
            <a:r>
              <a:rPr lang="sv-SE" sz="1600"/>
              <a:t>UDP with ffmpeg</a:t>
            </a:r>
          </a:p>
          <a:p>
            <a:pPr marL="742950" lvl="1" indent="-285750">
              <a:lnSpc>
                <a:spcPct val="110000"/>
              </a:lnSpc>
              <a:buFont typeface="Arial" panose="020B0604020202020204" pitchFamily="34" charset="0"/>
              <a:buChar char="•"/>
            </a:pPr>
            <a:r>
              <a:rPr lang="sv-SE" sz="1600"/>
              <a:t>7.5 FPS from truck recording</a:t>
            </a:r>
          </a:p>
          <a:p>
            <a:pPr marL="742950" lvl="1" indent="-285750">
              <a:lnSpc>
                <a:spcPct val="110000"/>
              </a:lnSpc>
              <a:buFont typeface="Arial" panose="020B0604020202020204" pitchFamily="34" charset="0"/>
              <a:buChar char="•"/>
            </a:pPr>
            <a:r>
              <a:rPr lang="sv-SE" sz="1600"/>
              <a:t>30 FPS from phone recording</a:t>
            </a:r>
          </a:p>
          <a:p>
            <a:pPr marL="742950" lvl="1" indent="-285750">
              <a:lnSpc>
                <a:spcPct val="110000"/>
              </a:lnSpc>
              <a:buFont typeface="Arial" panose="020B0604020202020204" pitchFamily="34" charset="0"/>
              <a:buChar char="•"/>
            </a:pPr>
            <a:endParaRPr lang="sv-SE" sz="1600"/>
          </a:p>
        </p:txBody>
      </p:sp>
      <p:pic>
        <p:nvPicPr>
          <p:cNvPr id="12" name="Picture 11">
            <a:extLst>
              <a:ext uri="{FF2B5EF4-FFF2-40B4-BE49-F238E27FC236}">
                <a16:creationId xmlns:a16="http://schemas.microsoft.com/office/drawing/2014/main" id="{484CC211-91E6-411F-F6BE-AD51AB3E3A88}"/>
              </a:ext>
            </a:extLst>
          </p:cNvPr>
          <p:cNvPicPr>
            <a:picLocks noChangeAspect="1"/>
          </p:cNvPicPr>
          <p:nvPr/>
        </p:nvPicPr>
        <p:blipFill>
          <a:blip r:embed="rId4"/>
          <a:stretch>
            <a:fillRect/>
          </a:stretch>
        </p:blipFill>
        <p:spPr>
          <a:xfrm>
            <a:off x="9388202" y="4517971"/>
            <a:ext cx="1467055" cy="1228896"/>
          </a:xfrm>
          <a:prstGeom prst="rect">
            <a:avLst/>
          </a:prstGeom>
        </p:spPr>
      </p:pic>
      <p:pic>
        <p:nvPicPr>
          <p:cNvPr id="14" name="Picture 13">
            <a:extLst>
              <a:ext uri="{FF2B5EF4-FFF2-40B4-BE49-F238E27FC236}">
                <a16:creationId xmlns:a16="http://schemas.microsoft.com/office/drawing/2014/main" id="{9633A122-5BAC-0E27-B37E-F102C1D9BDBD}"/>
              </a:ext>
            </a:extLst>
          </p:cNvPr>
          <p:cNvPicPr>
            <a:picLocks noChangeAspect="1"/>
          </p:cNvPicPr>
          <p:nvPr/>
        </p:nvPicPr>
        <p:blipFill>
          <a:blip r:embed="rId5"/>
          <a:stretch>
            <a:fillRect/>
          </a:stretch>
        </p:blipFill>
        <p:spPr>
          <a:xfrm>
            <a:off x="9567014" y="882903"/>
            <a:ext cx="1133633" cy="1267002"/>
          </a:xfrm>
          <a:prstGeom prst="rect">
            <a:avLst/>
          </a:prstGeom>
        </p:spPr>
      </p:pic>
      <p:pic>
        <p:nvPicPr>
          <p:cNvPr id="18" name="Graphic 17" descr="Ear outline">
            <a:extLst>
              <a:ext uri="{FF2B5EF4-FFF2-40B4-BE49-F238E27FC236}">
                <a16:creationId xmlns:a16="http://schemas.microsoft.com/office/drawing/2014/main" id="{C1C40B17-67E5-7A7F-24DE-B4EFFD20DC5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398057" y="4517971"/>
            <a:ext cx="914400" cy="914400"/>
          </a:xfrm>
          <a:prstGeom prst="rect">
            <a:avLst/>
          </a:prstGeom>
        </p:spPr>
      </p:pic>
      <p:pic>
        <p:nvPicPr>
          <p:cNvPr id="19" name="Graphic 18" descr="Ear outline">
            <a:extLst>
              <a:ext uri="{FF2B5EF4-FFF2-40B4-BE49-F238E27FC236}">
                <a16:creationId xmlns:a16="http://schemas.microsoft.com/office/drawing/2014/main" id="{651C5754-311E-44F2-EC7B-C85F8A07DD5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8957929" y="4517971"/>
            <a:ext cx="860545" cy="914400"/>
          </a:xfrm>
          <a:prstGeom prst="rect">
            <a:avLst/>
          </a:prstGeom>
        </p:spPr>
      </p:pic>
      <p:pic>
        <p:nvPicPr>
          <p:cNvPr id="24" name="Picture 23" descr="A road with a bus on it&#10;&#10;AI-generated content may be incorrect.">
            <a:extLst>
              <a:ext uri="{FF2B5EF4-FFF2-40B4-BE49-F238E27FC236}">
                <a16:creationId xmlns:a16="http://schemas.microsoft.com/office/drawing/2014/main" id="{1D25995E-043A-231E-767B-A9DD1FFD0B6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372099" y="4188856"/>
            <a:ext cx="3585829" cy="2031970"/>
          </a:xfrm>
          <a:prstGeom prst="rect">
            <a:avLst/>
          </a:prstGeom>
        </p:spPr>
      </p:pic>
      <p:cxnSp>
        <p:nvCxnSpPr>
          <p:cNvPr id="26" name="Straight Arrow Connector 25">
            <a:extLst>
              <a:ext uri="{FF2B5EF4-FFF2-40B4-BE49-F238E27FC236}">
                <a16:creationId xmlns:a16="http://schemas.microsoft.com/office/drawing/2014/main" id="{7612059C-CB0E-AD83-75BB-AB868519395C}"/>
              </a:ext>
            </a:extLst>
          </p:cNvPr>
          <p:cNvCxnSpPr>
            <a:stCxn id="14" idx="2"/>
            <a:endCxn id="12" idx="0"/>
          </p:cNvCxnSpPr>
          <p:nvPr/>
        </p:nvCxnSpPr>
        <p:spPr>
          <a:xfrm flipH="1">
            <a:off x="10121730" y="2149905"/>
            <a:ext cx="12101" cy="2368066"/>
          </a:xfrm>
          <a:prstGeom prst="straightConnector1">
            <a:avLst/>
          </a:prstGeom>
          <a:ln w="9525">
            <a:solidFill>
              <a:srgbClr val="888B8D"/>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28" name="Picture 27">
            <a:extLst>
              <a:ext uri="{FF2B5EF4-FFF2-40B4-BE49-F238E27FC236}">
                <a16:creationId xmlns:a16="http://schemas.microsoft.com/office/drawing/2014/main" id="{69A242F1-4209-8FB5-B098-7EAC19602D26}"/>
              </a:ext>
            </a:extLst>
          </p:cNvPr>
          <p:cNvPicPr>
            <a:picLocks noChangeAspect="1"/>
          </p:cNvPicPr>
          <p:nvPr/>
        </p:nvPicPr>
        <p:blipFill>
          <a:blip r:embed="rId9"/>
          <a:stretch>
            <a:fillRect/>
          </a:stretch>
        </p:blipFill>
        <p:spPr>
          <a:xfrm>
            <a:off x="7839869" y="903611"/>
            <a:ext cx="729339" cy="600632"/>
          </a:xfrm>
          <a:prstGeom prst="rect">
            <a:avLst/>
          </a:prstGeom>
        </p:spPr>
      </p:pic>
      <p:pic>
        <p:nvPicPr>
          <p:cNvPr id="30" name="Picture 29">
            <a:extLst>
              <a:ext uri="{FF2B5EF4-FFF2-40B4-BE49-F238E27FC236}">
                <a16:creationId xmlns:a16="http://schemas.microsoft.com/office/drawing/2014/main" id="{F7F8BDE4-BABE-2D99-1EE6-C4545E994355}"/>
              </a:ext>
            </a:extLst>
          </p:cNvPr>
          <p:cNvPicPr>
            <a:picLocks noChangeAspect="1"/>
          </p:cNvPicPr>
          <p:nvPr/>
        </p:nvPicPr>
        <p:blipFill>
          <a:blip r:embed="rId10"/>
          <a:stretch>
            <a:fillRect/>
          </a:stretch>
        </p:blipFill>
        <p:spPr>
          <a:xfrm>
            <a:off x="7168507" y="2408255"/>
            <a:ext cx="718613" cy="632808"/>
          </a:xfrm>
          <a:prstGeom prst="rect">
            <a:avLst/>
          </a:prstGeom>
        </p:spPr>
      </p:pic>
      <p:pic>
        <p:nvPicPr>
          <p:cNvPr id="34" name="Picture 33">
            <a:extLst>
              <a:ext uri="{FF2B5EF4-FFF2-40B4-BE49-F238E27FC236}">
                <a16:creationId xmlns:a16="http://schemas.microsoft.com/office/drawing/2014/main" id="{20DF4377-4D73-4FFF-F6BA-2BC6C844936E}"/>
              </a:ext>
            </a:extLst>
          </p:cNvPr>
          <p:cNvPicPr>
            <a:picLocks noChangeAspect="1"/>
          </p:cNvPicPr>
          <p:nvPr/>
        </p:nvPicPr>
        <p:blipFill>
          <a:blip r:embed="rId11"/>
          <a:stretch>
            <a:fillRect/>
          </a:stretch>
        </p:blipFill>
        <p:spPr>
          <a:xfrm>
            <a:off x="7545688" y="1749126"/>
            <a:ext cx="429023" cy="493376"/>
          </a:xfrm>
          <a:prstGeom prst="rect">
            <a:avLst/>
          </a:prstGeom>
        </p:spPr>
      </p:pic>
      <p:pic>
        <p:nvPicPr>
          <p:cNvPr id="36" name="Picture 35">
            <a:extLst>
              <a:ext uri="{FF2B5EF4-FFF2-40B4-BE49-F238E27FC236}">
                <a16:creationId xmlns:a16="http://schemas.microsoft.com/office/drawing/2014/main" id="{DFCA87E3-8BBB-9C77-C82B-7AA9BA29854E}"/>
              </a:ext>
            </a:extLst>
          </p:cNvPr>
          <p:cNvPicPr>
            <a:picLocks noChangeAspect="1"/>
          </p:cNvPicPr>
          <p:nvPr/>
        </p:nvPicPr>
        <p:blipFill>
          <a:blip r:embed="rId12"/>
          <a:stretch>
            <a:fillRect/>
          </a:stretch>
        </p:blipFill>
        <p:spPr>
          <a:xfrm>
            <a:off x="8274249" y="2384338"/>
            <a:ext cx="686437" cy="643535"/>
          </a:xfrm>
          <a:prstGeom prst="rect">
            <a:avLst/>
          </a:prstGeom>
        </p:spPr>
      </p:pic>
      <p:pic>
        <p:nvPicPr>
          <p:cNvPr id="38" name="Picture 37">
            <a:extLst>
              <a:ext uri="{FF2B5EF4-FFF2-40B4-BE49-F238E27FC236}">
                <a16:creationId xmlns:a16="http://schemas.microsoft.com/office/drawing/2014/main" id="{D13E1EC3-6914-7CBA-EF61-6BEF0486CF1A}"/>
              </a:ext>
            </a:extLst>
          </p:cNvPr>
          <p:cNvPicPr>
            <a:picLocks noChangeAspect="1"/>
          </p:cNvPicPr>
          <p:nvPr/>
        </p:nvPicPr>
        <p:blipFill>
          <a:blip r:embed="rId13"/>
          <a:stretch>
            <a:fillRect/>
          </a:stretch>
        </p:blipFill>
        <p:spPr>
          <a:xfrm>
            <a:off x="6927473" y="878553"/>
            <a:ext cx="675712" cy="654260"/>
          </a:xfrm>
          <a:prstGeom prst="rect">
            <a:avLst/>
          </a:prstGeom>
        </p:spPr>
      </p:pic>
      <p:pic>
        <p:nvPicPr>
          <p:cNvPr id="40" name="Picture 39">
            <a:extLst>
              <a:ext uri="{FF2B5EF4-FFF2-40B4-BE49-F238E27FC236}">
                <a16:creationId xmlns:a16="http://schemas.microsoft.com/office/drawing/2014/main" id="{62ACF724-4C2B-CDDD-3830-C641BE8BA3B9}"/>
              </a:ext>
            </a:extLst>
          </p:cNvPr>
          <p:cNvPicPr>
            <a:picLocks noChangeAspect="1"/>
          </p:cNvPicPr>
          <p:nvPr/>
        </p:nvPicPr>
        <p:blipFill>
          <a:blip r:embed="rId14"/>
          <a:stretch>
            <a:fillRect/>
          </a:stretch>
        </p:blipFill>
        <p:spPr>
          <a:xfrm>
            <a:off x="8281445" y="1690241"/>
            <a:ext cx="622084" cy="461200"/>
          </a:xfrm>
          <a:prstGeom prst="rect">
            <a:avLst/>
          </a:prstGeom>
        </p:spPr>
      </p:pic>
      <p:pic>
        <p:nvPicPr>
          <p:cNvPr id="42" name="Picture 41">
            <a:extLst>
              <a:ext uri="{FF2B5EF4-FFF2-40B4-BE49-F238E27FC236}">
                <a16:creationId xmlns:a16="http://schemas.microsoft.com/office/drawing/2014/main" id="{D6FA682F-B46A-8732-DD07-F0D116694B9E}"/>
              </a:ext>
            </a:extLst>
          </p:cNvPr>
          <p:cNvPicPr>
            <a:picLocks noChangeAspect="1"/>
          </p:cNvPicPr>
          <p:nvPr/>
        </p:nvPicPr>
        <p:blipFill>
          <a:blip r:embed="rId15"/>
          <a:stretch>
            <a:fillRect/>
          </a:stretch>
        </p:blipFill>
        <p:spPr>
          <a:xfrm>
            <a:off x="6245255" y="1639572"/>
            <a:ext cx="922399" cy="740065"/>
          </a:xfrm>
          <a:prstGeom prst="rect">
            <a:avLst/>
          </a:prstGeom>
        </p:spPr>
      </p:pic>
      <p:pic>
        <p:nvPicPr>
          <p:cNvPr id="44" name="Picture 43">
            <a:extLst>
              <a:ext uri="{FF2B5EF4-FFF2-40B4-BE49-F238E27FC236}">
                <a16:creationId xmlns:a16="http://schemas.microsoft.com/office/drawing/2014/main" id="{ABD5DAFB-B239-6D2C-72DE-460498BCC094}"/>
              </a:ext>
            </a:extLst>
          </p:cNvPr>
          <p:cNvPicPr>
            <a:picLocks noChangeAspect="1"/>
          </p:cNvPicPr>
          <p:nvPr/>
        </p:nvPicPr>
        <p:blipFill>
          <a:blip r:embed="rId16"/>
          <a:stretch>
            <a:fillRect/>
          </a:stretch>
        </p:blipFill>
        <p:spPr>
          <a:xfrm>
            <a:off x="5916073" y="2448818"/>
            <a:ext cx="611358" cy="611358"/>
          </a:xfrm>
          <a:prstGeom prst="rect">
            <a:avLst/>
          </a:prstGeom>
        </p:spPr>
      </p:pic>
      <p:pic>
        <p:nvPicPr>
          <p:cNvPr id="46" name="Picture 45">
            <a:extLst>
              <a:ext uri="{FF2B5EF4-FFF2-40B4-BE49-F238E27FC236}">
                <a16:creationId xmlns:a16="http://schemas.microsoft.com/office/drawing/2014/main" id="{EF74FBB4-44DE-7D53-C562-B597D93DA7BF}"/>
              </a:ext>
            </a:extLst>
          </p:cNvPr>
          <p:cNvPicPr>
            <a:picLocks noChangeAspect="1"/>
          </p:cNvPicPr>
          <p:nvPr/>
        </p:nvPicPr>
        <p:blipFill>
          <a:blip r:embed="rId17"/>
          <a:stretch>
            <a:fillRect/>
          </a:stretch>
        </p:blipFill>
        <p:spPr>
          <a:xfrm>
            <a:off x="5680110" y="757016"/>
            <a:ext cx="847320" cy="793692"/>
          </a:xfrm>
          <a:prstGeom prst="rect">
            <a:avLst/>
          </a:prstGeom>
        </p:spPr>
      </p:pic>
      <p:pic>
        <p:nvPicPr>
          <p:cNvPr id="48" name="Picture 47">
            <a:extLst>
              <a:ext uri="{FF2B5EF4-FFF2-40B4-BE49-F238E27FC236}">
                <a16:creationId xmlns:a16="http://schemas.microsoft.com/office/drawing/2014/main" id="{FA1E62D0-B40A-49F4-247C-949DF7B8C98A}"/>
              </a:ext>
            </a:extLst>
          </p:cNvPr>
          <p:cNvPicPr>
            <a:picLocks noChangeAspect="1"/>
          </p:cNvPicPr>
          <p:nvPr/>
        </p:nvPicPr>
        <p:blipFill>
          <a:blip r:embed="rId18"/>
          <a:stretch>
            <a:fillRect/>
          </a:stretch>
        </p:blipFill>
        <p:spPr>
          <a:xfrm>
            <a:off x="5263286" y="1620474"/>
            <a:ext cx="622083" cy="611358"/>
          </a:xfrm>
          <a:prstGeom prst="rect">
            <a:avLst/>
          </a:prstGeom>
        </p:spPr>
      </p:pic>
    </p:spTree>
    <p:extLst>
      <p:ext uri="{BB962C8B-B14F-4D97-AF65-F5344CB8AC3E}">
        <p14:creationId xmlns:p14="http://schemas.microsoft.com/office/powerpoint/2010/main" val="1259697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88B9D-4ABB-1B55-2567-C3503F91E2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F0D937D-20A3-D09D-D847-E3FD750D868B}"/>
              </a:ext>
            </a:extLst>
          </p:cNvPr>
          <p:cNvSpPr>
            <a:spLocks noGrp="1"/>
          </p:cNvSpPr>
          <p:nvPr>
            <p:ph type="title"/>
          </p:nvPr>
        </p:nvSpPr>
        <p:spPr>
          <a:xfrm>
            <a:off x="1058327" y="4545042"/>
            <a:ext cx="8188657" cy="1135374"/>
          </a:xfrm>
        </p:spPr>
        <p:txBody>
          <a:bodyPr/>
          <a:lstStyle/>
          <a:p>
            <a:pPr algn="l"/>
            <a:r>
              <a:rPr lang="sv-SE" sz="9600"/>
              <a:t>Truck App</a:t>
            </a:r>
          </a:p>
        </p:txBody>
      </p:sp>
      <p:sp>
        <p:nvSpPr>
          <p:cNvPr id="4" name="Text Placeholder 3">
            <a:extLst>
              <a:ext uri="{FF2B5EF4-FFF2-40B4-BE49-F238E27FC236}">
                <a16:creationId xmlns:a16="http://schemas.microsoft.com/office/drawing/2014/main" id="{76E0535D-3429-B445-3458-11AE229E5174}"/>
              </a:ext>
            </a:extLst>
          </p:cNvPr>
          <p:cNvSpPr>
            <a:spLocks noGrp="1"/>
          </p:cNvSpPr>
          <p:nvPr>
            <p:ph type="body" sz="quarter" idx="21"/>
          </p:nvPr>
        </p:nvSpPr>
        <p:spPr/>
        <p:txBody>
          <a:bodyPr/>
          <a:lstStyle/>
          <a:p>
            <a:endParaRPr lang="sv-SE"/>
          </a:p>
        </p:txBody>
      </p:sp>
      <p:sp>
        <p:nvSpPr>
          <p:cNvPr id="5" name="Date Placeholder 2">
            <a:extLst>
              <a:ext uri="{FF2B5EF4-FFF2-40B4-BE49-F238E27FC236}">
                <a16:creationId xmlns:a16="http://schemas.microsoft.com/office/drawing/2014/main" id="{A4B95008-B520-6D05-2181-94487D4E97F2}"/>
              </a:ext>
            </a:extLst>
          </p:cNvPr>
          <p:cNvSpPr txBox="1">
            <a:spLocks/>
          </p:cNvSpPr>
          <p:nvPr/>
        </p:nvSpPr>
        <p:spPr bwMode="auto">
          <a:xfrm>
            <a:off x="10598734" y="6379336"/>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r"/>
            <a:r>
              <a:rPr lang="en-US"/>
              <a:t>2025</a:t>
            </a:r>
          </a:p>
        </p:txBody>
      </p:sp>
      <p:sp>
        <p:nvSpPr>
          <p:cNvPr id="6" name="Footer Placeholder 3">
            <a:extLst>
              <a:ext uri="{FF2B5EF4-FFF2-40B4-BE49-F238E27FC236}">
                <a16:creationId xmlns:a16="http://schemas.microsoft.com/office/drawing/2014/main" id="{37B5421C-88CA-BC91-419A-BC51550C5471}"/>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l"/>
            <a:r>
              <a:rPr lang="en-US"/>
              <a:t> Summer worker | Internal</a:t>
            </a:r>
          </a:p>
        </p:txBody>
      </p:sp>
    </p:spTree>
    <p:extLst>
      <p:ext uri="{BB962C8B-B14F-4D97-AF65-F5344CB8AC3E}">
        <p14:creationId xmlns:p14="http://schemas.microsoft.com/office/powerpoint/2010/main" val="36821624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F99AB-F252-F26D-4D02-0116B276F3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C1D1D2-1143-577E-69C7-56C7A3977FF8}"/>
              </a:ext>
            </a:extLst>
          </p:cNvPr>
          <p:cNvSpPr>
            <a:spLocks noGrp="1"/>
          </p:cNvSpPr>
          <p:nvPr>
            <p:ph type="title"/>
          </p:nvPr>
        </p:nvSpPr>
        <p:spPr/>
        <p:txBody>
          <a:bodyPr/>
          <a:lstStyle/>
          <a:p>
            <a:r>
              <a:rPr lang="sv-SE"/>
              <a:t>Truck App</a:t>
            </a:r>
            <a:endParaRPr lang="en-US"/>
          </a:p>
        </p:txBody>
      </p:sp>
      <p:sp>
        <p:nvSpPr>
          <p:cNvPr id="5" name="Date Placeholder 2">
            <a:extLst>
              <a:ext uri="{FF2B5EF4-FFF2-40B4-BE49-F238E27FC236}">
                <a16:creationId xmlns:a16="http://schemas.microsoft.com/office/drawing/2014/main" id="{64D87DEB-C149-8D85-2EC7-EDB71049F940}"/>
              </a:ext>
            </a:extLst>
          </p:cNvPr>
          <p:cNvSpPr>
            <a:spLocks noGrp="1"/>
          </p:cNvSpPr>
          <p:nvPr>
            <p:ph type="dt" sz="half" idx="10"/>
          </p:nvPr>
        </p:nvSpPr>
        <p:spPr/>
        <p:txBody>
          <a:bodyPr/>
          <a:lstStyle/>
          <a:p>
            <a:r>
              <a:rPr lang="en-US"/>
              <a:t>2025</a:t>
            </a:r>
          </a:p>
        </p:txBody>
      </p:sp>
      <p:sp>
        <p:nvSpPr>
          <p:cNvPr id="6" name="Footer Placeholder 3">
            <a:extLst>
              <a:ext uri="{FF2B5EF4-FFF2-40B4-BE49-F238E27FC236}">
                <a16:creationId xmlns:a16="http://schemas.microsoft.com/office/drawing/2014/main" id="{2D426D39-EA3D-85BE-EE67-A99071CD22A5}"/>
              </a:ext>
            </a:extLst>
          </p:cNvPr>
          <p:cNvSpPr>
            <a:spLocks noGrp="1"/>
          </p:cNvSpPr>
          <p:nvPr>
            <p:ph type="ftr" sz="quarter" idx="11"/>
          </p:nvPr>
        </p:nvSpPr>
        <p:spPr/>
        <p:txBody>
          <a:bodyPr/>
          <a:lstStyle/>
          <a:p>
            <a:r>
              <a:rPr lang="en-US"/>
              <a:t> Summer worker | Internal</a:t>
            </a:r>
          </a:p>
        </p:txBody>
      </p:sp>
      <p:sp>
        <p:nvSpPr>
          <p:cNvPr id="7" name="Date Placeholder 2">
            <a:extLst>
              <a:ext uri="{FF2B5EF4-FFF2-40B4-BE49-F238E27FC236}">
                <a16:creationId xmlns:a16="http://schemas.microsoft.com/office/drawing/2014/main" id="{0BC7E998-5ED0-6D63-A4A2-E61426C71A18}"/>
              </a:ext>
            </a:extLst>
          </p:cNvPr>
          <p:cNvSpPr txBox="1">
            <a:spLocks/>
          </p:cNvSpPr>
          <p:nvPr/>
        </p:nvSpPr>
        <p:spPr bwMode="auto">
          <a:xfrm>
            <a:off x="10490579" y="6380367"/>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2025</a:t>
            </a:r>
          </a:p>
        </p:txBody>
      </p:sp>
      <p:sp>
        <p:nvSpPr>
          <p:cNvPr id="8" name="Footer Placeholder 3">
            <a:extLst>
              <a:ext uri="{FF2B5EF4-FFF2-40B4-BE49-F238E27FC236}">
                <a16:creationId xmlns:a16="http://schemas.microsoft.com/office/drawing/2014/main" id="{B65742DD-07E2-42D4-B727-6AEE2B6DBF2E}"/>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tx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r>
              <a:rPr lang="en-US"/>
              <a:t> Summer worker | Internal</a:t>
            </a:r>
          </a:p>
        </p:txBody>
      </p:sp>
      <p:pic>
        <p:nvPicPr>
          <p:cNvPr id="9" name="Picture 8">
            <a:extLst>
              <a:ext uri="{FF2B5EF4-FFF2-40B4-BE49-F238E27FC236}">
                <a16:creationId xmlns:a16="http://schemas.microsoft.com/office/drawing/2014/main" id="{84261915-FD1E-98B7-8CBB-DB47A2AD943D}"/>
              </a:ext>
            </a:extLst>
          </p:cNvPr>
          <p:cNvPicPr>
            <a:picLocks noChangeAspect="1"/>
          </p:cNvPicPr>
          <p:nvPr/>
        </p:nvPicPr>
        <p:blipFill>
          <a:blip r:embed="rId3"/>
          <a:stretch>
            <a:fillRect/>
          </a:stretch>
        </p:blipFill>
        <p:spPr>
          <a:xfrm>
            <a:off x="300038" y="6220826"/>
            <a:ext cx="1542422" cy="158510"/>
          </a:xfrm>
          <a:prstGeom prst="rect">
            <a:avLst/>
          </a:prstGeom>
        </p:spPr>
      </p:pic>
      <p:pic>
        <p:nvPicPr>
          <p:cNvPr id="11" name="Picture 10">
            <a:extLst>
              <a:ext uri="{FF2B5EF4-FFF2-40B4-BE49-F238E27FC236}">
                <a16:creationId xmlns:a16="http://schemas.microsoft.com/office/drawing/2014/main" id="{E4366864-2766-0129-64ED-7E80F7C55EF5}"/>
              </a:ext>
            </a:extLst>
          </p:cNvPr>
          <p:cNvPicPr>
            <a:picLocks noChangeAspect="1"/>
          </p:cNvPicPr>
          <p:nvPr/>
        </p:nvPicPr>
        <p:blipFill>
          <a:blip r:embed="rId4"/>
          <a:stretch>
            <a:fillRect/>
          </a:stretch>
        </p:blipFill>
        <p:spPr>
          <a:xfrm>
            <a:off x="5636792" y="2860074"/>
            <a:ext cx="1358367" cy="1137852"/>
          </a:xfrm>
          <a:prstGeom prst="rect">
            <a:avLst/>
          </a:prstGeom>
        </p:spPr>
      </p:pic>
      <p:sp>
        <p:nvSpPr>
          <p:cNvPr id="12" name="Content Placeholder 2">
            <a:extLst>
              <a:ext uri="{FF2B5EF4-FFF2-40B4-BE49-F238E27FC236}">
                <a16:creationId xmlns:a16="http://schemas.microsoft.com/office/drawing/2014/main" id="{137414F0-D85E-3686-23E9-6B1350D4D369}"/>
              </a:ext>
            </a:extLst>
          </p:cNvPr>
          <p:cNvSpPr txBox="1">
            <a:spLocks/>
          </p:cNvSpPr>
          <p:nvPr/>
        </p:nvSpPr>
        <p:spPr>
          <a:xfrm>
            <a:off x="300999" y="2209919"/>
            <a:ext cx="5335793" cy="3538776"/>
          </a:xfrm>
          <a:prstGeom prst="rect">
            <a:avLst/>
          </a:prstGeom>
        </p:spPr>
        <p:txBody>
          <a:bodyPr>
            <a:noAutofit/>
          </a:bodyPr>
          <a:lstStyle>
            <a:lvl1pPr marL="152400" indent="-152400" algn="l" defTabSz="967710" rtl="0" eaLnBrk="1" fontAlgn="base" latinLnBrk="0" hangingPunct="1">
              <a:lnSpc>
                <a:spcPct val="114000"/>
              </a:lnSpc>
              <a:spcBef>
                <a:spcPts val="952"/>
              </a:spcBef>
              <a:spcAft>
                <a:spcPts val="0"/>
              </a:spcAft>
              <a:buClr>
                <a:schemeClr val="accent1"/>
              </a:buClr>
              <a:buFont typeface="Arial" panose="020B0604020202020204" pitchFamily="34" charset="0"/>
              <a:buChar char="•"/>
              <a:defRPr lang="en-US" sz="1400" kern="1200" smtClean="0">
                <a:solidFill>
                  <a:schemeClr val="tx1"/>
                </a:solidFill>
                <a:latin typeface="+mn-lt"/>
                <a:ea typeface="Volvo Broad Pro" panose="02000606020000020004" pitchFamily="50" charset="0"/>
                <a:cs typeface="+mn-cs"/>
              </a:defRPr>
            </a:lvl1pPr>
            <a:lvl2pPr marL="328613" indent="-165100"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2pPr>
            <a:lvl3pPr marL="466725" indent="-127000" algn="l" defTabSz="967710" rtl="0" eaLnBrk="1" fontAlgn="base" latinLnBrk="0" hangingPunct="1">
              <a:lnSpc>
                <a:spcPct val="114000"/>
              </a:lnSpc>
              <a:spcBef>
                <a:spcPts val="952"/>
              </a:spcBef>
              <a:spcAft>
                <a:spcPts val="0"/>
              </a:spcAft>
              <a:buClr>
                <a:schemeClr val="accent1"/>
              </a:buClr>
              <a:buSzPct val="90000"/>
              <a:buFont typeface="Arial" panose="020B0604020202020204" pitchFamily="34" charset="0"/>
              <a:buChar char="•"/>
              <a:defRPr lang="en-US" sz="1200" kern="1200" smtClean="0">
                <a:solidFill>
                  <a:schemeClr val="tx1"/>
                </a:solidFill>
                <a:latin typeface="+mn-lt"/>
                <a:ea typeface="Volvo Broad Pro" panose="02000606020000020004" pitchFamily="50" charset="0"/>
                <a:cs typeface="+mn-cs"/>
              </a:defRPr>
            </a:lvl3pPr>
            <a:lvl4pPr marL="598488" indent="-134938"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4pPr>
            <a:lvl5pPr marL="730250" indent="-123825"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5pPr>
            <a:lvl6pPr marL="266120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6pPr>
            <a:lvl7pPr marL="3145056"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7pPr>
            <a:lvl8pPr marL="362891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8pPr>
            <a:lvl9pPr marL="4112765"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9pPr>
          </a:lstStyle>
          <a:p>
            <a:pPr marL="742950" lvl="1" indent="-285750">
              <a:lnSpc>
                <a:spcPct val="110000"/>
              </a:lnSpc>
              <a:buFont typeface="Arial" panose="020B0604020202020204" pitchFamily="34" charset="0"/>
              <a:buChar char="•"/>
            </a:pPr>
            <a:r>
              <a:rPr lang="sv-SE" sz="1600"/>
              <a:t>UDP packets as input</a:t>
            </a:r>
          </a:p>
          <a:p>
            <a:pPr marL="742950" lvl="1" indent="-285750">
              <a:lnSpc>
                <a:spcPct val="110000"/>
              </a:lnSpc>
              <a:buFont typeface="Arial" panose="020B0604020202020204" pitchFamily="34" charset="0"/>
              <a:buChar char="•"/>
            </a:pPr>
            <a:r>
              <a:rPr lang="sv-SE" sz="1600"/>
              <a:t>Flowchart of the app</a:t>
            </a:r>
          </a:p>
          <a:p>
            <a:pPr marL="742950" lvl="1" indent="-285750">
              <a:lnSpc>
                <a:spcPct val="110000"/>
              </a:lnSpc>
              <a:buFont typeface="Arial" panose="020B0604020202020204" pitchFamily="34" charset="0"/>
              <a:buChar char="•"/>
            </a:pPr>
            <a:r>
              <a:rPr lang="sv-SE" sz="1600"/>
              <a:t>Logic to reduce bandwidth</a:t>
            </a:r>
          </a:p>
          <a:p>
            <a:pPr marL="1012825" lvl="3" indent="-285750">
              <a:lnSpc>
                <a:spcPct val="110000"/>
              </a:lnSpc>
            </a:pPr>
            <a:r>
              <a:rPr lang="sv-SE" sz="1600"/>
              <a:t>Model used as filter</a:t>
            </a:r>
          </a:p>
          <a:p>
            <a:pPr marL="1012825" lvl="3" indent="-285750">
              <a:lnSpc>
                <a:spcPct val="110000"/>
              </a:lnSpc>
            </a:pPr>
            <a:r>
              <a:rPr lang="sv-SE" sz="1600"/>
              <a:t>Images resized</a:t>
            </a:r>
          </a:p>
          <a:p>
            <a:pPr marL="1012825" lvl="3" indent="-285750">
              <a:lnSpc>
                <a:spcPct val="110000"/>
              </a:lnSpc>
            </a:pPr>
            <a:r>
              <a:rPr lang="sv-SE" sz="1600"/>
              <a:t>Only send new signs</a:t>
            </a:r>
          </a:p>
          <a:p>
            <a:pPr marL="742950" lvl="1" indent="-285750">
              <a:lnSpc>
                <a:spcPct val="110000"/>
              </a:lnSpc>
              <a:buFont typeface="Arial" panose="020B0604020202020204" pitchFamily="34" charset="0"/>
              <a:buChar char="•"/>
            </a:pPr>
            <a:r>
              <a:rPr lang="sv-SE" sz="1600"/>
              <a:t>Dealing with multiple signs</a:t>
            </a:r>
          </a:p>
        </p:txBody>
      </p:sp>
      <p:pic>
        <p:nvPicPr>
          <p:cNvPr id="15" name="Picture 14" descr="A diagram of a flowchart&#10;&#10;AI-generated content may be incorrect.">
            <a:extLst>
              <a:ext uri="{FF2B5EF4-FFF2-40B4-BE49-F238E27FC236}">
                <a16:creationId xmlns:a16="http://schemas.microsoft.com/office/drawing/2014/main" id="{3C43B2C8-D27E-E13A-1198-044FB533B1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95159" y="265041"/>
            <a:ext cx="4752685" cy="6035040"/>
          </a:xfrm>
          <a:prstGeom prst="rect">
            <a:avLst/>
          </a:prstGeom>
        </p:spPr>
      </p:pic>
    </p:spTree>
    <p:extLst>
      <p:ext uri="{BB962C8B-B14F-4D97-AF65-F5344CB8AC3E}">
        <p14:creationId xmlns:p14="http://schemas.microsoft.com/office/powerpoint/2010/main" val="3878989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1631A-2F93-21E6-A46C-179FB4FA26F4}"/>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5B74B8BF-55A5-D1B0-1C39-525E3A4BBD4B}"/>
              </a:ext>
            </a:extLst>
          </p:cNvPr>
          <p:cNvSpPr>
            <a:spLocks noGrp="1"/>
          </p:cNvSpPr>
          <p:nvPr>
            <p:ph type="subTitle" idx="1"/>
          </p:nvPr>
        </p:nvSpPr>
        <p:spPr/>
        <p:txBody>
          <a:bodyPr/>
          <a:lstStyle/>
          <a:p>
            <a:endParaRPr lang="sv-SE"/>
          </a:p>
        </p:txBody>
      </p:sp>
      <p:sp>
        <p:nvSpPr>
          <p:cNvPr id="3" name="Title 2">
            <a:extLst>
              <a:ext uri="{FF2B5EF4-FFF2-40B4-BE49-F238E27FC236}">
                <a16:creationId xmlns:a16="http://schemas.microsoft.com/office/drawing/2014/main" id="{31BEA7F3-1AAF-2A46-042A-E17FD83135F9}"/>
              </a:ext>
            </a:extLst>
          </p:cNvPr>
          <p:cNvSpPr>
            <a:spLocks noGrp="1"/>
          </p:cNvSpPr>
          <p:nvPr>
            <p:ph type="title"/>
          </p:nvPr>
        </p:nvSpPr>
        <p:spPr>
          <a:xfrm>
            <a:off x="1058327" y="4545042"/>
            <a:ext cx="8188657" cy="1135374"/>
          </a:xfrm>
        </p:spPr>
        <p:txBody>
          <a:bodyPr/>
          <a:lstStyle/>
          <a:p>
            <a:pPr algn="l"/>
            <a:r>
              <a:rPr lang="sv-SE" sz="9600"/>
              <a:t>Truck App Model</a:t>
            </a:r>
          </a:p>
        </p:txBody>
      </p:sp>
      <p:sp>
        <p:nvSpPr>
          <p:cNvPr id="4" name="Text Placeholder 3">
            <a:extLst>
              <a:ext uri="{FF2B5EF4-FFF2-40B4-BE49-F238E27FC236}">
                <a16:creationId xmlns:a16="http://schemas.microsoft.com/office/drawing/2014/main" id="{96313B1B-E300-A571-0343-F16899F184FC}"/>
              </a:ext>
            </a:extLst>
          </p:cNvPr>
          <p:cNvSpPr>
            <a:spLocks noGrp="1"/>
          </p:cNvSpPr>
          <p:nvPr>
            <p:ph type="body" sz="quarter" idx="21"/>
          </p:nvPr>
        </p:nvSpPr>
        <p:spPr/>
        <p:txBody>
          <a:bodyPr/>
          <a:lstStyle/>
          <a:p>
            <a:endParaRPr lang="sv-SE"/>
          </a:p>
        </p:txBody>
      </p:sp>
      <p:sp>
        <p:nvSpPr>
          <p:cNvPr id="5" name="Date Placeholder 2">
            <a:extLst>
              <a:ext uri="{FF2B5EF4-FFF2-40B4-BE49-F238E27FC236}">
                <a16:creationId xmlns:a16="http://schemas.microsoft.com/office/drawing/2014/main" id="{4A87E714-BCC9-3A12-4293-52756B86C66B}"/>
              </a:ext>
            </a:extLst>
          </p:cNvPr>
          <p:cNvSpPr txBox="1">
            <a:spLocks/>
          </p:cNvSpPr>
          <p:nvPr/>
        </p:nvSpPr>
        <p:spPr bwMode="auto">
          <a:xfrm>
            <a:off x="10598734" y="6379336"/>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r"/>
            <a:r>
              <a:rPr lang="en-US"/>
              <a:t>2025</a:t>
            </a:r>
          </a:p>
        </p:txBody>
      </p:sp>
      <p:sp>
        <p:nvSpPr>
          <p:cNvPr id="6" name="Footer Placeholder 3">
            <a:extLst>
              <a:ext uri="{FF2B5EF4-FFF2-40B4-BE49-F238E27FC236}">
                <a16:creationId xmlns:a16="http://schemas.microsoft.com/office/drawing/2014/main" id="{3A237DBF-F4AD-DDCD-DD73-26F563001678}"/>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l"/>
            <a:r>
              <a:rPr lang="en-US"/>
              <a:t> Summer worker | Internal</a:t>
            </a:r>
          </a:p>
        </p:txBody>
      </p:sp>
    </p:spTree>
    <p:extLst>
      <p:ext uri="{BB962C8B-B14F-4D97-AF65-F5344CB8AC3E}">
        <p14:creationId xmlns:p14="http://schemas.microsoft.com/office/powerpoint/2010/main" val="29082689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74991-1430-8D89-781C-859CDC8C6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134B-FE7A-4C38-FBA6-B4F17106DA9E}"/>
              </a:ext>
            </a:extLst>
          </p:cNvPr>
          <p:cNvSpPr>
            <a:spLocks noGrp="1"/>
          </p:cNvSpPr>
          <p:nvPr>
            <p:ph type="title"/>
          </p:nvPr>
        </p:nvSpPr>
        <p:spPr/>
        <p:txBody>
          <a:bodyPr/>
          <a:lstStyle/>
          <a:p>
            <a:r>
              <a:rPr lang="sv-SE"/>
              <a:t>Truck App Model</a:t>
            </a:r>
            <a:endParaRPr lang="en-US"/>
          </a:p>
        </p:txBody>
      </p:sp>
      <p:sp>
        <p:nvSpPr>
          <p:cNvPr id="3" name="Content Placeholder 2">
            <a:extLst>
              <a:ext uri="{FF2B5EF4-FFF2-40B4-BE49-F238E27FC236}">
                <a16:creationId xmlns:a16="http://schemas.microsoft.com/office/drawing/2014/main" id="{C9581C3E-965E-2625-A0FA-29BE9C7A3C1D}"/>
              </a:ext>
            </a:extLst>
          </p:cNvPr>
          <p:cNvSpPr>
            <a:spLocks noGrp="1"/>
          </p:cNvSpPr>
          <p:nvPr>
            <p:ph idx="1"/>
          </p:nvPr>
        </p:nvSpPr>
        <p:spPr>
          <a:xfrm>
            <a:off x="838200" y="1788047"/>
            <a:ext cx="10515600" cy="4351338"/>
          </a:xfrm>
        </p:spPr>
        <p:txBody>
          <a:bodyPr>
            <a:normAutofit/>
          </a:bodyPr>
          <a:lstStyle/>
          <a:p>
            <a:r>
              <a:rPr lang="sv-SE" sz="1800" err="1"/>
              <a:t>Binary</a:t>
            </a:r>
            <a:r>
              <a:rPr lang="sv-SE" sz="1800"/>
              <a:t> </a:t>
            </a:r>
            <a:r>
              <a:rPr lang="sv-SE" sz="1800" err="1"/>
              <a:t>classification</a:t>
            </a:r>
            <a:r>
              <a:rPr lang="sv-SE" sz="1800"/>
              <a:t> </a:t>
            </a:r>
            <a:r>
              <a:rPr lang="sv-SE" sz="1800" err="1"/>
              <a:t>model</a:t>
            </a:r>
            <a:r>
              <a:rPr lang="sv-SE" sz="1800"/>
              <a:t> </a:t>
            </a:r>
            <a:endParaRPr lang="sv-SE" sz="1800" b="1"/>
          </a:p>
          <a:p>
            <a:r>
              <a:rPr lang="sv-SE" sz="1800"/>
              <a:t>YOLOv11 Nano (”</a:t>
            </a:r>
            <a:r>
              <a:rPr lang="sv-SE" sz="1800" err="1"/>
              <a:t>You</a:t>
            </a:r>
            <a:r>
              <a:rPr lang="sv-SE" sz="1800"/>
              <a:t> </a:t>
            </a:r>
            <a:r>
              <a:rPr lang="sv-SE" sz="1800" err="1"/>
              <a:t>Only</a:t>
            </a:r>
            <a:r>
              <a:rPr lang="sv-SE" sz="1800"/>
              <a:t> Look </a:t>
            </a:r>
            <a:r>
              <a:rPr lang="sv-SE" sz="1800" err="1"/>
              <a:t>Once</a:t>
            </a:r>
            <a:r>
              <a:rPr lang="sv-SE" sz="1800"/>
              <a:t>”)</a:t>
            </a:r>
          </a:p>
          <a:p>
            <a:r>
              <a:rPr lang="sv-SE" sz="1800"/>
              <a:t>Transfer </a:t>
            </a:r>
            <a:r>
              <a:rPr lang="sv-SE" sz="1800" err="1"/>
              <a:t>learning</a:t>
            </a:r>
            <a:endParaRPr lang="sv-SE" sz="1800"/>
          </a:p>
          <a:p>
            <a:r>
              <a:rPr lang="sv-SE" sz="1800" err="1"/>
              <a:t>Model</a:t>
            </a:r>
            <a:r>
              <a:rPr lang="sv-SE" sz="1800"/>
              <a:t> </a:t>
            </a:r>
            <a:r>
              <a:rPr lang="sv-SE" sz="1800" err="1"/>
              <a:t>quantisation</a:t>
            </a:r>
            <a:r>
              <a:rPr lang="sv-SE" sz="1800"/>
              <a:t> </a:t>
            </a:r>
          </a:p>
          <a:p>
            <a:r>
              <a:rPr lang="sv-SE" sz="1800" err="1"/>
              <a:t>Accuracy</a:t>
            </a:r>
            <a:r>
              <a:rPr lang="sv-SE" sz="1800"/>
              <a:t>: 82% </a:t>
            </a:r>
          </a:p>
          <a:p>
            <a:r>
              <a:rPr lang="sv-SE" sz="1800"/>
              <a:t>Output - </a:t>
            </a:r>
            <a:r>
              <a:rPr lang="sv-SE" sz="1800" err="1"/>
              <a:t>bounding</a:t>
            </a:r>
            <a:r>
              <a:rPr lang="sv-SE" sz="1800"/>
              <a:t> </a:t>
            </a:r>
            <a:r>
              <a:rPr lang="sv-SE" sz="1800" err="1"/>
              <a:t>boxes</a:t>
            </a:r>
            <a:r>
              <a:rPr lang="sv-SE" sz="1800"/>
              <a:t> </a:t>
            </a:r>
            <a:r>
              <a:rPr lang="sv-SE" sz="1800" err="1"/>
              <a:t>coordinates</a:t>
            </a:r>
            <a:endParaRPr lang="sv-SE" sz="1800"/>
          </a:p>
          <a:p>
            <a:r>
              <a:rPr lang="sv-SE" sz="1800" err="1"/>
              <a:t>Above</a:t>
            </a:r>
            <a:r>
              <a:rPr lang="sv-SE" sz="1800"/>
              <a:t> 50% </a:t>
            </a:r>
            <a:r>
              <a:rPr lang="sv-SE" sz="1800" err="1"/>
              <a:t>confidence</a:t>
            </a:r>
            <a:endParaRPr lang="sv-SE" sz="1800"/>
          </a:p>
          <a:p>
            <a:endParaRPr lang="sv-SE" sz="1800"/>
          </a:p>
          <a:p>
            <a:pPr marL="0" indent="0">
              <a:buNone/>
            </a:pPr>
            <a:endParaRPr lang="en-US" sz="1800"/>
          </a:p>
        </p:txBody>
      </p:sp>
      <p:sp>
        <p:nvSpPr>
          <p:cNvPr id="4" name="Date Placeholder 2">
            <a:extLst>
              <a:ext uri="{FF2B5EF4-FFF2-40B4-BE49-F238E27FC236}">
                <a16:creationId xmlns:a16="http://schemas.microsoft.com/office/drawing/2014/main" id="{13DF6F56-92EC-B0F1-F9F9-7C3084D83A67}"/>
              </a:ext>
            </a:extLst>
          </p:cNvPr>
          <p:cNvSpPr>
            <a:spLocks noGrp="1"/>
          </p:cNvSpPr>
          <p:nvPr>
            <p:ph type="dt" sz="half" idx="10"/>
          </p:nvPr>
        </p:nvSpPr>
        <p:spPr>
          <a:xfrm>
            <a:off x="10490579" y="6380367"/>
            <a:ext cx="934659" cy="154800"/>
          </a:xfrm>
        </p:spPr>
        <p:txBody>
          <a:bodyPr/>
          <a:lstStyle/>
          <a:p>
            <a:r>
              <a:rPr lang="en-US"/>
              <a:t>2025</a:t>
            </a:r>
          </a:p>
        </p:txBody>
      </p:sp>
      <p:sp>
        <p:nvSpPr>
          <p:cNvPr id="5" name="Footer Placeholder 3">
            <a:extLst>
              <a:ext uri="{FF2B5EF4-FFF2-40B4-BE49-F238E27FC236}">
                <a16:creationId xmlns:a16="http://schemas.microsoft.com/office/drawing/2014/main" id="{F045938A-C91D-3415-3D66-3EFB2BAD4E34}"/>
              </a:ext>
            </a:extLst>
          </p:cNvPr>
          <p:cNvSpPr>
            <a:spLocks noGrp="1"/>
          </p:cNvSpPr>
          <p:nvPr>
            <p:ph type="ftr" sz="quarter" idx="11"/>
          </p:nvPr>
        </p:nvSpPr>
        <p:spPr>
          <a:xfrm>
            <a:off x="300038" y="6379336"/>
            <a:ext cx="8528351" cy="155831"/>
          </a:xfrm>
        </p:spPr>
        <p:txBody>
          <a:bodyPr/>
          <a:lstStyle/>
          <a:p>
            <a:r>
              <a:rPr lang="en-US"/>
              <a:t> Summer worker | Internal</a:t>
            </a:r>
          </a:p>
        </p:txBody>
      </p:sp>
      <p:pic>
        <p:nvPicPr>
          <p:cNvPr id="6" name="Picture 5">
            <a:extLst>
              <a:ext uri="{FF2B5EF4-FFF2-40B4-BE49-F238E27FC236}">
                <a16:creationId xmlns:a16="http://schemas.microsoft.com/office/drawing/2014/main" id="{03EF4A97-6B46-71AE-4A3A-64241C46AC21}"/>
              </a:ext>
            </a:extLst>
          </p:cNvPr>
          <p:cNvPicPr>
            <a:picLocks noChangeAspect="1"/>
          </p:cNvPicPr>
          <p:nvPr/>
        </p:nvPicPr>
        <p:blipFill>
          <a:blip r:embed="rId3"/>
          <a:stretch>
            <a:fillRect/>
          </a:stretch>
        </p:blipFill>
        <p:spPr>
          <a:xfrm>
            <a:off x="300038" y="6220826"/>
            <a:ext cx="1542422" cy="158510"/>
          </a:xfrm>
          <a:prstGeom prst="rect">
            <a:avLst/>
          </a:prstGeom>
        </p:spPr>
      </p:pic>
    </p:spTree>
    <p:extLst>
      <p:ext uri="{BB962C8B-B14F-4D97-AF65-F5344CB8AC3E}">
        <p14:creationId xmlns:p14="http://schemas.microsoft.com/office/powerpoint/2010/main" val="24127639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DCE1F-7255-F120-EE1C-3C01FD319655}"/>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25381C91-6377-9142-569A-6512D1C68096}"/>
              </a:ext>
            </a:extLst>
          </p:cNvPr>
          <p:cNvSpPr>
            <a:spLocks noGrp="1"/>
          </p:cNvSpPr>
          <p:nvPr>
            <p:ph type="subTitle" idx="1"/>
          </p:nvPr>
        </p:nvSpPr>
        <p:spPr/>
        <p:txBody>
          <a:bodyPr/>
          <a:lstStyle/>
          <a:p>
            <a:endParaRPr lang="sv-SE"/>
          </a:p>
        </p:txBody>
      </p:sp>
      <p:sp>
        <p:nvSpPr>
          <p:cNvPr id="3" name="Title 2">
            <a:extLst>
              <a:ext uri="{FF2B5EF4-FFF2-40B4-BE49-F238E27FC236}">
                <a16:creationId xmlns:a16="http://schemas.microsoft.com/office/drawing/2014/main" id="{F0C9535E-B06E-E794-A6CC-4FA5B2E75378}"/>
              </a:ext>
            </a:extLst>
          </p:cNvPr>
          <p:cNvSpPr>
            <a:spLocks noGrp="1"/>
          </p:cNvSpPr>
          <p:nvPr>
            <p:ph type="title"/>
          </p:nvPr>
        </p:nvSpPr>
        <p:spPr>
          <a:xfrm>
            <a:off x="1058327" y="4545042"/>
            <a:ext cx="8188657" cy="1135374"/>
          </a:xfrm>
        </p:spPr>
        <p:txBody>
          <a:bodyPr/>
          <a:lstStyle/>
          <a:p>
            <a:pPr algn="l"/>
            <a:r>
              <a:rPr lang="sv-SE" sz="9600"/>
              <a:t>Tower </a:t>
            </a:r>
            <a:r>
              <a:rPr lang="sv-SE" sz="9600" err="1"/>
              <a:t>App</a:t>
            </a:r>
            <a:endParaRPr lang="sv-SE" sz="9600"/>
          </a:p>
        </p:txBody>
      </p:sp>
      <p:sp>
        <p:nvSpPr>
          <p:cNvPr id="4" name="Text Placeholder 3">
            <a:extLst>
              <a:ext uri="{FF2B5EF4-FFF2-40B4-BE49-F238E27FC236}">
                <a16:creationId xmlns:a16="http://schemas.microsoft.com/office/drawing/2014/main" id="{7161E277-B9AC-18AB-8064-FEC64304553D}"/>
              </a:ext>
            </a:extLst>
          </p:cNvPr>
          <p:cNvSpPr>
            <a:spLocks noGrp="1"/>
          </p:cNvSpPr>
          <p:nvPr>
            <p:ph type="body" sz="quarter" idx="21"/>
          </p:nvPr>
        </p:nvSpPr>
        <p:spPr/>
        <p:txBody>
          <a:bodyPr/>
          <a:lstStyle/>
          <a:p>
            <a:endParaRPr lang="sv-SE"/>
          </a:p>
        </p:txBody>
      </p:sp>
      <p:sp>
        <p:nvSpPr>
          <p:cNvPr id="5" name="Date Placeholder 2">
            <a:extLst>
              <a:ext uri="{FF2B5EF4-FFF2-40B4-BE49-F238E27FC236}">
                <a16:creationId xmlns:a16="http://schemas.microsoft.com/office/drawing/2014/main" id="{8519D875-D16B-7143-602D-38B1917326C3}"/>
              </a:ext>
            </a:extLst>
          </p:cNvPr>
          <p:cNvSpPr txBox="1">
            <a:spLocks/>
          </p:cNvSpPr>
          <p:nvPr/>
        </p:nvSpPr>
        <p:spPr bwMode="auto">
          <a:xfrm>
            <a:off x="10598734" y="6379336"/>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r"/>
            <a:r>
              <a:rPr lang="en-US"/>
              <a:t>2025</a:t>
            </a:r>
          </a:p>
        </p:txBody>
      </p:sp>
      <p:sp>
        <p:nvSpPr>
          <p:cNvPr id="6" name="Footer Placeholder 3">
            <a:extLst>
              <a:ext uri="{FF2B5EF4-FFF2-40B4-BE49-F238E27FC236}">
                <a16:creationId xmlns:a16="http://schemas.microsoft.com/office/drawing/2014/main" id="{0A006400-8E3D-C69F-7EC4-243B374569D6}"/>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l"/>
            <a:r>
              <a:rPr lang="en-US"/>
              <a:t> Summer worker | Internal</a:t>
            </a:r>
          </a:p>
        </p:txBody>
      </p:sp>
    </p:spTree>
    <p:extLst>
      <p:ext uri="{BB962C8B-B14F-4D97-AF65-F5344CB8AC3E}">
        <p14:creationId xmlns:p14="http://schemas.microsoft.com/office/powerpoint/2010/main" val="23467474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7D920-CEA2-4EF9-E562-89EFFA8C5D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B0164F-D8B8-A866-6BB4-785116FEE579}"/>
              </a:ext>
            </a:extLst>
          </p:cNvPr>
          <p:cNvSpPr>
            <a:spLocks noGrp="1"/>
          </p:cNvSpPr>
          <p:nvPr>
            <p:ph type="title"/>
          </p:nvPr>
        </p:nvSpPr>
        <p:spPr/>
        <p:txBody>
          <a:bodyPr/>
          <a:lstStyle/>
          <a:p>
            <a:r>
              <a:rPr lang="sv-SE"/>
              <a:t>Tower </a:t>
            </a:r>
            <a:r>
              <a:rPr lang="sv-SE" err="1"/>
              <a:t>App</a:t>
            </a:r>
            <a:endParaRPr lang="en-US" err="1"/>
          </a:p>
        </p:txBody>
      </p:sp>
      <p:sp>
        <p:nvSpPr>
          <p:cNvPr id="3" name="Content Placeholder 2">
            <a:extLst>
              <a:ext uri="{FF2B5EF4-FFF2-40B4-BE49-F238E27FC236}">
                <a16:creationId xmlns:a16="http://schemas.microsoft.com/office/drawing/2014/main" id="{C8B98547-062E-2B9B-AD93-48048EBB03E1}"/>
              </a:ext>
            </a:extLst>
          </p:cNvPr>
          <p:cNvSpPr>
            <a:spLocks noGrp="1"/>
          </p:cNvSpPr>
          <p:nvPr>
            <p:ph idx="1"/>
          </p:nvPr>
        </p:nvSpPr>
        <p:spPr>
          <a:xfrm>
            <a:off x="838200" y="1788047"/>
            <a:ext cx="10515600" cy="4351338"/>
          </a:xfrm>
        </p:spPr>
        <p:txBody>
          <a:bodyPr/>
          <a:lstStyle/>
          <a:p>
            <a:pPr marL="0" indent="0">
              <a:buNone/>
            </a:pPr>
            <a:endParaRPr lang="sv-SE"/>
          </a:p>
          <a:p>
            <a:endParaRPr lang="sv-SE"/>
          </a:p>
          <a:p>
            <a:endParaRPr lang="sv-SE"/>
          </a:p>
          <a:p>
            <a:endParaRPr lang="sv-SE"/>
          </a:p>
          <a:p>
            <a:pPr marL="0" indent="0">
              <a:buNone/>
            </a:pPr>
            <a:endParaRPr lang="en-US"/>
          </a:p>
        </p:txBody>
      </p:sp>
      <p:pic>
        <p:nvPicPr>
          <p:cNvPr id="4" name="Content Placeholder 8" descr="A diagram of a android application&#10;&#10;AI-generated content may be incorrect.">
            <a:extLst>
              <a:ext uri="{FF2B5EF4-FFF2-40B4-BE49-F238E27FC236}">
                <a16:creationId xmlns:a16="http://schemas.microsoft.com/office/drawing/2014/main" id="{07D6CEF4-7962-F5B9-D438-2066BA0BF1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560556"/>
            <a:ext cx="5431536" cy="5736888"/>
          </a:xfrm>
          <a:prstGeom prst="rect">
            <a:avLst/>
          </a:prstGeom>
        </p:spPr>
      </p:pic>
      <p:sp>
        <p:nvSpPr>
          <p:cNvPr id="5" name="Content Placeholder 2">
            <a:extLst>
              <a:ext uri="{FF2B5EF4-FFF2-40B4-BE49-F238E27FC236}">
                <a16:creationId xmlns:a16="http://schemas.microsoft.com/office/drawing/2014/main" id="{FF9E2622-E8DB-764D-2041-6A5431A5B379}"/>
              </a:ext>
            </a:extLst>
          </p:cNvPr>
          <p:cNvSpPr txBox="1">
            <a:spLocks/>
          </p:cNvSpPr>
          <p:nvPr/>
        </p:nvSpPr>
        <p:spPr>
          <a:xfrm>
            <a:off x="990600" y="1940447"/>
            <a:ext cx="10515600"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sv-SE" sz="2400" err="1"/>
              <a:t>Flowchart</a:t>
            </a:r>
            <a:r>
              <a:rPr lang="sv-SE" sz="2400"/>
              <a:t> </a:t>
            </a:r>
            <a:r>
              <a:rPr lang="sv-SE" sz="2400" err="1"/>
              <a:t>of</a:t>
            </a:r>
            <a:r>
              <a:rPr lang="sv-SE" sz="2400"/>
              <a:t> the </a:t>
            </a:r>
            <a:r>
              <a:rPr lang="sv-SE" sz="2400" err="1"/>
              <a:t>tower</a:t>
            </a:r>
          </a:p>
          <a:p>
            <a:r>
              <a:rPr lang="sv-SE" sz="2400" err="1"/>
              <a:t>Larger</a:t>
            </a:r>
            <a:r>
              <a:rPr lang="sv-SE" sz="2400"/>
              <a:t> and </a:t>
            </a:r>
            <a:r>
              <a:rPr lang="sv-SE" sz="2400" err="1"/>
              <a:t>more</a:t>
            </a:r>
            <a:r>
              <a:rPr lang="sv-SE" sz="2400"/>
              <a:t> </a:t>
            </a:r>
            <a:r>
              <a:rPr lang="sv-SE" sz="2400" err="1"/>
              <a:t>advance</a:t>
            </a:r>
            <a:r>
              <a:rPr lang="sv-SE" sz="2400"/>
              <a:t> </a:t>
            </a:r>
            <a:r>
              <a:rPr lang="sv-SE" sz="2400" err="1"/>
              <a:t>model</a:t>
            </a:r>
            <a:endParaRPr lang="sv-SE" sz="2400"/>
          </a:p>
          <a:p>
            <a:r>
              <a:rPr lang="sv-SE" sz="2400" err="1"/>
              <a:t>Saving</a:t>
            </a:r>
            <a:r>
              <a:rPr lang="sv-SE" sz="2400"/>
              <a:t> the data on the tower</a:t>
            </a:r>
            <a:endParaRPr lang="en-US" sz="2400"/>
          </a:p>
          <a:p>
            <a:pPr lvl="1">
              <a:buFont typeface="Calibri" panose="020B0604020202020204" pitchFamily="34" charset="0"/>
              <a:buChar char="-"/>
            </a:pPr>
            <a:r>
              <a:rPr lang="sv-SE"/>
              <a:t>Image </a:t>
            </a:r>
            <a:r>
              <a:rPr lang="sv-SE" err="1"/>
              <a:t>frame</a:t>
            </a:r>
            <a:endParaRPr lang="en-US"/>
          </a:p>
          <a:p>
            <a:pPr lvl="1">
              <a:buFont typeface="Calibri" panose="020B0604020202020204" pitchFamily="34" charset="0"/>
              <a:buChar char="-"/>
            </a:pPr>
            <a:r>
              <a:rPr lang="sv-SE"/>
              <a:t>GPS </a:t>
            </a:r>
            <a:r>
              <a:rPr lang="sv-SE" err="1"/>
              <a:t>coordinates</a:t>
            </a:r>
            <a:endParaRPr lang="en-US"/>
          </a:p>
          <a:p>
            <a:pPr lvl="1">
              <a:buFont typeface="Calibri" panose="020B0604020202020204" pitchFamily="34" charset="0"/>
              <a:buChar char="-"/>
            </a:pPr>
            <a:r>
              <a:rPr lang="sv-SE" err="1"/>
              <a:t>Distance</a:t>
            </a:r>
            <a:r>
              <a:rPr lang="sv-SE"/>
              <a:t> to </a:t>
            </a:r>
            <a:r>
              <a:rPr lang="sv-SE" err="1"/>
              <a:t>sign</a:t>
            </a:r>
            <a:endParaRPr lang="en-US"/>
          </a:p>
          <a:p>
            <a:pPr lvl="1">
              <a:buFont typeface="Calibri" panose="020B0604020202020204" pitchFamily="34" charset="0"/>
              <a:buChar char="-"/>
            </a:pPr>
            <a:r>
              <a:rPr lang="sv-SE" err="1"/>
              <a:t>Unique</a:t>
            </a:r>
            <a:r>
              <a:rPr lang="sv-SE"/>
              <a:t> ID</a:t>
            </a:r>
          </a:p>
          <a:p>
            <a:endParaRPr lang="sv-SE"/>
          </a:p>
          <a:p>
            <a:endParaRPr lang="sv-SE"/>
          </a:p>
          <a:p>
            <a:endParaRPr lang="sv-SE"/>
          </a:p>
          <a:p>
            <a:endParaRPr lang="sv-SE"/>
          </a:p>
          <a:p>
            <a:pPr marL="0" indent="0">
              <a:buFont typeface="Arial" panose="020B0604020202020204" pitchFamily="34" charset="0"/>
              <a:buNone/>
            </a:pPr>
            <a:endParaRPr lang="en-US"/>
          </a:p>
        </p:txBody>
      </p:sp>
      <p:sp>
        <p:nvSpPr>
          <p:cNvPr id="6" name="Date Placeholder 2">
            <a:extLst>
              <a:ext uri="{FF2B5EF4-FFF2-40B4-BE49-F238E27FC236}">
                <a16:creationId xmlns:a16="http://schemas.microsoft.com/office/drawing/2014/main" id="{44A11A8D-AB0A-EFA6-41F9-DD4D3B4B4D6D}"/>
              </a:ext>
            </a:extLst>
          </p:cNvPr>
          <p:cNvSpPr>
            <a:spLocks noGrp="1"/>
          </p:cNvSpPr>
          <p:nvPr>
            <p:ph type="dt" sz="half" idx="10"/>
          </p:nvPr>
        </p:nvSpPr>
        <p:spPr>
          <a:xfrm>
            <a:off x="10490579" y="6380367"/>
            <a:ext cx="934659" cy="154800"/>
          </a:xfrm>
        </p:spPr>
        <p:txBody>
          <a:bodyPr/>
          <a:lstStyle/>
          <a:p>
            <a:r>
              <a:rPr lang="en-US"/>
              <a:t>2025</a:t>
            </a:r>
          </a:p>
        </p:txBody>
      </p:sp>
      <p:sp>
        <p:nvSpPr>
          <p:cNvPr id="7" name="Footer Placeholder 3">
            <a:extLst>
              <a:ext uri="{FF2B5EF4-FFF2-40B4-BE49-F238E27FC236}">
                <a16:creationId xmlns:a16="http://schemas.microsoft.com/office/drawing/2014/main" id="{B75E71D4-A49F-A9C3-9E06-AFC10008B7C0}"/>
              </a:ext>
            </a:extLst>
          </p:cNvPr>
          <p:cNvSpPr>
            <a:spLocks noGrp="1"/>
          </p:cNvSpPr>
          <p:nvPr>
            <p:ph type="ftr" sz="quarter" idx="11"/>
          </p:nvPr>
        </p:nvSpPr>
        <p:spPr>
          <a:xfrm>
            <a:off x="300038" y="6379336"/>
            <a:ext cx="8528351" cy="155831"/>
          </a:xfrm>
        </p:spPr>
        <p:txBody>
          <a:bodyPr/>
          <a:lstStyle/>
          <a:p>
            <a:r>
              <a:rPr lang="en-US"/>
              <a:t> Summer worker | Internal</a:t>
            </a:r>
          </a:p>
        </p:txBody>
      </p:sp>
      <p:pic>
        <p:nvPicPr>
          <p:cNvPr id="8" name="Picture 7">
            <a:extLst>
              <a:ext uri="{FF2B5EF4-FFF2-40B4-BE49-F238E27FC236}">
                <a16:creationId xmlns:a16="http://schemas.microsoft.com/office/drawing/2014/main" id="{F85D0E78-68C4-0EE8-D8D5-88AF476B46F7}"/>
              </a:ext>
            </a:extLst>
          </p:cNvPr>
          <p:cNvPicPr>
            <a:picLocks noChangeAspect="1"/>
          </p:cNvPicPr>
          <p:nvPr/>
        </p:nvPicPr>
        <p:blipFill>
          <a:blip r:embed="rId4"/>
          <a:stretch>
            <a:fillRect/>
          </a:stretch>
        </p:blipFill>
        <p:spPr>
          <a:xfrm>
            <a:off x="300038" y="6220826"/>
            <a:ext cx="1542422" cy="158510"/>
          </a:xfrm>
          <a:prstGeom prst="rect">
            <a:avLst/>
          </a:prstGeom>
        </p:spPr>
      </p:pic>
    </p:spTree>
    <p:extLst>
      <p:ext uri="{BB962C8B-B14F-4D97-AF65-F5344CB8AC3E}">
        <p14:creationId xmlns:p14="http://schemas.microsoft.com/office/powerpoint/2010/main" val="1683818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15614-C2BD-A189-DD11-19ABFE9760EC}"/>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4C8F7613-6325-4338-B319-937F8C7D076E}"/>
              </a:ext>
            </a:extLst>
          </p:cNvPr>
          <p:cNvSpPr>
            <a:spLocks noGrp="1"/>
          </p:cNvSpPr>
          <p:nvPr>
            <p:ph type="subTitle" idx="1"/>
          </p:nvPr>
        </p:nvSpPr>
        <p:spPr/>
        <p:txBody>
          <a:bodyPr/>
          <a:lstStyle/>
          <a:p>
            <a:endParaRPr lang="sv-SE"/>
          </a:p>
        </p:txBody>
      </p:sp>
      <p:sp>
        <p:nvSpPr>
          <p:cNvPr id="3" name="Title 2">
            <a:extLst>
              <a:ext uri="{FF2B5EF4-FFF2-40B4-BE49-F238E27FC236}">
                <a16:creationId xmlns:a16="http://schemas.microsoft.com/office/drawing/2014/main" id="{4DD099EA-AE21-912D-295B-2F97BF3E7358}"/>
              </a:ext>
            </a:extLst>
          </p:cNvPr>
          <p:cNvSpPr>
            <a:spLocks noGrp="1"/>
          </p:cNvSpPr>
          <p:nvPr>
            <p:ph type="title"/>
          </p:nvPr>
        </p:nvSpPr>
        <p:spPr>
          <a:xfrm>
            <a:off x="1058327" y="4545042"/>
            <a:ext cx="8188657" cy="1135374"/>
          </a:xfrm>
        </p:spPr>
        <p:txBody>
          <a:bodyPr/>
          <a:lstStyle/>
          <a:p>
            <a:pPr algn="l"/>
            <a:r>
              <a:rPr lang="sv-SE" sz="9600"/>
              <a:t>Tower </a:t>
            </a:r>
            <a:r>
              <a:rPr lang="sv-SE" sz="9600" err="1"/>
              <a:t>App</a:t>
            </a:r>
            <a:r>
              <a:rPr lang="sv-SE" sz="9600"/>
              <a:t> </a:t>
            </a:r>
            <a:r>
              <a:rPr lang="sv-SE" sz="9600" err="1"/>
              <a:t>Model</a:t>
            </a:r>
            <a:endParaRPr lang="sv-SE" sz="9600"/>
          </a:p>
        </p:txBody>
      </p:sp>
      <p:sp>
        <p:nvSpPr>
          <p:cNvPr id="4" name="Text Placeholder 3">
            <a:extLst>
              <a:ext uri="{FF2B5EF4-FFF2-40B4-BE49-F238E27FC236}">
                <a16:creationId xmlns:a16="http://schemas.microsoft.com/office/drawing/2014/main" id="{0BE2FB3E-EFDD-E55B-7716-FA81AA91242E}"/>
              </a:ext>
            </a:extLst>
          </p:cNvPr>
          <p:cNvSpPr>
            <a:spLocks noGrp="1"/>
          </p:cNvSpPr>
          <p:nvPr>
            <p:ph type="body" sz="quarter" idx="21"/>
          </p:nvPr>
        </p:nvSpPr>
        <p:spPr/>
        <p:txBody>
          <a:bodyPr/>
          <a:lstStyle/>
          <a:p>
            <a:endParaRPr lang="sv-SE"/>
          </a:p>
        </p:txBody>
      </p:sp>
      <p:sp>
        <p:nvSpPr>
          <p:cNvPr id="5" name="Date Placeholder 2">
            <a:extLst>
              <a:ext uri="{FF2B5EF4-FFF2-40B4-BE49-F238E27FC236}">
                <a16:creationId xmlns:a16="http://schemas.microsoft.com/office/drawing/2014/main" id="{1805CF8A-28C0-782C-E9C4-AB6DDD881E61}"/>
              </a:ext>
            </a:extLst>
          </p:cNvPr>
          <p:cNvSpPr txBox="1">
            <a:spLocks/>
          </p:cNvSpPr>
          <p:nvPr/>
        </p:nvSpPr>
        <p:spPr bwMode="auto">
          <a:xfrm>
            <a:off x="10598734" y="6379336"/>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r"/>
            <a:r>
              <a:rPr lang="en-US"/>
              <a:t>2025</a:t>
            </a:r>
          </a:p>
        </p:txBody>
      </p:sp>
      <p:sp>
        <p:nvSpPr>
          <p:cNvPr id="6" name="Footer Placeholder 3">
            <a:extLst>
              <a:ext uri="{FF2B5EF4-FFF2-40B4-BE49-F238E27FC236}">
                <a16:creationId xmlns:a16="http://schemas.microsoft.com/office/drawing/2014/main" id="{CC1B5CF7-9A66-B7DA-6CC2-46B4F8CF48C4}"/>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l"/>
            <a:r>
              <a:rPr lang="en-US"/>
              <a:t> Summer worker | Internal</a:t>
            </a:r>
          </a:p>
        </p:txBody>
      </p:sp>
    </p:spTree>
    <p:extLst>
      <p:ext uri="{BB962C8B-B14F-4D97-AF65-F5344CB8AC3E}">
        <p14:creationId xmlns:p14="http://schemas.microsoft.com/office/powerpoint/2010/main" val="22372409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3A2E7-4BAB-8A7F-13EA-013894FECBE1}"/>
              </a:ext>
            </a:extLst>
          </p:cNvPr>
          <p:cNvSpPr>
            <a:spLocks noGrp="1"/>
          </p:cNvSpPr>
          <p:nvPr>
            <p:ph type="title"/>
          </p:nvPr>
        </p:nvSpPr>
        <p:spPr/>
        <p:txBody>
          <a:bodyPr/>
          <a:lstStyle/>
          <a:p>
            <a:r>
              <a:rPr lang="sv-SE"/>
              <a:t>Tower </a:t>
            </a:r>
            <a:r>
              <a:rPr lang="sv-SE" err="1"/>
              <a:t>App</a:t>
            </a:r>
            <a:r>
              <a:rPr lang="sv-SE"/>
              <a:t> </a:t>
            </a:r>
            <a:r>
              <a:rPr lang="sv-SE" err="1"/>
              <a:t>Model</a:t>
            </a:r>
            <a:endParaRPr lang="en-US" err="1"/>
          </a:p>
        </p:txBody>
      </p:sp>
      <p:sp>
        <p:nvSpPr>
          <p:cNvPr id="3" name="Content Placeholder 2">
            <a:extLst>
              <a:ext uri="{FF2B5EF4-FFF2-40B4-BE49-F238E27FC236}">
                <a16:creationId xmlns:a16="http://schemas.microsoft.com/office/drawing/2014/main" id="{2EFD4444-F21F-62A2-2486-0FE942237510}"/>
              </a:ext>
            </a:extLst>
          </p:cNvPr>
          <p:cNvSpPr>
            <a:spLocks noGrp="1"/>
          </p:cNvSpPr>
          <p:nvPr>
            <p:ph idx="1"/>
          </p:nvPr>
        </p:nvSpPr>
        <p:spPr/>
        <p:txBody>
          <a:bodyPr vert="horz" lIns="91440" tIns="45720" rIns="91440" bIns="45720" rtlCol="0" anchor="t">
            <a:normAutofit/>
          </a:bodyPr>
          <a:lstStyle/>
          <a:p>
            <a:r>
              <a:rPr lang="sv-SE" sz="2400"/>
              <a:t>YOLOv11 Medium</a:t>
            </a:r>
          </a:p>
          <a:p>
            <a:r>
              <a:rPr lang="sv-SE" sz="2400"/>
              <a:t>Multi </a:t>
            </a:r>
            <a:r>
              <a:rPr lang="sv-SE" sz="2400" err="1"/>
              <a:t>class</a:t>
            </a:r>
            <a:r>
              <a:rPr lang="sv-SE" sz="2400"/>
              <a:t> </a:t>
            </a:r>
            <a:r>
              <a:rPr lang="sv-SE" sz="2400" err="1"/>
              <a:t>classification</a:t>
            </a:r>
            <a:r>
              <a:rPr lang="sv-SE" sz="2400"/>
              <a:t> </a:t>
            </a:r>
            <a:r>
              <a:rPr lang="sv-SE" sz="2400" err="1"/>
              <a:t>model</a:t>
            </a:r>
            <a:endParaRPr lang="sv-SE" sz="2400"/>
          </a:p>
          <a:p>
            <a:pPr>
              <a:lnSpc>
                <a:spcPct val="113999"/>
              </a:lnSpc>
            </a:pPr>
            <a:r>
              <a:rPr lang="sv-SE" sz="2400"/>
              <a:t>Transfer </a:t>
            </a:r>
            <a:r>
              <a:rPr lang="sv-SE" sz="2400" err="1"/>
              <a:t>learning</a:t>
            </a:r>
            <a:endParaRPr lang="sv-SE" sz="2400"/>
          </a:p>
          <a:p>
            <a:r>
              <a:rPr lang="sv-SE" sz="2400" err="1">
                <a:ea typeface="+mn-lt"/>
                <a:cs typeface="+mn-lt"/>
              </a:rPr>
              <a:t>Accuracy</a:t>
            </a:r>
            <a:r>
              <a:rPr lang="sv-SE" sz="2400">
                <a:ea typeface="+mn-lt"/>
                <a:cs typeface="+mn-lt"/>
              </a:rPr>
              <a:t>: 84%</a:t>
            </a:r>
            <a:endParaRPr lang="sv-SE" sz="2400" err="1"/>
          </a:p>
          <a:p>
            <a:endParaRPr lang="sv-SE"/>
          </a:p>
          <a:p>
            <a:endParaRPr lang="en-US"/>
          </a:p>
        </p:txBody>
      </p:sp>
      <p:pic>
        <p:nvPicPr>
          <p:cNvPr id="4" name="Picture 3" descr="A road with trees and signs&#10;&#10;AI-generated content may be incorrect.">
            <a:extLst>
              <a:ext uri="{FF2B5EF4-FFF2-40B4-BE49-F238E27FC236}">
                <a16:creationId xmlns:a16="http://schemas.microsoft.com/office/drawing/2014/main" id="{22851756-F0B3-60CC-FC4D-07BC94F548B9}"/>
              </a:ext>
            </a:extLst>
          </p:cNvPr>
          <p:cNvPicPr>
            <a:picLocks noChangeAspect="1"/>
          </p:cNvPicPr>
          <p:nvPr/>
        </p:nvPicPr>
        <p:blipFill>
          <a:blip r:embed="rId3"/>
          <a:stretch>
            <a:fillRect/>
          </a:stretch>
        </p:blipFill>
        <p:spPr>
          <a:xfrm>
            <a:off x="5878286" y="1825625"/>
            <a:ext cx="6004739" cy="3686679"/>
          </a:xfrm>
          <a:prstGeom prst="rect">
            <a:avLst/>
          </a:prstGeom>
        </p:spPr>
      </p:pic>
      <p:sp>
        <p:nvSpPr>
          <p:cNvPr id="5" name="Date Placeholder 2">
            <a:extLst>
              <a:ext uri="{FF2B5EF4-FFF2-40B4-BE49-F238E27FC236}">
                <a16:creationId xmlns:a16="http://schemas.microsoft.com/office/drawing/2014/main" id="{C0D408C6-98DC-8F41-88D9-EE7EA5CE32D7}"/>
              </a:ext>
            </a:extLst>
          </p:cNvPr>
          <p:cNvSpPr>
            <a:spLocks noGrp="1"/>
          </p:cNvSpPr>
          <p:nvPr>
            <p:ph type="dt" sz="half" idx="10"/>
          </p:nvPr>
        </p:nvSpPr>
        <p:spPr>
          <a:xfrm>
            <a:off x="10490579" y="6380367"/>
            <a:ext cx="934659" cy="154800"/>
          </a:xfrm>
        </p:spPr>
        <p:txBody>
          <a:bodyPr/>
          <a:lstStyle/>
          <a:p>
            <a:r>
              <a:rPr lang="en-US"/>
              <a:t>2025</a:t>
            </a:r>
          </a:p>
        </p:txBody>
      </p:sp>
      <p:sp>
        <p:nvSpPr>
          <p:cNvPr id="6" name="Footer Placeholder 3">
            <a:extLst>
              <a:ext uri="{FF2B5EF4-FFF2-40B4-BE49-F238E27FC236}">
                <a16:creationId xmlns:a16="http://schemas.microsoft.com/office/drawing/2014/main" id="{3932ED95-4437-B9BC-A3F3-93A6666F97E2}"/>
              </a:ext>
            </a:extLst>
          </p:cNvPr>
          <p:cNvSpPr>
            <a:spLocks noGrp="1"/>
          </p:cNvSpPr>
          <p:nvPr>
            <p:ph type="ftr" sz="quarter" idx="11"/>
          </p:nvPr>
        </p:nvSpPr>
        <p:spPr>
          <a:xfrm>
            <a:off x="300038" y="6379336"/>
            <a:ext cx="8528351" cy="155831"/>
          </a:xfrm>
        </p:spPr>
        <p:txBody>
          <a:bodyPr/>
          <a:lstStyle/>
          <a:p>
            <a:r>
              <a:rPr lang="en-US"/>
              <a:t> Summer worker | Internal</a:t>
            </a:r>
          </a:p>
        </p:txBody>
      </p:sp>
      <p:pic>
        <p:nvPicPr>
          <p:cNvPr id="7" name="Picture 6">
            <a:extLst>
              <a:ext uri="{FF2B5EF4-FFF2-40B4-BE49-F238E27FC236}">
                <a16:creationId xmlns:a16="http://schemas.microsoft.com/office/drawing/2014/main" id="{7BAD1DDF-3CC3-44EC-6FD1-0C076516546F}"/>
              </a:ext>
            </a:extLst>
          </p:cNvPr>
          <p:cNvPicPr>
            <a:picLocks noChangeAspect="1"/>
          </p:cNvPicPr>
          <p:nvPr/>
        </p:nvPicPr>
        <p:blipFill>
          <a:blip r:embed="rId4"/>
          <a:stretch>
            <a:fillRect/>
          </a:stretch>
        </p:blipFill>
        <p:spPr>
          <a:xfrm>
            <a:off x="300038" y="6220826"/>
            <a:ext cx="1542422" cy="158510"/>
          </a:xfrm>
          <a:prstGeom prst="rect">
            <a:avLst/>
          </a:prstGeom>
        </p:spPr>
      </p:pic>
    </p:spTree>
    <p:extLst>
      <p:ext uri="{BB962C8B-B14F-4D97-AF65-F5344CB8AC3E}">
        <p14:creationId xmlns:p14="http://schemas.microsoft.com/office/powerpoint/2010/main" val="1792268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F2BCC-29BF-8C66-8964-12814433146D}"/>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1C9CAF4C-7DC7-9DB1-0BA6-ACD5D75C8D03}"/>
              </a:ext>
            </a:extLst>
          </p:cNvPr>
          <p:cNvSpPr>
            <a:spLocks noGrp="1"/>
          </p:cNvSpPr>
          <p:nvPr>
            <p:ph type="subTitle" idx="1"/>
          </p:nvPr>
        </p:nvSpPr>
        <p:spPr/>
        <p:txBody>
          <a:bodyPr/>
          <a:lstStyle/>
          <a:p>
            <a:endParaRPr lang="sv-SE"/>
          </a:p>
        </p:txBody>
      </p:sp>
      <p:sp>
        <p:nvSpPr>
          <p:cNvPr id="3" name="Title 2">
            <a:extLst>
              <a:ext uri="{FF2B5EF4-FFF2-40B4-BE49-F238E27FC236}">
                <a16:creationId xmlns:a16="http://schemas.microsoft.com/office/drawing/2014/main" id="{BDF6A9F7-D378-7D7F-37A6-5CCFD0D49071}"/>
              </a:ext>
            </a:extLst>
          </p:cNvPr>
          <p:cNvSpPr>
            <a:spLocks noGrp="1"/>
          </p:cNvSpPr>
          <p:nvPr>
            <p:ph type="title"/>
          </p:nvPr>
        </p:nvSpPr>
        <p:spPr>
          <a:xfrm>
            <a:off x="1058327" y="4545042"/>
            <a:ext cx="8188657" cy="1135374"/>
          </a:xfrm>
        </p:spPr>
        <p:txBody>
          <a:bodyPr/>
          <a:lstStyle/>
          <a:p>
            <a:pPr algn="l"/>
            <a:r>
              <a:rPr lang="sv-SE" sz="9600"/>
              <a:t>Result</a:t>
            </a:r>
          </a:p>
        </p:txBody>
      </p:sp>
      <p:sp>
        <p:nvSpPr>
          <p:cNvPr id="4" name="Text Placeholder 3">
            <a:extLst>
              <a:ext uri="{FF2B5EF4-FFF2-40B4-BE49-F238E27FC236}">
                <a16:creationId xmlns:a16="http://schemas.microsoft.com/office/drawing/2014/main" id="{FA38E174-0571-6368-EAB7-A79280A89E24}"/>
              </a:ext>
            </a:extLst>
          </p:cNvPr>
          <p:cNvSpPr>
            <a:spLocks noGrp="1"/>
          </p:cNvSpPr>
          <p:nvPr>
            <p:ph type="body" sz="quarter" idx="21"/>
          </p:nvPr>
        </p:nvSpPr>
        <p:spPr/>
        <p:txBody>
          <a:bodyPr/>
          <a:lstStyle/>
          <a:p>
            <a:endParaRPr lang="sv-SE"/>
          </a:p>
        </p:txBody>
      </p:sp>
      <p:sp>
        <p:nvSpPr>
          <p:cNvPr id="5" name="Date Placeholder 2">
            <a:extLst>
              <a:ext uri="{FF2B5EF4-FFF2-40B4-BE49-F238E27FC236}">
                <a16:creationId xmlns:a16="http://schemas.microsoft.com/office/drawing/2014/main" id="{7E8B2054-BEA2-0CEC-0958-4B615B5FE81A}"/>
              </a:ext>
            </a:extLst>
          </p:cNvPr>
          <p:cNvSpPr txBox="1">
            <a:spLocks/>
          </p:cNvSpPr>
          <p:nvPr/>
        </p:nvSpPr>
        <p:spPr bwMode="auto">
          <a:xfrm>
            <a:off x="10598734" y="6379336"/>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r"/>
            <a:r>
              <a:rPr lang="en-US"/>
              <a:t>2025</a:t>
            </a:r>
          </a:p>
        </p:txBody>
      </p:sp>
      <p:sp>
        <p:nvSpPr>
          <p:cNvPr id="6" name="Footer Placeholder 3">
            <a:extLst>
              <a:ext uri="{FF2B5EF4-FFF2-40B4-BE49-F238E27FC236}">
                <a16:creationId xmlns:a16="http://schemas.microsoft.com/office/drawing/2014/main" id="{F59049A2-93C1-4CE8-4F54-9A2E9297309B}"/>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l"/>
            <a:r>
              <a:rPr lang="en-US"/>
              <a:t> Summer worker | Internal</a:t>
            </a:r>
          </a:p>
        </p:txBody>
      </p:sp>
    </p:spTree>
    <p:extLst>
      <p:ext uri="{BB962C8B-B14F-4D97-AF65-F5344CB8AC3E}">
        <p14:creationId xmlns:p14="http://schemas.microsoft.com/office/powerpoint/2010/main" val="10473372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7EFF9-9EE9-5FDA-FCF6-D7ADF11B38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C4CFB9-9C4E-97AB-14BE-C1A24F5F6017}"/>
              </a:ext>
            </a:extLst>
          </p:cNvPr>
          <p:cNvSpPr>
            <a:spLocks noGrp="1"/>
          </p:cNvSpPr>
          <p:nvPr>
            <p:ph type="title"/>
          </p:nvPr>
        </p:nvSpPr>
        <p:spPr/>
        <p:txBody>
          <a:bodyPr/>
          <a:lstStyle/>
          <a:p>
            <a:endParaRPr lang="sv-SE"/>
          </a:p>
        </p:txBody>
      </p:sp>
      <p:sp>
        <p:nvSpPr>
          <p:cNvPr id="3" name="Content Placeholder 2">
            <a:extLst>
              <a:ext uri="{FF2B5EF4-FFF2-40B4-BE49-F238E27FC236}">
                <a16:creationId xmlns:a16="http://schemas.microsoft.com/office/drawing/2014/main" id="{26EB2545-8230-3B54-C540-DEFF72982ED4}"/>
              </a:ext>
            </a:extLst>
          </p:cNvPr>
          <p:cNvSpPr>
            <a:spLocks noGrp="1"/>
          </p:cNvSpPr>
          <p:nvPr>
            <p:ph idx="1"/>
          </p:nvPr>
        </p:nvSpPr>
        <p:spPr>
          <a:xfrm>
            <a:off x="680499" y="2678456"/>
            <a:ext cx="6548437" cy="3847171"/>
          </a:xfrm>
        </p:spPr>
        <p:txBody>
          <a:bodyPr vert="horz" lIns="91440" tIns="45720" rIns="91440" bIns="45720" rtlCol="0" anchor="t">
            <a:normAutofit/>
          </a:bodyPr>
          <a:lstStyle/>
          <a:p>
            <a:endParaRPr lang="sv-SE" sz="2400"/>
          </a:p>
          <a:p>
            <a:endParaRPr lang="sv-SE"/>
          </a:p>
          <a:p>
            <a:endParaRPr lang="en-US"/>
          </a:p>
        </p:txBody>
      </p:sp>
      <p:sp>
        <p:nvSpPr>
          <p:cNvPr id="5" name="Date Placeholder 2">
            <a:extLst>
              <a:ext uri="{FF2B5EF4-FFF2-40B4-BE49-F238E27FC236}">
                <a16:creationId xmlns:a16="http://schemas.microsoft.com/office/drawing/2014/main" id="{6AA28220-AA97-C7B2-8738-C68CB2A64AE2}"/>
              </a:ext>
            </a:extLst>
          </p:cNvPr>
          <p:cNvSpPr>
            <a:spLocks noGrp="1"/>
          </p:cNvSpPr>
          <p:nvPr>
            <p:ph type="dt" sz="half" idx="10"/>
          </p:nvPr>
        </p:nvSpPr>
        <p:spPr>
          <a:xfrm>
            <a:off x="10490579" y="6380367"/>
            <a:ext cx="934659" cy="154800"/>
          </a:xfrm>
        </p:spPr>
        <p:txBody>
          <a:bodyPr/>
          <a:lstStyle/>
          <a:p>
            <a:r>
              <a:rPr lang="en-US"/>
              <a:t>2025</a:t>
            </a:r>
          </a:p>
        </p:txBody>
      </p:sp>
      <p:sp>
        <p:nvSpPr>
          <p:cNvPr id="6" name="Footer Placeholder 3">
            <a:extLst>
              <a:ext uri="{FF2B5EF4-FFF2-40B4-BE49-F238E27FC236}">
                <a16:creationId xmlns:a16="http://schemas.microsoft.com/office/drawing/2014/main" id="{D702A49B-E539-2A29-13EE-51EBE5E57861}"/>
              </a:ext>
            </a:extLst>
          </p:cNvPr>
          <p:cNvSpPr>
            <a:spLocks noGrp="1"/>
          </p:cNvSpPr>
          <p:nvPr>
            <p:ph type="ftr" sz="quarter" idx="11"/>
          </p:nvPr>
        </p:nvSpPr>
        <p:spPr>
          <a:xfrm>
            <a:off x="300038" y="6379336"/>
            <a:ext cx="8528351" cy="145805"/>
          </a:xfrm>
        </p:spPr>
        <p:txBody>
          <a:bodyPr/>
          <a:lstStyle/>
          <a:p>
            <a:r>
              <a:rPr lang="en-US"/>
              <a:t> Summer worker | Internal</a:t>
            </a:r>
          </a:p>
        </p:txBody>
      </p:sp>
      <p:pic>
        <p:nvPicPr>
          <p:cNvPr id="7" name="Picture 6">
            <a:extLst>
              <a:ext uri="{FF2B5EF4-FFF2-40B4-BE49-F238E27FC236}">
                <a16:creationId xmlns:a16="http://schemas.microsoft.com/office/drawing/2014/main" id="{A2A4AEBE-0CDC-551C-DBE8-4F20B9DB4A52}"/>
              </a:ext>
            </a:extLst>
          </p:cNvPr>
          <p:cNvPicPr>
            <a:picLocks noChangeAspect="1"/>
          </p:cNvPicPr>
          <p:nvPr/>
        </p:nvPicPr>
        <p:blipFill>
          <a:blip r:embed="rId3"/>
          <a:stretch>
            <a:fillRect/>
          </a:stretch>
        </p:blipFill>
        <p:spPr>
          <a:xfrm>
            <a:off x="300038" y="6220826"/>
            <a:ext cx="1542422" cy="158510"/>
          </a:xfrm>
          <a:prstGeom prst="rect">
            <a:avLst/>
          </a:prstGeom>
        </p:spPr>
      </p:pic>
      <p:pic>
        <p:nvPicPr>
          <p:cNvPr id="8" name="Picture 7" descr="A diagram of a target&#10;&#10;AI-generated content may be incorrect.">
            <a:extLst>
              <a:ext uri="{FF2B5EF4-FFF2-40B4-BE49-F238E27FC236}">
                <a16:creationId xmlns:a16="http://schemas.microsoft.com/office/drawing/2014/main" id="{97579826-F9D7-24EF-BAF6-F8CA828F2727}"/>
              </a:ext>
            </a:extLst>
          </p:cNvPr>
          <p:cNvPicPr>
            <a:picLocks noChangeAspect="1"/>
          </p:cNvPicPr>
          <p:nvPr/>
        </p:nvPicPr>
        <p:blipFill>
          <a:blip r:embed="rId4"/>
          <a:stretch>
            <a:fillRect/>
          </a:stretch>
        </p:blipFill>
        <p:spPr>
          <a:xfrm>
            <a:off x="7540720" y="2255109"/>
            <a:ext cx="4424251" cy="2925584"/>
          </a:xfrm>
          <a:prstGeom prst="rect">
            <a:avLst/>
          </a:prstGeom>
        </p:spPr>
      </p:pic>
      <p:sp>
        <p:nvSpPr>
          <p:cNvPr id="9" name="TextBox 8">
            <a:extLst>
              <a:ext uri="{FF2B5EF4-FFF2-40B4-BE49-F238E27FC236}">
                <a16:creationId xmlns:a16="http://schemas.microsoft.com/office/drawing/2014/main" id="{CE70F7DE-32F5-710E-72CC-C64E7C099D20}"/>
              </a:ext>
            </a:extLst>
          </p:cNvPr>
          <p:cNvSpPr txBox="1"/>
          <p:nvPr/>
        </p:nvSpPr>
        <p:spPr>
          <a:xfrm>
            <a:off x="376952" y="2072724"/>
            <a:ext cx="9666011" cy="37130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nSpc>
                <a:spcPts val="3150"/>
              </a:lnSpc>
              <a:spcBef>
                <a:spcPts val="952"/>
              </a:spcBef>
              <a:buFont typeface=""/>
              <a:buChar char="•"/>
            </a:pPr>
            <a:r>
              <a:rPr lang="en-US" sz="1800">
                <a:cs typeface="Arial"/>
              </a:rPr>
              <a:t>Precision: </a:t>
            </a:r>
            <a:r>
              <a:rPr lang="en-US" sz="1800">
                <a:ea typeface="+mn-lt"/>
                <a:cs typeface="+mn-lt"/>
              </a:rPr>
              <a:t>How many of the detected signs were correct.</a:t>
            </a:r>
            <a:endParaRPr lang="en-US" sz="1800">
              <a:cs typeface="Arial"/>
            </a:endParaRPr>
          </a:p>
          <a:p>
            <a:pPr marL="228600" indent="-228600">
              <a:lnSpc>
                <a:spcPts val="3150"/>
              </a:lnSpc>
              <a:spcBef>
                <a:spcPts val="952"/>
              </a:spcBef>
              <a:buFont typeface=""/>
              <a:buChar char="•"/>
            </a:pPr>
            <a:r>
              <a:rPr lang="en-US" sz="1800">
                <a:cs typeface="Arial"/>
              </a:rPr>
              <a:t>Recall: </a:t>
            </a:r>
            <a:r>
              <a:rPr lang="en-US" sz="1800">
                <a:ea typeface="+mn-lt"/>
                <a:cs typeface="+mn-lt"/>
              </a:rPr>
              <a:t>How many of the actual signs the model managed to detect.</a:t>
            </a:r>
            <a:r>
              <a:rPr lang="en-US" sz="1800">
                <a:cs typeface="Arial"/>
              </a:rPr>
              <a:t> </a:t>
            </a:r>
          </a:p>
          <a:p>
            <a:pPr marL="228600" indent="-228600">
              <a:lnSpc>
                <a:spcPts val="3150"/>
              </a:lnSpc>
              <a:spcBef>
                <a:spcPts val="952"/>
              </a:spcBef>
              <a:buFont typeface=""/>
              <a:buChar char="•"/>
            </a:pPr>
            <a:r>
              <a:rPr lang="en-US" sz="1800">
                <a:cs typeface="Arial"/>
                <a:hlinkClick r:id="rId5"/>
              </a:rPr>
              <a:t>mAP@0.5</a:t>
            </a:r>
            <a:r>
              <a:rPr lang="en-US" sz="1800">
                <a:cs typeface="Arial"/>
              </a:rPr>
              <a:t> : </a:t>
            </a:r>
            <a:r>
              <a:rPr lang="en-US" sz="1800">
                <a:ea typeface="+mn-lt"/>
                <a:cs typeface="+mn-lt"/>
              </a:rPr>
              <a:t>Detection with loose match (50% overlap).</a:t>
            </a:r>
          </a:p>
          <a:p>
            <a:pPr marL="228600" indent="-228600">
              <a:lnSpc>
                <a:spcPts val="3150"/>
              </a:lnSpc>
              <a:spcBef>
                <a:spcPts val="952"/>
              </a:spcBef>
              <a:buFont typeface=""/>
              <a:buChar char="•"/>
            </a:pPr>
            <a:r>
              <a:rPr lang="en-US" sz="1800">
                <a:latin typeface="Arial"/>
                <a:cs typeface="Arial"/>
                <a:hlinkClick r:id="rId6"/>
              </a:rPr>
              <a:t>mAP@0.5:0.95</a:t>
            </a:r>
            <a:r>
              <a:rPr lang="en-US" sz="1800">
                <a:latin typeface="Arial"/>
                <a:cs typeface="Arial"/>
              </a:rPr>
              <a:t> : </a:t>
            </a:r>
            <a:r>
              <a:rPr lang="en-US" sz="1800">
                <a:ea typeface="+mn-lt"/>
                <a:cs typeface="+mn-lt"/>
              </a:rPr>
              <a:t>Detection with stricter matches (50–95% overlap).</a:t>
            </a:r>
            <a:endParaRPr lang="en-US" sz="1800"/>
          </a:p>
          <a:p>
            <a:pPr marL="228600" indent="-228600">
              <a:lnSpc>
                <a:spcPts val="3150"/>
              </a:lnSpc>
              <a:spcBef>
                <a:spcPts val="952"/>
              </a:spcBef>
              <a:buFont typeface=""/>
              <a:buChar char="•"/>
            </a:pPr>
            <a:r>
              <a:rPr lang="en-US" sz="1800">
                <a:latin typeface="Arial"/>
                <a:cs typeface="Arial"/>
              </a:rPr>
              <a:t>Accuracy(F1) : </a:t>
            </a:r>
            <a:r>
              <a:rPr lang="en-US" sz="1800">
                <a:ea typeface="+mn-lt"/>
                <a:cs typeface="+mn-lt"/>
              </a:rPr>
              <a:t>Balance between precision and recall (overall accuracy).</a:t>
            </a:r>
          </a:p>
          <a:p>
            <a:pPr marL="228600" indent="-228600">
              <a:lnSpc>
                <a:spcPts val="3150"/>
              </a:lnSpc>
              <a:spcBef>
                <a:spcPts val="952"/>
              </a:spcBef>
              <a:buFont typeface=""/>
              <a:buChar char="•"/>
            </a:pPr>
            <a:r>
              <a:rPr lang="en-US" sz="1800">
                <a:latin typeface="Arial"/>
                <a:cs typeface="Arial"/>
              </a:rPr>
              <a:t>Overfitting: </a:t>
            </a:r>
            <a:r>
              <a:rPr lang="en-US" sz="1800">
                <a:ea typeface="+mn-lt"/>
                <a:cs typeface="+mn-lt"/>
              </a:rPr>
              <a:t>Model works well on training data but worse on new data.</a:t>
            </a:r>
          </a:p>
          <a:p>
            <a:pPr marL="228600" indent="-228600">
              <a:lnSpc>
                <a:spcPts val="3150"/>
              </a:lnSpc>
              <a:spcBef>
                <a:spcPts val="952"/>
              </a:spcBef>
              <a:buFont typeface=""/>
              <a:buChar char="•"/>
            </a:pPr>
            <a:endParaRPr lang="en-US" sz="2400">
              <a:cs typeface="Arial"/>
            </a:endParaRPr>
          </a:p>
        </p:txBody>
      </p:sp>
    </p:spTree>
    <p:extLst>
      <p:ext uri="{BB962C8B-B14F-4D97-AF65-F5344CB8AC3E}">
        <p14:creationId xmlns:p14="http://schemas.microsoft.com/office/powerpoint/2010/main" val="37322717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C3928-9974-20E5-1FD9-5D98AA641D9C}"/>
              </a:ext>
            </a:extLst>
          </p:cNvPr>
          <p:cNvSpPr>
            <a:spLocks noGrp="1"/>
          </p:cNvSpPr>
          <p:nvPr>
            <p:ph type="title"/>
          </p:nvPr>
        </p:nvSpPr>
        <p:spPr/>
        <p:txBody>
          <a:bodyPr/>
          <a:lstStyle/>
          <a:p>
            <a:r>
              <a:rPr lang="sv-SE" err="1"/>
              <a:t>Model</a:t>
            </a:r>
            <a:r>
              <a:rPr lang="sv-SE"/>
              <a:t> </a:t>
            </a:r>
            <a:r>
              <a:rPr lang="sv-SE" err="1"/>
              <a:t>evaluations</a:t>
            </a:r>
            <a:r>
              <a:rPr lang="sv-SE"/>
              <a:t> </a:t>
            </a:r>
            <a:r>
              <a:rPr lang="sv-SE" err="1"/>
              <a:t>comparison</a:t>
            </a:r>
            <a:r>
              <a:rPr lang="sv-SE"/>
              <a:t> </a:t>
            </a:r>
          </a:p>
        </p:txBody>
      </p:sp>
      <p:sp>
        <p:nvSpPr>
          <p:cNvPr id="3" name="Content Placeholder 2">
            <a:extLst>
              <a:ext uri="{FF2B5EF4-FFF2-40B4-BE49-F238E27FC236}">
                <a16:creationId xmlns:a16="http://schemas.microsoft.com/office/drawing/2014/main" id="{0A8363A0-40A1-3074-3A1C-C57E21A7D14F}"/>
              </a:ext>
            </a:extLst>
          </p:cNvPr>
          <p:cNvSpPr>
            <a:spLocks noGrp="1"/>
          </p:cNvSpPr>
          <p:nvPr>
            <p:ph idx="1"/>
          </p:nvPr>
        </p:nvSpPr>
        <p:spPr>
          <a:xfrm>
            <a:off x="644843" y="2031475"/>
            <a:ext cx="6548437" cy="3987539"/>
          </a:xfrm>
        </p:spPr>
        <p:txBody>
          <a:bodyPr vert="horz" lIns="0" tIns="45720" rIns="91440" bIns="45720" rtlCol="0" anchor="t">
            <a:noAutofit/>
          </a:bodyPr>
          <a:lstStyle/>
          <a:p>
            <a:endParaRPr lang="sv-SE"/>
          </a:p>
          <a:p>
            <a:endParaRPr lang="en-US"/>
          </a:p>
        </p:txBody>
      </p:sp>
      <p:pic>
        <p:nvPicPr>
          <p:cNvPr id="4" name="Picture 3" descr="A table with numbers and symbols&#10;&#10;AI-generated content may be incorrect.">
            <a:extLst>
              <a:ext uri="{FF2B5EF4-FFF2-40B4-BE49-F238E27FC236}">
                <a16:creationId xmlns:a16="http://schemas.microsoft.com/office/drawing/2014/main" id="{EB250ABA-AC87-8928-F291-6AA9B155C30F}"/>
              </a:ext>
            </a:extLst>
          </p:cNvPr>
          <p:cNvPicPr>
            <a:picLocks noChangeAspect="1"/>
          </p:cNvPicPr>
          <p:nvPr/>
        </p:nvPicPr>
        <p:blipFill>
          <a:blip r:embed="rId3"/>
          <a:stretch>
            <a:fillRect/>
          </a:stretch>
        </p:blipFill>
        <p:spPr>
          <a:xfrm>
            <a:off x="6251615" y="2646385"/>
            <a:ext cx="3362325" cy="2085975"/>
          </a:xfrm>
          <a:prstGeom prst="rect">
            <a:avLst/>
          </a:prstGeom>
        </p:spPr>
      </p:pic>
      <p:pic>
        <p:nvPicPr>
          <p:cNvPr id="5" name="Picture 4" descr="A table with numbers and letters&#10;&#10;AI-generated content may be incorrect.">
            <a:extLst>
              <a:ext uri="{FF2B5EF4-FFF2-40B4-BE49-F238E27FC236}">
                <a16:creationId xmlns:a16="http://schemas.microsoft.com/office/drawing/2014/main" id="{D0A250BE-F4A7-C1C3-B99A-F81CE97B6154}"/>
              </a:ext>
            </a:extLst>
          </p:cNvPr>
          <p:cNvPicPr>
            <a:picLocks noChangeAspect="1"/>
          </p:cNvPicPr>
          <p:nvPr/>
        </p:nvPicPr>
        <p:blipFill>
          <a:blip r:embed="rId4"/>
          <a:stretch>
            <a:fillRect/>
          </a:stretch>
        </p:blipFill>
        <p:spPr>
          <a:xfrm>
            <a:off x="2071060" y="2636860"/>
            <a:ext cx="3428999" cy="2095500"/>
          </a:xfrm>
          <a:prstGeom prst="rect">
            <a:avLst/>
          </a:prstGeom>
        </p:spPr>
      </p:pic>
      <p:sp>
        <p:nvSpPr>
          <p:cNvPr id="7" name="Title 1">
            <a:extLst>
              <a:ext uri="{FF2B5EF4-FFF2-40B4-BE49-F238E27FC236}">
                <a16:creationId xmlns:a16="http://schemas.microsoft.com/office/drawing/2014/main" id="{DEAC8783-16D4-99C7-726D-23F29C5CBF3A}"/>
              </a:ext>
            </a:extLst>
          </p:cNvPr>
          <p:cNvSpPr txBox="1">
            <a:spLocks/>
          </p:cNvSpPr>
          <p:nvPr/>
        </p:nvSpPr>
        <p:spPr>
          <a:xfrm>
            <a:off x="2071061" y="2031475"/>
            <a:ext cx="9254166" cy="456400"/>
          </a:xfrm>
          <a:prstGeom prst="rect">
            <a:avLst/>
          </a:prstGeom>
        </p:spPr>
        <p:txBody>
          <a:bodyPr vert="horz" wrap="none" lIns="0" tIns="45720" rIns="91440" bIns="45720" rtlCol="0" anchor="t" anchorCtr="0">
            <a:noAutofit/>
          </a:bodyPr>
          <a:lstStyle>
            <a:lvl1pPr algn="l" defTabSz="967710" rtl="0" eaLnBrk="1" latinLnBrk="0" hangingPunct="1">
              <a:lnSpc>
                <a:spcPct val="100000"/>
              </a:lnSpc>
              <a:spcBef>
                <a:spcPct val="0"/>
              </a:spcBef>
              <a:buNone/>
              <a:defRPr lang="en-US" sz="2400" b="0" kern="1200" smtClean="0">
                <a:solidFill>
                  <a:schemeClr val="tx1"/>
                </a:solidFill>
                <a:latin typeface="+mj-lt"/>
                <a:ea typeface="+mj-ea"/>
                <a:cs typeface="+mn-cs"/>
              </a:defRPr>
            </a:lvl1pPr>
          </a:lstStyle>
          <a:p>
            <a:r>
              <a:rPr lang="sv-SE" sz="1800" b="1"/>
              <a:t>Yolov11n – Truck </a:t>
            </a:r>
            <a:r>
              <a:rPr lang="sv-SE" sz="1800" b="1" err="1"/>
              <a:t>app</a:t>
            </a:r>
            <a:r>
              <a:rPr lang="sv-SE" sz="1800" b="1"/>
              <a:t> </a:t>
            </a:r>
            <a:r>
              <a:rPr lang="sv-SE" sz="1800" b="1" err="1"/>
              <a:t>model</a:t>
            </a:r>
            <a:r>
              <a:rPr lang="sv-SE" sz="1800" b="1"/>
              <a:t>                             Yolov11m – Tower </a:t>
            </a:r>
            <a:r>
              <a:rPr lang="sv-SE" sz="1800" b="1" err="1"/>
              <a:t>app</a:t>
            </a:r>
            <a:r>
              <a:rPr lang="sv-SE" sz="1800" b="1"/>
              <a:t> </a:t>
            </a:r>
            <a:r>
              <a:rPr lang="sv-SE" sz="1800" b="1" err="1"/>
              <a:t>model</a:t>
            </a:r>
            <a:r>
              <a:rPr lang="sv-SE" sz="1800"/>
              <a:t>   </a:t>
            </a:r>
            <a:endParaRPr lang="sv-SE" sz="1800" b="1"/>
          </a:p>
        </p:txBody>
      </p:sp>
      <p:sp>
        <p:nvSpPr>
          <p:cNvPr id="6" name="Date Placeholder 2">
            <a:extLst>
              <a:ext uri="{FF2B5EF4-FFF2-40B4-BE49-F238E27FC236}">
                <a16:creationId xmlns:a16="http://schemas.microsoft.com/office/drawing/2014/main" id="{E59DC599-9229-FC5E-4C31-7EF9D8C73FBD}"/>
              </a:ext>
            </a:extLst>
          </p:cNvPr>
          <p:cNvSpPr>
            <a:spLocks noGrp="1"/>
          </p:cNvSpPr>
          <p:nvPr>
            <p:ph type="dt" sz="half" idx="10"/>
          </p:nvPr>
        </p:nvSpPr>
        <p:spPr>
          <a:xfrm>
            <a:off x="10490579" y="6380367"/>
            <a:ext cx="934659" cy="154800"/>
          </a:xfrm>
        </p:spPr>
        <p:txBody>
          <a:bodyPr/>
          <a:lstStyle/>
          <a:p>
            <a:r>
              <a:rPr lang="en-US"/>
              <a:t>2025</a:t>
            </a:r>
          </a:p>
        </p:txBody>
      </p:sp>
      <p:sp>
        <p:nvSpPr>
          <p:cNvPr id="8" name="Footer Placeholder 3">
            <a:extLst>
              <a:ext uri="{FF2B5EF4-FFF2-40B4-BE49-F238E27FC236}">
                <a16:creationId xmlns:a16="http://schemas.microsoft.com/office/drawing/2014/main" id="{3D9B3EAF-3507-8854-6591-78BB842764D0}"/>
              </a:ext>
            </a:extLst>
          </p:cNvPr>
          <p:cNvSpPr>
            <a:spLocks noGrp="1"/>
          </p:cNvSpPr>
          <p:nvPr>
            <p:ph type="ftr" sz="quarter" idx="11"/>
          </p:nvPr>
        </p:nvSpPr>
        <p:spPr>
          <a:xfrm>
            <a:off x="300038" y="6379336"/>
            <a:ext cx="8528351" cy="155831"/>
          </a:xfrm>
        </p:spPr>
        <p:txBody>
          <a:bodyPr/>
          <a:lstStyle/>
          <a:p>
            <a:r>
              <a:rPr lang="en-US"/>
              <a:t> Summer worker | Internal</a:t>
            </a:r>
          </a:p>
        </p:txBody>
      </p:sp>
      <p:pic>
        <p:nvPicPr>
          <p:cNvPr id="9" name="Picture 8">
            <a:extLst>
              <a:ext uri="{FF2B5EF4-FFF2-40B4-BE49-F238E27FC236}">
                <a16:creationId xmlns:a16="http://schemas.microsoft.com/office/drawing/2014/main" id="{1EAA4654-D9A4-20A5-6D8C-9C04D8B18554}"/>
              </a:ext>
            </a:extLst>
          </p:cNvPr>
          <p:cNvPicPr>
            <a:picLocks noChangeAspect="1"/>
          </p:cNvPicPr>
          <p:nvPr/>
        </p:nvPicPr>
        <p:blipFill>
          <a:blip r:embed="rId5"/>
          <a:stretch>
            <a:fillRect/>
          </a:stretch>
        </p:blipFill>
        <p:spPr>
          <a:xfrm>
            <a:off x="300038" y="6220826"/>
            <a:ext cx="1542422" cy="158510"/>
          </a:xfrm>
          <a:prstGeom prst="rect">
            <a:avLst/>
          </a:prstGeom>
        </p:spPr>
      </p:pic>
    </p:spTree>
    <p:extLst>
      <p:ext uri="{BB962C8B-B14F-4D97-AF65-F5344CB8AC3E}">
        <p14:creationId xmlns:p14="http://schemas.microsoft.com/office/powerpoint/2010/main" val="36371085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7D628-778F-D866-716A-67D7A4083DB2}"/>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516CB2FA-81C5-8DFB-4E18-B94374913CF4}"/>
              </a:ext>
            </a:extLst>
          </p:cNvPr>
          <p:cNvSpPr>
            <a:spLocks noGrp="1"/>
          </p:cNvSpPr>
          <p:nvPr>
            <p:ph type="subTitle" idx="1"/>
          </p:nvPr>
        </p:nvSpPr>
        <p:spPr/>
        <p:txBody>
          <a:bodyPr/>
          <a:lstStyle/>
          <a:p>
            <a:endParaRPr lang="sv-SE"/>
          </a:p>
        </p:txBody>
      </p:sp>
      <p:sp>
        <p:nvSpPr>
          <p:cNvPr id="3" name="Title 2">
            <a:extLst>
              <a:ext uri="{FF2B5EF4-FFF2-40B4-BE49-F238E27FC236}">
                <a16:creationId xmlns:a16="http://schemas.microsoft.com/office/drawing/2014/main" id="{8D310619-E580-47D7-A7AA-7255C2C8CF65}"/>
              </a:ext>
            </a:extLst>
          </p:cNvPr>
          <p:cNvSpPr>
            <a:spLocks noGrp="1"/>
          </p:cNvSpPr>
          <p:nvPr>
            <p:ph type="title"/>
          </p:nvPr>
        </p:nvSpPr>
        <p:spPr>
          <a:xfrm>
            <a:off x="639732" y="4595760"/>
            <a:ext cx="8188657" cy="1135374"/>
          </a:xfrm>
        </p:spPr>
        <p:txBody>
          <a:bodyPr/>
          <a:lstStyle/>
          <a:p>
            <a:pPr algn="l"/>
            <a:r>
              <a:rPr lang="sv-SE" sz="9600"/>
              <a:t>Hardware Integration</a:t>
            </a:r>
          </a:p>
        </p:txBody>
      </p:sp>
      <p:sp>
        <p:nvSpPr>
          <p:cNvPr id="4" name="Text Placeholder 3">
            <a:extLst>
              <a:ext uri="{FF2B5EF4-FFF2-40B4-BE49-F238E27FC236}">
                <a16:creationId xmlns:a16="http://schemas.microsoft.com/office/drawing/2014/main" id="{1C5E6782-A875-226F-231D-6B992FE6249E}"/>
              </a:ext>
            </a:extLst>
          </p:cNvPr>
          <p:cNvSpPr>
            <a:spLocks noGrp="1"/>
          </p:cNvSpPr>
          <p:nvPr>
            <p:ph type="body" sz="quarter" idx="21"/>
          </p:nvPr>
        </p:nvSpPr>
        <p:spPr/>
        <p:txBody>
          <a:bodyPr/>
          <a:lstStyle/>
          <a:p>
            <a:endParaRPr lang="sv-SE"/>
          </a:p>
        </p:txBody>
      </p:sp>
      <p:sp>
        <p:nvSpPr>
          <p:cNvPr id="5" name="Date Placeholder 2">
            <a:extLst>
              <a:ext uri="{FF2B5EF4-FFF2-40B4-BE49-F238E27FC236}">
                <a16:creationId xmlns:a16="http://schemas.microsoft.com/office/drawing/2014/main" id="{A2DC122F-CF62-C337-B9C1-E52FE56C3941}"/>
              </a:ext>
            </a:extLst>
          </p:cNvPr>
          <p:cNvSpPr txBox="1">
            <a:spLocks/>
          </p:cNvSpPr>
          <p:nvPr/>
        </p:nvSpPr>
        <p:spPr bwMode="auto">
          <a:xfrm>
            <a:off x="10598734" y="6379336"/>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r"/>
            <a:r>
              <a:rPr lang="en-US"/>
              <a:t>2025</a:t>
            </a:r>
          </a:p>
        </p:txBody>
      </p:sp>
      <p:sp>
        <p:nvSpPr>
          <p:cNvPr id="6" name="Footer Placeholder 3">
            <a:extLst>
              <a:ext uri="{FF2B5EF4-FFF2-40B4-BE49-F238E27FC236}">
                <a16:creationId xmlns:a16="http://schemas.microsoft.com/office/drawing/2014/main" id="{6C283E5C-BE98-21A3-111E-1FCE148EBFBB}"/>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l"/>
            <a:r>
              <a:rPr lang="en-US"/>
              <a:t> Summer worker | Internal</a:t>
            </a:r>
          </a:p>
        </p:txBody>
      </p:sp>
    </p:spTree>
    <p:extLst>
      <p:ext uri="{BB962C8B-B14F-4D97-AF65-F5344CB8AC3E}">
        <p14:creationId xmlns:p14="http://schemas.microsoft.com/office/powerpoint/2010/main" val="5211350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61DE5-61CB-FBAD-8E82-C70EBD43C297}"/>
              </a:ext>
            </a:extLst>
          </p:cNvPr>
          <p:cNvSpPr>
            <a:spLocks noGrp="1"/>
          </p:cNvSpPr>
          <p:nvPr>
            <p:ph type="title"/>
          </p:nvPr>
        </p:nvSpPr>
        <p:spPr/>
        <p:txBody>
          <a:bodyPr/>
          <a:lstStyle/>
          <a:p>
            <a:r>
              <a:rPr lang="sv-SE"/>
              <a:t>Hardware integration</a:t>
            </a:r>
            <a:endParaRPr lang="en-US"/>
          </a:p>
        </p:txBody>
      </p:sp>
      <p:sp>
        <p:nvSpPr>
          <p:cNvPr id="3" name="Content Placeholder 2">
            <a:extLst>
              <a:ext uri="{FF2B5EF4-FFF2-40B4-BE49-F238E27FC236}">
                <a16:creationId xmlns:a16="http://schemas.microsoft.com/office/drawing/2014/main" id="{81EC8C85-79E3-3DC7-ABCF-EDD6E4BD52BE}"/>
              </a:ext>
            </a:extLst>
          </p:cNvPr>
          <p:cNvSpPr>
            <a:spLocks noGrp="1"/>
          </p:cNvSpPr>
          <p:nvPr>
            <p:ph idx="1"/>
          </p:nvPr>
        </p:nvSpPr>
        <p:spPr>
          <a:xfrm>
            <a:off x="-86677" y="2444544"/>
            <a:ext cx="6548437" cy="4300745"/>
          </a:xfrm>
        </p:spPr>
        <p:txBody>
          <a:bodyPr/>
          <a:lstStyle/>
          <a:p>
            <a:pPr marL="0" indent="0" algn="ctr">
              <a:lnSpc>
                <a:spcPct val="200000"/>
              </a:lnSpc>
              <a:buNone/>
            </a:pPr>
            <a:r>
              <a:rPr lang="en-US" sz="2000" b="1"/>
              <a:t>Final Goal</a:t>
            </a:r>
          </a:p>
          <a:p>
            <a:pPr marL="163513" lvl="1" indent="0" algn="ctr">
              <a:lnSpc>
                <a:spcPct val="200000"/>
              </a:lnSpc>
              <a:buNone/>
            </a:pPr>
            <a:r>
              <a:rPr lang="en-US"/>
              <a:t>Truck App on the SEM on a truck</a:t>
            </a:r>
          </a:p>
          <a:p>
            <a:pPr marL="163513" lvl="1" indent="0" algn="ctr">
              <a:lnSpc>
                <a:spcPct val="200000"/>
              </a:lnSpc>
              <a:buNone/>
            </a:pPr>
            <a:r>
              <a:rPr lang="en-US"/>
              <a:t>Receiving data from the truck camera</a:t>
            </a:r>
          </a:p>
          <a:p>
            <a:pPr marL="163513" lvl="1" indent="0" algn="ctr">
              <a:lnSpc>
                <a:spcPct val="200000"/>
              </a:lnSpc>
              <a:buNone/>
            </a:pPr>
            <a:r>
              <a:rPr lang="en-US"/>
              <a:t>Running Tower App on a </a:t>
            </a:r>
            <a:r>
              <a:rPr lang="en-US" err="1"/>
              <a:t>CoTwin</a:t>
            </a:r>
            <a:r>
              <a:rPr lang="en-US"/>
              <a:t> tower</a:t>
            </a:r>
          </a:p>
        </p:txBody>
      </p:sp>
      <p:sp>
        <p:nvSpPr>
          <p:cNvPr id="4" name="Content Placeholder 2">
            <a:extLst>
              <a:ext uri="{FF2B5EF4-FFF2-40B4-BE49-F238E27FC236}">
                <a16:creationId xmlns:a16="http://schemas.microsoft.com/office/drawing/2014/main" id="{DCD051CA-8199-D95A-82BA-83CB401F46DB}"/>
              </a:ext>
            </a:extLst>
          </p:cNvPr>
          <p:cNvSpPr txBox="1">
            <a:spLocks/>
          </p:cNvSpPr>
          <p:nvPr/>
        </p:nvSpPr>
        <p:spPr>
          <a:xfrm>
            <a:off x="6286499" y="2557255"/>
            <a:ext cx="6548437" cy="4300745"/>
          </a:xfrm>
          <a:prstGeom prst="rect">
            <a:avLst/>
          </a:prstGeom>
        </p:spPr>
        <p:txBody>
          <a:bodyPr vert="horz" lIns="0" tIns="45720" rIns="91440" bIns="45720" rtlCol="0">
            <a:noAutofit/>
          </a:bodyPr>
          <a:lstStyle>
            <a:lvl1pPr marL="152400" indent="-152400" algn="l" defTabSz="967710" rtl="0" eaLnBrk="1" fontAlgn="base" latinLnBrk="0" hangingPunct="1">
              <a:lnSpc>
                <a:spcPct val="114000"/>
              </a:lnSpc>
              <a:spcBef>
                <a:spcPts val="952"/>
              </a:spcBef>
              <a:spcAft>
                <a:spcPts val="0"/>
              </a:spcAft>
              <a:buClr>
                <a:schemeClr val="accent1"/>
              </a:buClr>
              <a:buFont typeface="Arial" panose="020B0604020202020204" pitchFamily="34" charset="0"/>
              <a:buChar char="•"/>
              <a:defRPr lang="en-US" sz="1400" kern="1200" smtClean="0">
                <a:solidFill>
                  <a:schemeClr val="tx1"/>
                </a:solidFill>
                <a:latin typeface="+mn-lt"/>
                <a:ea typeface="Volvo Broad Pro" panose="02000606020000020004" pitchFamily="50" charset="0"/>
                <a:cs typeface="+mn-cs"/>
              </a:defRPr>
            </a:lvl1pPr>
            <a:lvl2pPr marL="328613" indent="-165100"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2pPr>
            <a:lvl3pPr marL="466725" indent="-127000" algn="l" defTabSz="967710" rtl="0" eaLnBrk="1" fontAlgn="base" latinLnBrk="0" hangingPunct="1">
              <a:lnSpc>
                <a:spcPct val="114000"/>
              </a:lnSpc>
              <a:spcBef>
                <a:spcPts val="952"/>
              </a:spcBef>
              <a:spcAft>
                <a:spcPts val="0"/>
              </a:spcAft>
              <a:buClr>
                <a:schemeClr val="accent1"/>
              </a:buClr>
              <a:buSzPct val="90000"/>
              <a:buFont typeface="Arial" panose="020B0604020202020204" pitchFamily="34" charset="0"/>
              <a:buChar char="•"/>
              <a:defRPr lang="en-US" sz="1200" kern="1200" smtClean="0">
                <a:solidFill>
                  <a:schemeClr val="tx1"/>
                </a:solidFill>
                <a:latin typeface="+mn-lt"/>
                <a:ea typeface="Volvo Broad Pro" panose="02000606020000020004" pitchFamily="50" charset="0"/>
                <a:cs typeface="+mn-cs"/>
              </a:defRPr>
            </a:lvl3pPr>
            <a:lvl4pPr marL="598488" indent="-134938"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4pPr>
            <a:lvl5pPr marL="730250" indent="-123825"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5pPr>
            <a:lvl6pPr marL="266120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6pPr>
            <a:lvl7pPr marL="3145056"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7pPr>
            <a:lvl8pPr marL="362891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8pPr>
            <a:lvl9pPr marL="4112765"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9pPr>
          </a:lstStyle>
          <a:p>
            <a:pPr marL="0" indent="0" algn="ctr">
              <a:buNone/>
            </a:pPr>
            <a:r>
              <a:rPr lang="en-US" sz="2000" b="1"/>
              <a:t>3 Computers</a:t>
            </a:r>
          </a:p>
          <a:p>
            <a:pPr marL="163513" lvl="1" indent="0" algn="ctr">
              <a:buNone/>
            </a:pPr>
            <a:r>
              <a:rPr lang="en-US"/>
              <a:t>Truck App on Emulator</a:t>
            </a:r>
          </a:p>
          <a:p>
            <a:pPr marL="163513" lvl="1" indent="0" algn="ctr">
              <a:buNone/>
            </a:pPr>
            <a:r>
              <a:rPr lang="en-US"/>
              <a:t>Streaming video</a:t>
            </a:r>
          </a:p>
          <a:p>
            <a:pPr marL="163513" lvl="1" indent="0" algn="ctr">
              <a:buNone/>
            </a:pPr>
            <a:r>
              <a:rPr lang="en-US"/>
              <a:t>Running Tower App within docker container</a:t>
            </a:r>
          </a:p>
        </p:txBody>
      </p:sp>
      <p:sp>
        <p:nvSpPr>
          <p:cNvPr id="5" name="Content Placeholder 2">
            <a:extLst>
              <a:ext uri="{FF2B5EF4-FFF2-40B4-BE49-F238E27FC236}">
                <a16:creationId xmlns:a16="http://schemas.microsoft.com/office/drawing/2014/main" id="{B4F35854-39F3-4C1A-A1A3-75489E507FC4}"/>
              </a:ext>
            </a:extLst>
          </p:cNvPr>
          <p:cNvSpPr txBox="1">
            <a:spLocks/>
          </p:cNvSpPr>
          <p:nvPr/>
        </p:nvSpPr>
        <p:spPr>
          <a:xfrm>
            <a:off x="6286498" y="4430636"/>
            <a:ext cx="6548437" cy="4300745"/>
          </a:xfrm>
          <a:prstGeom prst="rect">
            <a:avLst/>
          </a:prstGeom>
        </p:spPr>
        <p:txBody>
          <a:bodyPr vert="horz" lIns="0" tIns="45720" rIns="91440" bIns="45720" rtlCol="0">
            <a:noAutofit/>
          </a:bodyPr>
          <a:lstStyle>
            <a:lvl1pPr marL="152400" indent="-152400" algn="l" defTabSz="967710" rtl="0" eaLnBrk="1" fontAlgn="base" latinLnBrk="0" hangingPunct="1">
              <a:lnSpc>
                <a:spcPct val="114000"/>
              </a:lnSpc>
              <a:spcBef>
                <a:spcPts val="952"/>
              </a:spcBef>
              <a:spcAft>
                <a:spcPts val="0"/>
              </a:spcAft>
              <a:buClr>
                <a:schemeClr val="accent1"/>
              </a:buClr>
              <a:buFont typeface="Arial" panose="020B0604020202020204" pitchFamily="34" charset="0"/>
              <a:buChar char="•"/>
              <a:defRPr lang="en-US" sz="1400" kern="1200" smtClean="0">
                <a:solidFill>
                  <a:schemeClr val="tx1"/>
                </a:solidFill>
                <a:latin typeface="+mn-lt"/>
                <a:ea typeface="Volvo Broad Pro" panose="02000606020000020004" pitchFamily="50" charset="0"/>
                <a:cs typeface="+mn-cs"/>
              </a:defRPr>
            </a:lvl1pPr>
            <a:lvl2pPr marL="328613" indent="-165100"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2pPr>
            <a:lvl3pPr marL="466725" indent="-127000" algn="l" defTabSz="967710" rtl="0" eaLnBrk="1" fontAlgn="base" latinLnBrk="0" hangingPunct="1">
              <a:lnSpc>
                <a:spcPct val="114000"/>
              </a:lnSpc>
              <a:spcBef>
                <a:spcPts val="952"/>
              </a:spcBef>
              <a:spcAft>
                <a:spcPts val="0"/>
              </a:spcAft>
              <a:buClr>
                <a:schemeClr val="accent1"/>
              </a:buClr>
              <a:buSzPct val="90000"/>
              <a:buFont typeface="Arial" panose="020B0604020202020204" pitchFamily="34" charset="0"/>
              <a:buChar char="•"/>
              <a:defRPr lang="en-US" sz="1200" kern="1200" smtClean="0">
                <a:solidFill>
                  <a:schemeClr val="tx1"/>
                </a:solidFill>
                <a:latin typeface="+mn-lt"/>
                <a:ea typeface="Volvo Broad Pro" panose="02000606020000020004" pitchFamily="50" charset="0"/>
                <a:cs typeface="+mn-cs"/>
              </a:defRPr>
            </a:lvl3pPr>
            <a:lvl4pPr marL="598488" indent="-134938"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4pPr>
            <a:lvl5pPr marL="730250" indent="-123825"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5pPr>
            <a:lvl6pPr marL="266120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6pPr>
            <a:lvl7pPr marL="3145056"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7pPr>
            <a:lvl8pPr marL="362891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8pPr>
            <a:lvl9pPr marL="4112765"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9pPr>
          </a:lstStyle>
          <a:p>
            <a:pPr marL="0" indent="0" algn="ctr">
              <a:buNone/>
            </a:pPr>
            <a:r>
              <a:rPr lang="en-US" sz="2000" b="1"/>
              <a:t>SEM rig and 2 computers</a:t>
            </a:r>
          </a:p>
          <a:p>
            <a:pPr marL="163513" lvl="1" indent="0" algn="ctr">
              <a:buNone/>
            </a:pPr>
            <a:r>
              <a:rPr lang="en-US"/>
              <a:t>Truck App on SEM rig</a:t>
            </a:r>
          </a:p>
          <a:p>
            <a:pPr marL="163513" lvl="1" indent="0" algn="ctr">
              <a:buNone/>
            </a:pPr>
            <a:r>
              <a:rPr lang="en-US"/>
              <a:t>Streaming video</a:t>
            </a:r>
          </a:p>
          <a:p>
            <a:pPr marL="163513" lvl="1" indent="0" algn="ctr">
              <a:buNone/>
            </a:pPr>
            <a:r>
              <a:rPr lang="en-US"/>
              <a:t>Running Tower App within docker container</a:t>
            </a:r>
          </a:p>
        </p:txBody>
      </p:sp>
      <p:sp>
        <p:nvSpPr>
          <p:cNvPr id="6" name="Content Placeholder 2">
            <a:extLst>
              <a:ext uri="{FF2B5EF4-FFF2-40B4-BE49-F238E27FC236}">
                <a16:creationId xmlns:a16="http://schemas.microsoft.com/office/drawing/2014/main" id="{93F3BD5B-2192-6DC0-BE9C-19D949B06098}"/>
              </a:ext>
            </a:extLst>
          </p:cNvPr>
          <p:cNvSpPr txBox="1">
            <a:spLocks/>
          </p:cNvSpPr>
          <p:nvPr/>
        </p:nvSpPr>
        <p:spPr>
          <a:xfrm>
            <a:off x="6286499" y="796641"/>
            <a:ext cx="6548437" cy="4300745"/>
          </a:xfrm>
          <a:prstGeom prst="rect">
            <a:avLst/>
          </a:prstGeom>
        </p:spPr>
        <p:txBody>
          <a:bodyPr vert="horz" lIns="0" tIns="45720" rIns="91440" bIns="45720" rtlCol="0">
            <a:noAutofit/>
          </a:bodyPr>
          <a:lstStyle>
            <a:lvl1pPr marL="152400" indent="-152400" algn="l" defTabSz="967710" rtl="0" eaLnBrk="1" fontAlgn="base" latinLnBrk="0" hangingPunct="1">
              <a:lnSpc>
                <a:spcPct val="114000"/>
              </a:lnSpc>
              <a:spcBef>
                <a:spcPts val="952"/>
              </a:spcBef>
              <a:spcAft>
                <a:spcPts val="0"/>
              </a:spcAft>
              <a:buClr>
                <a:schemeClr val="accent1"/>
              </a:buClr>
              <a:buFont typeface="Arial" panose="020B0604020202020204" pitchFamily="34" charset="0"/>
              <a:buChar char="•"/>
              <a:defRPr lang="en-US" sz="1400" kern="1200" smtClean="0">
                <a:solidFill>
                  <a:schemeClr val="tx1"/>
                </a:solidFill>
                <a:latin typeface="+mn-lt"/>
                <a:ea typeface="Volvo Broad Pro" panose="02000606020000020004" pitchFamily="50" charset="0"/>
                <a:cs typeface="+mn-cs"/>
              </a:defRPr>
            </a:lvl1pPr>
            <a:lvl2pPr marL="328613" indent="-165100"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2pPr>
            <a:lvl3pPr marL="466725" indent="-127000" algn="l" defTabSz="967710" rtl="0" eaLnBrk="1" fontAlgn="base" latinLnBrk="0" hangingPunct="1">
              <a:lnSpc>
                <a:spcPct val="114000"/>
              </a:lnSpc>
              <a:spcBef>
                <a:spcPts val="952"/>
              </a:spcBef>
              <a:spcAft>
                <a:spcPts val="0"/>
              </a:spcAft>
              <a:buClr>
                <a:schemeClr val="accent1"/>
              </a:buClr>
              <a:buSzPct val="90000"/>
              <a:buFont typeface="Arial" panose="020B0604020202020204" pitchFamily="34" charset="0"/>
              <a:buChar char="•"/>
              <a:defRPr lang="en-US" sz="1200" kern="1200" smtClean="0">
                <a:solidFill>
                  <a:schemeClr val="tx1"/>
                </a:solidFill>
                <a:latin typeface="+mn-lt"/>
                <a:ea typeface="Volvo Broad Pro" panose="02000606020000020004" pitchFamily="50" charset="0"/>
                <a:cs typeface="+mn-cs"/>
              </a:defRPr>
            </a:lvl3pPr>
            <a:lvl4pPr marL="598488" indent="-134938"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4pPr>
            <a:lvl5pPr marL="730250" indent="-123825" algn="l" defTabSz="967710" rtl="0" eaLnBrk="1" latinLnBrk="0" hangingPunct="1">
              <a:lnSpc>
                <a:spcPct val="114000"/>
              </a:lnSpc>
              <a:spcBef>
                <a:spcPts val="952"/>
              </a:spcBef>
              <a:spcAft>
                <a:spcPts val="0"/>
              </a:spcAft>
              <a:buClr>
                <a:schemeClr val="accent1"/>
              </a:buClr>
              <a:buFont typeface="Arial" panose="020B0604020202020204" pitchFamily="34" charset="0"/>
              <a:buChar char="•"/>
              <a:defRPr sz="1200" kern="1200">
                <a:solidFill>
                  <a:schemeClr val="tx1"/>
                </a:solidFill>
                <a:latin typeface="+mn-lt"/>
                <a:ea typeface="Volvo Broad Pro" panose="02000606020000020004" pitchFamily="50" charset="0"/>
                <a:cs typeface="+mn-cs"/>
              </a:defRPr>
            </a:lvl5pPr>
            <a:lvl6pPr marL="266120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6pPr>
            <a:lvl7pPr marL="3145056"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7pPr>
            <a:lvl8pPr marL="3628911"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8pPr>
            <a:lvl9pPr marL="4112765" indent="-241927" algn="l" defTabSz="967710" rtl="0" eaLnBrk="1" latinLnBrk="0" hangingPunct="1">
              <a:spcBef>
                <a:spcPct val="20000"/>
              </a:spcBef>
              <a:buFont typeface="Volvo Novum" panose="020B0503040502060204" pitchFamily="34" charset="0"/>
              <a:buChar char="•"/>
              <a:defRPr sz="2117" kern="1200">
                <a:solidFill>
                  <a:schemeClr val="tx1"/>
                </a:solidFill>
                <a:latin typeface="+mn-lt"/>
                <a:ea typeface="+mn-ea"/>
                <a:cs typeface="+mn-cs"/>
              </a:defRPr>
            </a:lvl9pPr>
          </a:lstStyle>
          <a:p>
            <a:pPr marL="0" indent="0" algn="ctr">
              <a:buNone/>
            </a:pPr>
            <a:r>
              <a:rPr lang="en-US" sz="2000" b="1"/>
              <a:t>1 Computer</a:t>
            </a:r>
          </a:p>
          <a:p>
            <a:pPr marL="163513" lvl="1" indent="0" algn="ctr">
              <a:buNone/>
            </a:pPr>
            <a:r>
              <a:rPr lang="en-US"/>
              <a:t>Truck App on Emulator</a:t>
            </a:r>
          </a:p>
          <a:p>
            <a:pPr marL="163513" lvl="1" indent="0" algn="ctr">
              <a:buNone/>
            </a:pPr>
            <a:r>
              <a:rPr lang="en-US"/>
              <a:t>Streaming video locally</a:t>
            </a:r>
          </a:p>
          <a:p>
            <a:pPr marL="163513" lvl="1" indent="0" algn="ctr">
              <a:buNone/>
            </a:pPr>
            <a:r>
              <a:rPr lang="en-US"/>
              <a:t>Running Tower App within docker container locally</a:t>
            </a:r>
          </a:p>
        </p:txBody>
      </p:sp>
      <p:cxnSp>
        <p:nvCxnSpPr>
          <p:cNvPr id="8" name="Straight Connector 7">
            <a:extLst>
              <a:ext uri="{FF2B5EF4-FFF2-40B4-BE49-F238E27FC236}">
                <a16:creationId xmlns:a16="http://schemas.microsoft.com/office/drawing/2014/main" id="{9059FED4-133D-F8EF-E05C-C48ACA16483E}"/>
              </a:ext>
            </a:extLst>
          </p:cNvPr>
          <p:cNvCxnSpPr/>
          <p:nvPr/>
        </p:nvCxnSpPr>
        <p:spPr>
          <a:xfrm>
            <a:off x="7120890" y="2366010"/>
            <a:ext cx="4880610" cy="0"/>
          </a:xfrm>
          <a:prstGeom prst="line">
            <a:avLst/>
          </a:prstGeom>
          <a:ln w="9525">
            <a:solidFill>
              <a:srgbClr val="888B8D"/>
            </a:solidFill>
            <a:headEnd type="none" w="med" len="med"/>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76B470E-6615-3FC3-92D6-CCD0E7B16936}"/>
              </a:ext>
            </a:extLst>
          </p:cNvPr>
          <p:cNvCxnSpPr/>
          <p:nvPr/>
        </p:nvCxnSpPr>
        <p:spPr>
          <a:xfrm>
            <a:off x="7120890" y="4302234"/>
            <a:ext cx="4880610" cy="0"/>
          </a:xfrm>
          <a:prstGeom prst="line">
            <a:avLst/>
          </a:prstGeom>
          <a:ln w="9525">
            <a:solidFill>
              <a:srgbClr val="888B8D"/>
            </a:solidFill>
            <a:headEnd type="none" w="med" len="med"/>
            <a:tailEnd type="none"/>
          </a:ln>
        </p:spPr>
        <p:style>
          <a:lnRef idx="1">
            <a:schemeClr val="accent1"/>
          </a:lnRef>
          <a:fillRef idx="0">
            <a:schemeClr val="accent1"/>
          </a:fillRef>
          <a:effectRef idx="0">
            <a:schemeClr val="accent1"/>
          </a:effectRef>
          <a:fontRef idx="minor">
            <a:schemeClr val="tx1"/>
          </a:fontRef>
        </p:style>
      </p:cxnSp>
      <p:pic>
        <p:nvPicPr>
          <p:cNvPr id="11" name="Graphic 10" descr="Computer outline">
            <a:extLst>
              <a:ext uri="{FF2B5EF4-FFF2-40B4-BE49-F238E27FC236}">
                <a16:creationId xmlns:a16="http://schemas.microsoft.com/office/drawing/2014/main" id="{10C7D44C-C7F1-6779-E09B-7CE4F5EE42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35190" y="1385483"/>
            <a:ext cx="582930" cy="582930"/>
          </a:xfrm>
          <a:prstGeom prst="rect">
            <a:avLst/>
          </a:prstGeom>
        </p:spPr>
      </p:pic>
      <p:pic>
        <p:nvPicPr>
          <p:cNvPr id="15" name="Graphic 14" descr="Computer outline">
            <a:extLst>
              <a:ext uri="{FF2B5EF4-FFF2-40B4-BE49-F238E27FC236}">
                <a16:creationId xmlns:a16="http://schemas.microsoft.com/office/drawing/2014/main" id="{2DDA071C-D2AE-AE2B-5532-2644C181339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35190" y="2863250"/>
            <a:ext cx="582930" cy="582930"/>
          </a:xfrm>
          <a:prstGeom prst="rect">
            <a:avLst/>
          </a:prstGeom>
        </p:spPr>
      </p:pic>
      <p:pic>
        <p:nvPicPr>
          <p:cNvPr id="16" name="Graphic 15" descr="Computer outline">
            <a:extLst>
              <a:ext uri="{FF2B5EF4-FFF2-40B4-BE49-F238E27FC236}">
                <a16:creationId xmlns:a16="http://schemas.microsoft.com/office/drawing/2014/main" id="{B00A76CD-7EC9-D3D9-F43B-E11C3E1A55A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35190" y="3213718"/>
            <a:ext cx="582930" cy="582930"/>
          </a:xfrm>
          <a:prstGeom prst="rect">
            <a:avLst/>
          </a:prstGeom>
        </p:spPr>
      </p:pic>
      <p:pic>
        <p:nvPicPr>
          <p:cNvPr id="17" name="Graphic 16" descr="Computer outline">
            <a:extLst>
              <a:ext uri="{FF2B5EF4-FFF2-40B4-BE49-F238E27FC236}">
                <a16:creationId xmlns:a16="http://schemas.microsoft.com/office/drawing/2014/main" id="{7DABBD80-1B3A-7ED5-F9EE-A90529100C5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35190" y="3581768"/>
            <a:ext cx="582930" cy="582930"/>
          </a:xfrm>
          <a:prstGeom prst="rect">
            <a:avLst/>
          </a:prstGeom>
        </p:spPr>
      </p:pic>
      <p:pic>
        <p:nvPicPr>
          <p:cNvPr id="19" name="Graphic 18" descr="Computer outline">
            <a:extLst>
              <a:ext uri="{FF2B5EF4-FFF2-40B4-BE49-F238E27FC236}">
                <a16:creationId xmlns:a16="http://schemas.microsoft.com/office/drawing/2014/main" id="{D7EFF632-D8AA-794C-F2DA-7EED4348370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35190" y="5110379"/>
            <a:ext cx="582930" cy="582930"/>
          </a:xfrm>
          <a:prstGeom prst="rect">
            <a:avLst/>
          </a:prstGeom>
        </p:spPr>
      </p:pic>
      <p:pic>
        <p:nvPicPr>
          <p:cNvPr id="20" name="Graphic 19" descr="Computer outline">
            <a:extLst>
              <a:ext uri="{FF2B5EF4-FFF2-40B4-BE49-F238E27FC236}">
                <a16:creationId xmlns:a16="http://schemas.microsoft.com/office/drawing/2014/main" id="{76B4C0A0-6D3A-75FC-A2B9-99E92D1D0B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35190" y="5478429"/>
            <a:ext cx="582930" cy="582930"/>
          </a:xfrm>
          <a:prstGeom prst="rect">
            <a:avLst/>
          </a:prstGeom>
        </p:spPr>
      </p:pic>
      <p:pic>
        <p:nvPicPr>
          <p:cNvPr id="22" name="Graphic 21" descr="Monitor with solid fill">
            <a:extLst>
              <a:ext uri="{FF2B5EF4-FFF2-40B4-BE49-F238E27FC236}">
                <a16:creationId xmlns:a16="http://schemas.microsoft.com/office/drawing/2014/main" id="{75D1B031-E460-135F-66BF-ECE20BAE8A43}"/>
              </a:ext>
            </a:extLst>
          </p:cNvPr>
          <p:cNvPicPr>
            <a:picLocks noChangeAspect="1"/>
          </p:cNvPicPr>
          <p:nvPr/>
        </p:nvPicPr>
        <p:blipFill>
          <a:blip r:embed="rId5">
            <a:extLst>
              <a:ext uri="{96DAC541-7B7A-43D3-8B79-37D633B846F1}">
                <asvg:svgBlip xmlns:asvg="http://schemas.microsoft.com/office/drawing/2016/SVG/main" r:embed="rId6"/>
              </a:ext>
            </a:extLst>
          </a:blip>
          <a:srcRect b="28618"/>
          <a:stretch>
            <a:fillRect/>
          </a:stretch>
        </p:blipFill>
        <p:spPr>
          <a:xfrm>
            <a:off x="7235190" y="4728168"/>
            <a:ext cx="582930" cy="416107"/>
          </a:xfrm>
          <a:prstGeom prst="rect">
            <a:avLst/>
          </a:prstGeom>
        </p:spPr>
      </p:pic>
      <p:pic>
        <p:nvPicPr>
          <p:cNvPr id="24" name="Graphic 23" descr="Truck outline">
            <a:extLst>
              <a:ext uri="{FF2B5EF4-FFF2-40B4-BE49-F238E27FC236}">
                <a16:creationId xmlns:a16="http://schemas.microsoft.com/office/drawing/2014/main" id="{20FBF9F4-1C1F-ACE1-8EEA-E4CDFD458C2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61475" y="2980477"/>
            <a:ext cx="810576" cy="810576"/>
          </a:xfrm>
          <a:prstGeom prst="rect">
            <a:avLst/>
          </a:prstGeom>
        </p:spPr>
      </p:pic>
      <p:pic>
        <p:nvPicPr>
          <p:cNvPr id="25" name="Graphic 24" descr="Monitor with solid fill">
            <a:extLst>
              <a:ext uri="{FF2B5EF4-FFF2-40B4-BE49-F238E27FC236}">
                <a16:creationId xmlns:a16="http://schemas.microsoft.com/office/drawing/2014/main" id="{511DB55F-F697-CC7F-8DFF-9F24004720AD}"/>
              </a:ext>
            </a:extLst>
          </p:cNvPr>
          <p:cNvPicPr>
            <a:picLocks noChangeAspect="1"/>
          </p:cNvPicPr>
          <p:nvPr/>
        </p:nvPicPr>
        <p:blipFill>
          <a:blip r:embed="rId5">
            <a:extLst>
              <a:ext uri="{96DAC541-7B7A-43D3-8B79-37D633B846F1}">
                <asvg:svgBlip xmlns:asvg="http://schemas.microsoft.com/office/drawing/2016/SVG/main" r:embed="rId6"/>
              </a:ext>
            </a:extLst>
          </a:blip>
          <a:srcRect b="28618"/>
          <a:stretch>
            <a:fillRect/>
          </a:stretch>
        </p:blipFill>
        <p:spPr>
          <a:xfrm>
            <a:off x="1210631" y="3166766"/>
            <a:ext cx="582930" cy="416107"/>
          </a:xfrm>
          <a:prstGeom prst="rect">
            <a:avLst/>
          </a:prstGeom>
        </p:spPr>
      </p:pic>
      <p:pic>
        <p:nvPicPr>
          <p:cNvPr id="26" name="Graphic 25" descr="Truck outline">
            <a:extLst>
              <a:ext uri="{FF2B5EF4-FFF2-40B4-BE49-F238E27FC236}">
                <a16:creationId xmlns:a16="http://schemas.microsoft.com/office/drawing/2014/main" id="{B5D8F620-9A3C-7585-BA60-BBE4CA54F8E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61475" y="3572413"/>
            <a:ext cx="810576" cy="810576"/>
          </a:xfrm>
          <a:prstGeom prst="rect">
            <a:avLst/>
          </a:prstGeom>
        </p:spPr>
      </p:pic>
      <p:pic>
        <p:nvPicPr>
          <p:cNvPr id="28" name="Graphic 27" descr="Camera outline">
            <a:extLst>
              <a:ext uri="{FF2B5EF4-FFF2-40B4-BE49-F238E27FC236}">
                <a16:creationId xmlns:a16="http://schemas.microsoft.com/office/drawing/2014/main" id="{B1241454-531C-505A-F69C-88913B4B496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10151" y="3650124"/>
            <a:ext cx="582930" cy="582930"/>
          </a:xfrm>
          <a:prstGeom prst="rect">
            <a:avLst/>
          </a:prstGeom>
        </p:spPr>
      </p:pic>
      <p:pic>
        <p:nvPicPr>
          <p:cNvPr id="30" name="Graphic 29" descr="Cell Tower with solid fill">
            <a:extLst>
              <a:ext uri="{FF2B5EF4-FFF2-40B4-BE49-F238E27FC236}">
                <a16:creationId xmlns:a16="http://schemas.microsoft.com/office/drawing/2014/main" id="{56905029-C9A9-E6FC-3016-D2F8A2A4BC1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0586" y="4181093"/>
            <a:ext cx="582930" cy="582930"/>
          </a:xfrm>
          <a:prstGeom prst="rect">
            <a:avLst/>
          </a:prstGeom>
        </p:spPr>
      </p:pic>
      <p:sp>
        <p:nvSpPr>
          <p:cNvPr id="31" name="Date Placeholder 2">
            <a:extLst>
              <a:ext uri="{FF2B5EF4-FFF2-40B4-BE49-F238E27FC236}">
                <a16:creationId xmlns:a16="http://schemas.microsoft.com/office/drawing/2014/main" id="{EE465FB0-9F13-8C12-012D-A7C2C0B619EC}"/>
              </a:ext>
            </a:extLst>
          </p:cNvPr>
          <p:cNvSpPr>
            <a:spLocks noGrp="1"/>
          </p:cNvSpPr>
          <p:nvPr>
            <p:ph type="dt" sz="half" idx="10"/>
          </p:nvPr>
        </p:nvSpPr>
        <p:spPr>
          <a:xfrm>
            <a:off x="10490579" y="6380367"/>
            <a:ext cx="934659" cy="154800"/>
          </a:xfrm>
        </p:spPr>
        <p:txBody>
          <a:bodyPr/>
          <a:lstStyle/>
          <a:p>
            <a:r>
              <a:rPr lang="en-US"/>
              <a:t>2025</a:t>
            </a:r>
          </a:p>
        </p:txBody>
      </p:sp>
      <p:sp>
        <p:nvSpPr>
          <p:cNvPr id="32" name="Footer Placeholder 3">
            <a:extLst>
              <a:ext uri="{FF2B5EF4-FFF2-40B4-BE49-F238E27FC236}">
                <a16:creationId xmlns:a16="http://schemas.microsoft.com/office/drawing/2014/main" id="{266360AA-4DE1-1DFE-C216-E1E1D4211807}"/>
              </a:ext>
            </a:extLst>
          </p:cNvPr>
          <p:cNvSpPr>
            <a:spLocks noGrp="1"/>
          </p:cNvSpPr>
          <p:nvPr>
            <p:ph type="ftr" sz="quarter" idx="11"/>
          </p:nvPr>
        </p:nvSpPr>
        <p:spPr>
          <a:xfrm>
            <a:off x="300038" y="6379336"/>
            <a:ext cx="8528351" cy="155831"/>
          </a:xfrm>
        </p:spPr>
        <p:txBody>
          <a:bodyPr/>
          <a:lstStyle/>
          <a:p>
            <a:r>
              <a:rPr lang="en-US"/>
              <a:t> Summer worker | Internal</a:t>
            </a:r>
          </a:p>
        </p:txBody>
      </p:sp>
      <p:pic>
        <p:nvPicPr>
          <p:cNvPr id="33" name="Picture 32">
            <a:extLst>
              <a:ext uri="{FF2B5EF4-FFF2-40B4-BE49-F238E27FC236}">
                <a16:creationId xmlns:a16="http://schemas.microsoft.com/office/drawing/2014/main" id="{75D819AB-1F31-4EB3-A0CB-69282EA60334}"/>
              </a:ext>
            </a:extLst>
          </p:cNvPr>
          <p:cNvPicPr>
            <a:picLocks noChangeAspect="1"/>
          </p:cNvPicPr>
          <p:nvPr/>
        </p:nvPicPr>
        <p:blipFill>
          <a:blip r:embed="rId13"/>
          <a:stretch>
            <a:fillRect/>
          </a:stretch>
        </p:blipFill>
        <p:spPr>
          <a:xfrm>
            <a:off x="300038" y="6220826"/>
            <a:ext cx="1542422" cy="158510"/>
          </a:xfrm>
          <a:prstGeom prst="rect">
            <a:avLst/>
          </a:prstGeom>
        </p:spPr>
      </p:pic>
    </p:spTree>
    <p:extLst>
      <p:ext uri="{BB962C8B-B14F-4D97-AF65-F5344CB8AC3E}">
        <p14:creationId xmlns:p14="http://schemas.microsoft.com/office/powerpoint/2010/main" val="5080509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D153B-8DF7-70CB-5013-99F4F607760D}"/>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D870AE6E-1EA9-433C-4626-4C9A1A80F6C8}"/>
              </a:ext>
            </a:extLst>
          </p:cNvPr>
          <p:cNvSpPr>
            <a:spLocks noGrp="1"/>
          </p:cNvSpPr>
          <p:nvPr>
            <p:ph type="subTitle" idx="1"/>
          </p:nvPr>
        </p:nvSpPr>
        <p:spPr/>
        <p:txBody>
          <a:bodyPr/>
          <a:lstStyle/>
          <a:p>
            <a:endParaRPr lang="sv-SE"/>
          </a:p>
        </p:txBody>
      </p:sp>
      <p:sp>
        <p:nvSpPr>
          <p:cNvPr id="3" name="Title 2">
            <a:extLst>
              <a:ext uri="{FF2B5EF4-FFF2-40B4-BE49-F238E27FC236}">
                <a16:creationId xmlns:a16="http://schemas.microsoft.com/office/drawing/2014/main" id="{1A47C2CE-72D1-5B05-D605-4734384424DB}"/>
              </a:ext>
            </a:extLst>
          </p:cNvPr>
          <p:cNvSpPr>
            <a:spLocks noGrp="1"/>
          </p:cNvSpPr>
          <p:nvPr>
            <p:ph type="title"/>
          </p:nvPr>
        </p:nvSpPr>
        <p:spPr>
          <a:xfrm>
            <a:off x="1058327" y="4545042"/>
            <a:ext cx="8188657" cy="1135374"/>
          </a:xfrm>
        </p:spPr>
        <p:txBody>
          <a:bodyPr/>
          <a:lstStyle/>
          <a:p>
            <a:pPr algn="l"/>
            <a:r>
              <a:rPr lang="sv-SE" sz="9600"/>
              <a:t>Demo</a:t>
            </a:r>
          </a:p>
        </p:txBody>
      </p:sp>
      <p:sp>
        <p:nvSpPr>
          <p:cNvPr id="4" name="Text Placeholder 3">
            <a:extLst>
              <a:ext uri="{FF2B5EF4-FFF2-40B4-BE49-F238E27FC236}">
                <a16:creationId xmlns:a16="http://schemas.microsoft.com/office/drawing/2014/main" id="{D6ABB7B5-9204-0183-E67B-8D4C86C3A86E}"/>
              </a:ext>
            </a:extLst>
          </p:cNvPr>
          <p:cNvSpPr>
            <a:spLocks noGrp="1"/>
          </p:cNvSpPr>
          <p:nvPr>
            <p:ph type="body" sz="quarter" idx="21"/>
          </p:nvPr>
        </p:nvSpPr>
        <p:spPr/>
        <p:txBody>
          <a:bodyPr/>
          <a:lstStyle/>
          <a:p>
            <a:endParaRPr lang="sv-SE"/>
          </a:p>
        </p:txBody>
      </p:sp>
      <p:sp>
        <p:nvSpPr>
          <p:cNvPr id="5" name="Date Placeholder 2">
            <a:extLst>
              <a:ext uri="{FF2B5EF4-FFF2-40B4-BE49-F238E27FC236}">
                <a16:creationId xmlns:a16="http://schemas.microsoft.com/office/drawing/2014/main" id="{FB547BA8-DEAB-BC1C-E6CB-CE6E7E246457}"/>
              </a:ext>
            </a:extLst>
          </p:cNvPr>
          <p:cNvSpPr txBox="1">
            <a:spLocks/>
          </p:cNvSpPr>
          <p:nvPr/>
        </p:nvSpPr>
        <p:spPr bwMode="auto">
          <a:xfrm>
            <a:off x="10598734" y="6379336"/>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r"/>
            <a:r>
              <a:rPr lang="en-US"/>
              <a:t>2025</a:t>
            </a:r>
          </a:p>
        </p:txBody>
      </p:sp>
      <p:sp>
        <p:nvSpPr>
          <p:cNvPr id="6" name="Footer Placeholder 3">
            <a:extLst>
              <a:ext uri="{FF2B5EF4-FFF2-40B4-BE49-F238E27FC236}">
                <a16:creationId xmlns:a16="http://schemas.microsoft.com/office/drawing/2014/main" id="{08F9B54D-917D-C5F5-F564-FE53F9DAD07B}"/>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l"/>
            <a:r>
              <a:rPr lang="en-US"/>
              <a:t> Summer worker | Internal</a:t>
            </a:r>
          </a:p>
        </p:txBody>
      </p:sp>
    </p:spTree>
    <p:extLst>
      <p:ext uri="{BB962C8B-B14F-4D97-AF65-F5344CB8AC3E}">
        <p14:creationId xmlns:p14="http://schemas.microsoft.com/office/powerpoint/2010/main" val="32419633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55287-1D6F-CB25-EB55-8D69D8265292}"/>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74FC042C-95D0-D644-257D-FAF779CF1821}"/>
              </a:ext>
            </a:extLst>
          </p:cNvPr>
          <p:cNvSpPr>
            <a:spLocks noGrp="1"/>
          </p:cNvSpPr>
          <p:nvPr>
            <p:ph type="subTitle" idx="1"/>
          </p:nvPr>
        </p:nvSpPr>
        <p:spPr/>
        <p:txBody>
          <a:bodyPr/>
          <a:lstStyle/>
          <a:p>
            <a:endParaRPr lang="sv-SE"/>
          </a:p>
        </p:txBody>
      </p:sp>
      <p:sp>
        <p:nvSpPr>
          <p:cNvPr id="3" name="Title 2">
            <a:extLst>
              <a:ext uri="{FF2B5EF4-FFF2-40B4-BE49-F238E27FC236}">
                <a16:creationId xmlns:a16="http://schemas.microsoft.com/office/drawing/2014/main" id="{79BDE9EE-B42E-E935-0B88-BCB4CB7FE1D6}"/>
              </a:ext>
            </a:extLst>
          </p:cNvPr>
          <p:cNvSpPr>
            <a:spLocks noGrp="1"/>
          </p:cNvSpPr>
          <p:nvPr>
            <p:ph type="title"/>
          </p:nvPr>
        </p:nvSpPr>
        <p:spPr>
          <a:xfrm>
            <a:off x="1058327" y="4545042"/>
            <a:ext cx="8188657" cy="1135374"/>
          </a:xfrm>
        </p:spPr>
        <p:txBody>
          <a:bodyPr/>
          <a:lstStyle/>
          <a:p>
            <a:pPr algn="l"/>
            <a:r>
              <a:rPr lang="sv-SE" sz="9600"/>
              <a:t>Conclusion</a:t>
            </a:r>
          </a:p>
        </p:txBody>
      </p:sp>
      <p:sp>
        <p:nvSpPr>
          <p:cNvPr id="4" name="Text Placeholder 3">
            <a:extLst>
              <a:ext uri="{FF2B5EF4-FFF2-40B4-BE49-F238E27FC236}">
                <a16:creationId xmlns:a16="http://schemas.microsoft.com/office/drawing/2014/main" id="{4DF8629B-2ADE-B027-A9A2-8874E9EE2359}"/>
              </a:ext>
            </a:extLst>
          </p:cNvPr>
          <p:cNvSpPr>
            <a:spLocks noGrp="1"/>
          </p:cNvSpPr>
          <p:nvPr>
            <p:ph type="body" sz="quarter" idx="21"/>
          </p:nvPr>
        </p:nvSpPr>
        <p:spPr/>
        <p:txBody>
          <a:bodyPr/>
          <a:lstStyle/>
          <a:p>
            <a:endParaRPr lang="sv-SE"/>
          </a:p>
        </p:txBody>
      </p:sp>
      <p:sp>
        <p:nvSpPr>
          <p:cNvPr id="5" name="Date Placeholder 2">
            <a:extLst>
              <a:ext uri="{FF2B5EF4-FFF2-40B4-BE49-F238E27FC236}">
                <a16:creationId xmlns:a16="http://schemas.microsoft.com/office/drawing/2014/main" id="{53F80799-DE99-12C1-EB64-4A966D7D662C}"/>
              </a:ext>
            </a:extLst>
          </p:cNvPr>
          <p:cNvSpPr txBox="1">
            <a:spLocks/>
          </p:cNvSpPr>
          <p:nvPr/>
        </p:nvSpPr>
        <p:spPr bwMode="auto">
          <a:xfrm>
            <a:off x="10598734" y="6379336"/>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r"/>
            <a:r>
              <a:rPr lang="en-US"/>
              <a:t>2025</a:t>
            </a:r>
          </a:p>
        </p:txBody>
      </p:sp>
      <p:sp>
        <p:nvSpPr>
          <p:cNvPr id="6" name="Footer Placeholder 3">
            <a:extLst>
              <a:ext uri="{FF2B5EF4-FFF2-40B4-BE49-F238E27FC236}">
                <a16:creationId xmlns:a16="http://schemas.microsoft.com/office/drawing/2014/main" id="{393024BC-E176-BD55-A32B-9F53B4718D50}"/>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l"/>
            <a:r>
              <a:rPr lang="en-US"/>
              <a:t> Summer worker | Internal</a:t>
            </a:r>
          </a:p>
        </p:txBody>
      </p:sp>
    </p:spTree>
    <p:extLst>
      <p:ext uri="{BB962C8B-B14F-4D97-AF65-F5344CB8AC3E}">
        <p14:creationId xmlns:p14="http://schemas.microsoft.com/office/powerpoint/2010/main" val="37919459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73253-D173-0119-738A-B6F7F08D50D6}"/>
              </a:ext>
            </a:extLst>
          </p:cNvPr>
          <p:cNvSpPr>
            <a:spLocks noGrp="1"/>
          </p:cNvSpPr>
          <p:nvPr>
            <p:ph type="title"/>
          </p:nvPr>
        </p:nvSpPr>
        <p:spPr/>
        <p:txBody>
          <a:bodyPr/>
          <a:lstStyle/>
          <a:p>
            <a:r>
              <a:rPr lang="sv-SE"/>
              <a:t>Conclusion</a:t>
            </a:r>
            <a:endParaRPr lang="en-US"/>
          </a:p>
        </p:txBody>
      </p:sp>
      <p:sp>
        <p:nvSpPr>
          <p:cNvPr id="4" name="Rectangle: Rounded Corners 3">
            <a:extLst>
              <a:ext uri="{FF2B5EF4-FFF2-40B4-BE49-F238E27FC236}">
                <a16:creationId xmlns:a16="http://schemas.microsoft.com/office/drawing/2014/main" id="{39A2CF2F-C1B8-58BB-353A-9FF6412BBEB3}"/>
              </a:ext>
            </a:extLst>
          </p:cNvPr>
          <p:cNvSpPr/>
          <p:nvPr/>
        </p:nvSpPr>
        <p:spPr>
          <a:xfrm>
            <a:off x="621562" y="3141915"/>
            <a:ext cx="2113877" cy="2077173"/>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7C69923C-719C-3F2C-4797-3553D790A79C}"/>
              </a:ext>
            </a:extLst>
          </p:cNvPr>
          <p:cNvSpPr/>
          <p:nvPr/>
        </p:nvSpPr>
        <p:spPr>
          <a:xfrm>
            <a:off x="4913670" y="3055854"/>
            <a:ext cx="2113878" cy="2077174"/>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83B8B4DA-BC96-67C3-1BFE-6BBF35113314}"/>
              </a:ext>
            </a:extLst>
          </p:cNvPr>
          <p:cNvSpPr/>
          <p:nvPr/>
        </p:nvSpPr>
        <p:spPr>
          <a:xfrm>
            <a:off x="9493429" y="3054141"/>
            <a:ext cx="2113879" cy="2077173"/>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37C7CEE5-7625-8925-0E93-9C8DA71A0420}"/>
              </a:ext>
            </a:extLst>
          </p:cNvPr>
          <p:cNvCxnSpPr>
            <a:cxnSpLocks/>
          </p:cNvCxnSpPr>
          <p:nvPr/>
        </p:nvCxnSpPr>
        <p:spPr>
          <a:xfrm>
            <a:off x="2801291" y="4084413"/>
            <a:ext cx="202889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12E43C04-96AE-6AAF-1E97-057F9D6D3C6D}"/>
              </a:ext>
            </a:extLst>
          </p:cNvPr>
          <p:cNvCxnSpPr>
            <a:cxnSpLocks/>
          </p:cNvCxnSpPr>
          <p:nvPr/>
        </p:nvCxnSpPr>
        <p:spPr>
          <a:xfrm>
            <a:off x="7315200" y="3615159"/>
            <a:ext cx="199661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AFA77E99-A20E-FB2E-0685-6CDE1D46C38A}"/>
              </a:ext>
            </a:extLst>
          </p:cNvPr>
          <p:cNvCxnSpPr>
            <a:cxnSpLocks/>
          </p:cNvCxnSpPr>
          <p:nvPr/>
        </p:nvCxnSpPr>
        <p:spPr>
          <a:xfrm flipH="1">
            <a:off x="7315200" y="4492478"/>
            <a:ext cx="199661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4" name="Picture 13">
            <a:extLst>
              <a:ext uri="{FF2B5EF4-FFF2-40B4-BE49-F238E27FC236}">
                <a16:creationId xmlns:a16="http://schemas.microsoft.com/office/drawing/2014/main" id="{59DC332B-8462-4E06-7C66-181B9C5862F3}"/>
              </a:ext>
            </a:extLst>
          </p:cNvPr>
          <p:cNvPicPr>
            <a:picLocks noChangeAspect="1"/>
          </p:cNvPicPr>
          <p:nvPr/>
        </p:nvPicPr>
        <p:blipFill>
          <a:blip r:embed="rId3"/>
          <a:srcRect b="30900"/>
          <a:stretch>
            <a:fillRect/>
          </a:stretch>
        </p:blipFill>
        <p:spPr>
          <a:xfrm>
            <a:off x="5443981" y="2291993"/>
            <a:ext cx="1045862" cy="708358"/>
          </a:xfrm>
          <a:prstGeom prst="rect">
            <a:avLst/>
          </a:prstGeom>
        </p:spPr>
      </p:pic>
      <p:pic>
        <p:nvPicPr>
          <p:cNvPr id="15" name="Picture 14">
            <a:extLst>
              <a:ext uri="{FF2B5EF4-FFF2-40B4-BE49-F238E27FC236}">
                <a16:creationId xmlns:a16="http://schemas.microsoft.com/office/drawing/2014/main" id="{AF1A4EE4-1C90-85D2-2526-62446C602F32}"/>
              </a:ext>
            </a:extLst>
          </p:cNvPr>
          <p:cNvPicPr>
            <a:picLocks noChangeAspect="1"/>
          </p:cNvPicPr>
          <p:nvPr/>
        </p:nvPicPr>
        <p:blipFill>
          <a:blip r:embed="rId4"/>
          <a:srcRect b="27108"/>
          <a:stretch>
            <a:fillRect/>
          </a:stretch>
        </p:blipFill>
        <p:spPr>
          <a:xfrm>
            <a:off x="1131880" y="2130597"/>
            <a:ext cx="1133633" cy="923544"/>
          </a:xfrm>
          <a:prstGeom prst="rect">
            <a:avLst/>
          </a:prstGeom>
        </p:spPr>
      </p:pic>
      <p:sp>
        <p:nvSpPr>
          <p:cNvPr id="17" name="Flowchart: Magnetic Disk 16">
            <a:extLst>
              <a:ext uri="{FF2B5EF4-FFF2-40B4-BE49-F238E27FC236}">
                <a16:creationId xmlns:a16="http://schemas.microsoft.com/office/drawing/2014/main" id="{07275423-8B1F-EEC3-D02C-CFDF9516921E}"/>
              </a:ext>
            </a:extLst>
          </p:cNvPr>
          <p:cNvSpPr/>
          <p:nvPr/>
        </p:nvSpPr>
        <p:spPr>
          <a:xfrm>
            <a:off x="10646405" y="3263390"/>
            <a:ext cx="672942" cy="398033"/>
          </a:xfrm>
          <a:prstGeom prst="flowChartMagneticDisk">
            <a:avLst/>
          </a:prstGeom>
          <a:solidFill>
            <a:schemeClr val="accent1">
              <a:lumMod val="75000"/>
              <a:lumOff val="25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4000"/>
              </a:lnSpc>
              <a:spcBef>
                <a:spcPts val="952"/>
              </a:spcBef>
            </a:pPr>
            <a:endParaRPr lang="en-US" sz="1400" err="1">
              <a:solidFill>
                <a:schemeClr val="bg1"/>
              </a:solidFill>
            </a:endParaRPr>
          </a:p>
        </p:txBody>
      </p:sp>
      <p:pic>
        <p:nvPicPr>
          <p:cNvPr id="19" name="Picture 18">
            <a:extLst>
              <a:ext uri="{FF2B5EF4-FFF2-40B4-BE49-F238E27FC236}">
                <a16:creationId xmlns:a16="http://schemas.microsoft.com/office/drawing/2014/main" id="{2E6F89DD-DFCA-4DBE-9A9F-FB663B53F7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36774" y="3145245"/>
            <a:ext cx="673720" cy="673720"/>
          </a:xfrm>
          <a:prstGeom prst="rect">
            <a:avLst/>
          </a:prstGeom>
        </p:spPr>
      </p:pic>
      <p:pic>
        <p:nvPicPr>
          <p:cNvPr id="20" name="Picture 19">
            <a:extLst>
              <a:ext uri="{FF2B5EF4-FFF2-40B4-BE49-F238E27FC236}">
                <a16:creationId xmlns:a16="http://schemas.microsoft.com/office/drawing/2014/main" id="{469916D5-0D12-1F7D-3813-3E80532D3F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94222" y="3141914"/>
            <a:ext cx="677051" cy="677051"/>
          </a:xfrm>
          <a:prstGeom prst="rect">
            <a:avLst/>
          </a:prstGeom>
        </p:spPr>
      </p:pic>
      <p:pic>
        <p:nvPicPr>
          <p:cNvPr id="21" name="Picture 20" descr="A road with a bus on it&#10;&#10;AI-generated content may be incorrect.">
            <a:extLst>
              <a:ext uri="{FF2B5EF4-FFF2-40B4-BE49-F238E27FC236}">
                <a16:creationId xmlns:a16="http://schemas.microsoft.com/office/drawing/2014/main" id="{6B106E3D-CE3D-8890-07CD-84BE5FD1E0C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20554" y="4024597"/>
            <a:ext cx="1681024" cy="952581"/>
          </a:xfrm>
          <a:prstGeom prst="rect">
            <a:avLst/>
          </a:prstGeom>
        </p:spPr>
      </p:pic>
      <p:pic>
        <p:nvPicPr>
          <p:cNvPr id="22" name="Picture 21">
            <a:extLst>
              <a:ext uri="{FF2B5EF4-FFF2-40B4-BE49-F238E27FC236}">
                <a16:creationId xmlns:a16="http://schemas.microsoft.com/office/drawing/2014/main" id="{3FA92882-2F6C-3B56-9CF4-FF3627F03E27}"/>
              </a:ext>
            </a:extLst>
          </p:cNvPr>
          <p:cNvPicPr>
            <a:picLocks noChangeAspect="1"/>
          </p:cNvPicPr>
          <p:nvPr/>
        </p:nvPicPr>
        <p:blipFill>
          <a:blip r:embed="rId7"/>
          <a:stretch>
            <a:fillRect/>
          </a:stretch>
        </p:blipFill>
        <p:spPr>
          <a:xfrm>
            <a:off x="2958543" y="3167533"/>
            <a:ext cx="261467" cy="261467"/>
          </a:xfrm>
          <a:prstGeom prst="rect">
            <a:avLst/>
          </a:prstGeom>
        </p:spPr>
      </p:pic>
      <p:pic>
        <p:nvPicPr>
          <p:cNvPr id="23" name="Picture 22">
            <a:extLst>
              <a:ext uri="{FF2B5EF4-FFF2-40B4-BE49-F238E27FC236}">
                <a16:creationId xmlns:a16="http://schemas.microsoft.com/office/drawing/2014/main" id="{84448948-ED7E-F3F4-2D48-2C3C1D5EE12B}"/>
              </a:ext>
            </a:extLst>
          </p:cNvPr>
          <p:cNvPicPr>
            <a:picLocks noChangeAspect="1"/>
          </p:cNvPicPr>
          <p:nvPr/>
        </p:nvPicPr>
        <p:blipFill>
          <a:blip r:embed="rId8"/>
          <a:stretch>
            <a:fillRect/>
          </a:stretch>
        </p:blipFill>
        <p:spPr>
          <a:xfrm>
            <a:off x="3136230" y="3541185"/>
            <a:ext cx="261467" cy="253166"/>
          </a:xfrm>
          <a:prstGeom prst="rect">
            <a:avLst/>
          </a:prstGeom>
        </p:spPr>
      </p:pic>
      <p:sp>
        <p:nvSpPr>
          <p:cNvPr id="24" name="TextBox 23">
            <a:extLst>
              <a:ext uri="{FF2B5EF4-FFF2-40B4-BE49-F238E27FC236}">
                <a16:creationId xmlns:a16="http://schemas.microsoft.com/office/drawing/2014/main" id="{43B692BD-F794-A31F-AA7B-0A3E5C97FABE}"/>
              </a:ext>
            </a:extLst>
          </p:cNvPr>
          <p:cNvSpPr txBox="1"/>
          <p:nvPr/>
        </p:nvSpPr>
        <p:spPr>
          <a:xfrm>
            <a:off x="7656330" y="4653789"/>
            <a:ext cx="1549449" cy="569515"/>
          </a:xfrm>
          <a:prstGeom prst="rect">
            <a:avLst/>
          </a:prstGeom>
          <a:noFill/>
        </p:spPr>
        <p:txBody>
          <a:bodyPr wrap="square" rtlCol="0">
            <a:spAutoFit/>
          </a:bodyPr>
          <a:lstStyle/>
          <a:p>
            <a:pPr algn="l">
              <a:lnSpc>
                <a:spcPct val="114000"/>
              </a:lnSpc>
              <a:spcBef>
                <a:spcPts val="952"/>
              </a:spcBef>
            </a:pPr>
            <a:r>
              <a:rPr lang="sv-SE" sz="1400"/>
              <a:t>SignIsDetected: True / False</a:t>
            </a:r>
            <a:endParaRPr lang="en-US" sz="1400" err="1"/>
          </a:p>
        </p:txBody>
      </p:sp>
      <p:pic>
        <p:nvPicPr>
          <p:cNvPr id="25" name="Graphic 24" descr="Cell Tower with solid fill">
            <a:extLst>
              <a:ext uri="{FF2B5EF4-FFF2-40B4-BE49-F238E27FC236}">
                <a16:creationId xmlns:a16="http://schemas.microsoft.com/office/drawing/2014/main" id="{90BA1982-CABF-58F9-D319-7C50E79A19A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785243" y="2392779"/>
            <a:ext cx="639995" cy="639995"/>
          </a:xfrm>
          <a:prstGeom prst="rect">
            <a:avLst/>
          </a:prstGeom>
        </p:spPr>
      </p:pic>
      <p:sp>
        <p:nvSpPr>
          <p:cNvPr id="10" name="Date Placeholder 2">
            <a:extLst>
              <a:ext uri="{FF2B5EF4-FFF2-40B4-BE49-F238E27FC236}">
                <a16:creationId xmlns:a16="http://schemas.microsoft.com/office/drawing/2014/main" id="{54A115F3-1975-A6BE-D5A5-67726AAF516E}"/>
              </a:ext>
            </a:extLst>
          </p:cNvPr>
          <p:cNvSpPr>
            <a:spLocks noGrp="1"/>
          </p:cNvSpPr>
          <p:nvPr>
            <p:ph type="dt" sz="half" idx="10"/>
          </p:nvPr>
        </p:nvSpPr>
        <p:spPr>
          <a:xfrm>
            <a:off x="10490579" y="6380367"/>
            <a:ext cx="934659" cy="154800"/>
          </a:xfrm>
        </p:spPr>
        <p:txBody>
          <a:bodyPr/>
          <a:lstStyle/>
          <a:p>
            <a:r>
              <a:rPr lang="en-US"/>
              <a:t>2025</a:t>
            </a:r>
          </a:p>
        </p:txBody>
      </p:sp>
      <p:sp>
        <p:nvSpPr>
          <p:cNvPr id="11" name="Footer Placeholder 3">
            <a:extLst>
              <a:ext uri="{FF2B5EF4-FFF2-40B4-BE49-F238E27FC236}">
                <a16:creationId xmlns:a16="http://schemas.microsoft.com/office/drawing/2014/main" id="{463BCC13-17A1-ABEC-CDE8-96D1A41F56BB}"/>
              </a:ext>
            </a:extLst>
          </p:cNvPr>
          <p:cNvSpPr>
            <a:spLocks noGrp="1"/>
          </p:cNvSpPr>
          <p:nvPr>
            <p:ph type="ftr" sz="quarter" idx="11"/>
          </p:nvPr>
        </p:nvSpPr>
        <p:spPr>
          <a:xfrm>
            <a:off x="300038" y="6379336"/>
            <a:ext cx="8528351" cy="155831"/>
          </a:xfrm>
        </p:spPr>
        <p:txBody>
          <a:bodyPr/>
          <a:lstStyle/>
          <a:p>
            <a:r>
              <a:rPr lang="en-US"/>
              <a:t> Summer worker | Internal</a:t>
            </a:r>
          </a:p>
        </p:txBody>
      </p:sp>
      <p:pic>
        <p:nvPicPr>
          <p:cNvPr id="12" name="Picture 11">
            <a:extLst>
              <a:ext uri="{FF2B5EF4-FFF2-40B4-BE49-F238E27FC236}">
                <a16:creationId xmlns:a16="http://schemas.microsoft.com/office/drawing/2014/main" id="{2C5CEF6E-976C-0538-E693-B470BF42977C}"/>
              </a:ext>
            </a:extLst>
          </p:cNvPr>
          <p:cNvPicPr>
            <a:picLocks noChangeAspect="1"/>
          </p:cNvPicPr>
          <p:nvPr/>
        </p:nvPicPr>
        <p:blipFill>
          <a:blip r:embed="rId11"/>
          <a:stretch>
            <a:fillRect/>
          </a:stretch>
        </p:blipFill>
        <p:spPr>
          <a:xfrm>
            <a:off x="300038" y="6220826"/>
            <a:ext cx="1542422" cy="158510"/>
          </a:xfrm>
          <a:prstGeom prst="rect">
            <a:avLst/>
          </a:prstGeom>
        </p:spPr>
      </p:pic>
      <p:pic>
        <p:nvPicPr>
          <p:cNvPr id="26" name="Picture 25" descr="A road with trees and signs&#10;&#10;AI-generated content may be incorrect.">
            <a:extLst>
              <a:ext uri="{FF2B5EF4-FFF2-40B4-BE49-F238E27FC236}">
                <a16:creationId xmlns:a16="http://schemas.microsoft.com/office/drawing/2014/main" id="{40A597F9-ED81-63FB-B943-C01A090673AF}"/>
              </a:ext>
            </a:extLst>
          </p:cNvPr>
          <p:cNvPicPr>
            <a:picLocks noChangeAspect="1"/>
          </p:cNvPicPr>
          <p:nvPr/>
        </p:nvPicPr>
        <p:blipFill>
          <a:blip r:embed="rId12"/>
          <a:stretch>
            <a:fillRect/>
          </a:stretch>
        </p:blipFill>
        <p:spPr>
          <a:xfrm>
            <a:off x="9804892" y="3968184"/>
            <a:ext cx="1588072" cy="975015"/>
          </a:xfrm>
          <a:prstGeom prst="rect">
            <a:avLst/>
          </a:prstGeom>
        </p:spPr>
      </p:pic>
      <p:pic>
        <p:nvPicPr>
          <p:cNvPr id="28" name="Picture 27" descr="A road with a bus on it&#10;&#10;AI-generated content may be incorrect.">
            <a:extLst>
              <a:ext uri="{FF2B5EF4-FFF2-40B4-BE49-F238E27FC236}">
                <a16:creationId xmlns:a16="http://schemas.microsoft.com/office/drawing/2014/main" id="{726A58BC-3469-4A27-05D5-0AB52A35A200}"/>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180113" y="4010671"/>
            <a:ext cx="1650992" cy="935563"/>
          </a:xfrm>
          <a:prstGeom prst="rect">
            <a:avLst/>
          </a:prstGeom>
        </p:spPr>
      </p:pic>
      <p:pic>
        <p:nvPicPr>
          <p:cNvPr id="30" name="Picture 29">
            <a:extLst>
              <a:ext uri="{FF2B5EF4-FFF2-40B4-BE49-F238E27FC236}">
                <a16:creationId xmlns:a16="http://schemas.microsoft.com/office/drawing/2014/main" id="{C7ED710C-D05E-F02F-73D1-49CCB1446E26}"/>
              </a:ext>
            </a:extLst>
          </p:cNvPr>
          <p:cNvPicPr>
            <a:picLocks noChangeAspect="1"/>
          </p:cNvPicPr>
          <p:nvPr/>
        </p:nvPicPr>
        <p:blipFill>
          <a:blip r:embed="rId14"/>
          <a:stretch>
            <a:fillRect/>
          </a:stretch>
        </p:blipFill>
        <p:spPr>
          <a:xfrm>
            <a:off x="3601501" y="3549722"/>
            <a:ext cx="269815" cy="237598"/>
          </a:xfrm>
          <a:prstGeom prst="rect">
            <a:avLst/>
          </a:prstGeom>
        </p:spPr>
      </p:pic>
      <p:pic>
        <p:nvPicPr>
          <p:cNvPr id="31" name="Picture 30">
            <a:extLst>
              <a:ext uri="{FF2B5EF4-FFF2-40B4-BE49-F238E27FC236}">
                <a16:creationId xmlns:a16="http://schemas.microsoft.com/office/drawing/2014/main" id="{6EE37D77-BBC5-E0F5-8060-CAFD866DE1B7}"/>
              </a:ext>
            </a:extLst>
          </p:cNvPr>
          <p:cNvPicPr>
            <a:picLocks noChangeAspect="1"/>
          </p:cNvPicPr>
          <p:nvPr/>
        </p:nvPicPr>
        <p:blipFill>
          <a:blip r:embed="rId15"/>
          <a:stretch>
            <a:fillRect/>
          </a:stretch>
        </p:blipFill>
        <p:spPr>
          <a:xfrm>
            <a:off x="3397697" y="3229403"/>
            <a:ext cx="222339" cy="255690"/>
          </a:xfrm>
          <a:prstGeom prst="rect">
            <a:avLst/>
          </a:prstGeom>
        </p:spPr>
      </p:pic>
      <p:pic>
        <p:nvPicPr>
          <p:cNvPr id="32" name="Picture 31">
            <a:extLst>
              <a:ext uri="{FF2B5EF4-FFF2-40B4-BE49-F238E27FC236}">
                <a16:creationId xmlns:a16="http://schemas.microsoft.com/office/drawing/2014/main" id="{61503FBC-C16C-B970-7216-E2F640689AF3}"/>
              </a:ext>
            </a:extLst>
          </p:cNvPr>
          <p:cNvPicPr>
            <a:picLocks noChangeAspect="1"/>
          </p:cNvPicPr>
          <p:nvPr/>
        </p:nvPicPr>
        <p:blipFill>
          <a:blip r:embed="rId16"/>
          <a:stretch>
            <a:fillRect/>
          </a:stretch>
        </p:blipFill>
        <p:spPr>
          <a:xfrm>
            <a:off x="4333749" y="3201331"/>
            <a:ext cx="312246" cy="292731"/>
          </a:xfrm>
          <a:prstGeom prst="rect">
            <a:avLst/>
          </a:prstGeom>
        </p:spPr>
      </p:pic>
      <p:pic>
        <p:nvPicPr>
          <p:cNvPr id="35" name="Picture 34">
            <a:extLst>
              <a:ext uri="{FF2B5EF4-FFF2-40B4-BE49-F238E27FC236}">
                <a16:creationId xmlns:a16="http://schemas.microsoft.com/office/drawing/2014/main" id="{C33CE017-1762-BA94-E961-BCC6CED86FFD}"/>
              </a:ext>
            </a:extLst>
          </p:cNvPr>
          <p:cNvPicPr>
            <a:picLocks noChangeAspect="1"/>
          </p:cNvPicPr>
          <p:nvPr/>
        </p:nvPicPr>
        <p:blipFill>
          <a:blip r:embed="rId17"/>
          <a:stretch>
            <a:fillRect/>
          </a:stretch>
        </p:blipFill>
        <p:spPr>
          <a:xfrm>
            <a:off x="4075120" y="3557214"/>
            <a:ext cx="326240" cy="261751"/>
          </a:xfrm>
          <a:prstGeom prst="rect">
            <a:avLst/>
          </a:prstGeom>
        </p:spPr>
      </p:pic>
      <p:pic>
        <p:nvPicPr>
          <p:cNvPr id="37" name="Picture 36">
            <a:extLst>
              <a:ext uri="{FF2B5EF4-FFF2-40B4-BE49-F238E27FC236}">
                <a16:creationId xmlns:a16="http://schemas.microsoft.com/office/drawing/2014/main" id="{A731821C-7DDF-5FE4-1949-5211FF7C753A}"/>
              </a:ext>
            </a:extLst>
          </p:cNvPr>
          <p:cNvPicPr>
            <a:picLocks noChangeAspect="1"/>
          </p:cNvPicPr>
          <p:nvPr/>
        </p:nvPicPr>
        <p:blipFill>
          <a:blip r:embed="rId18"/>
          <a:stretch>
            <a:fillRect/>
          </a:stretch>
        </p:blipFill>
        <p:spPr>
          <a:xfrm>
            <a:off x="3837093" y="3214778"/>
            <a:ext cx="272965" cy="255689"/>
          </a:xfrm>
          <a:prstGeom prst="rect">
            <a:avLst/>
          </a:prstGeom>
        </p:spPr>
      </p:pic>
      <p:pic>
        <p:nvPicPr>
          <p:cNvPr id="44" name="Graphic 43" descr="Document outline">
            <a:extLst>
              <a:ext uri="{FF2B5EF4-FFF2-40B4-BE49-F238E27FC236}">
                <a16:creationId xmlns:a16="http://schemas.microsoft.com/office/drawing/2014/main" id="{1CBCBCD6-34F6-20E9-025D-7E40B8E69C93}"/>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928965" y="3181621"/>
            <a:ext cx="590508" cy="590508"/>
          </a:xfrm>
          <a:prstGeom prst="rect">
            <a:avLst/>
          </a:prstGeom>
        </p:spPr>
      </p:pic>
      <p:pic>
        <p:nvPicPr>
          <p:cNvPr id="45" name="Picture 44">
            <a:extLst>
              <a:ext uri="{FF2B5EF4-FFF2-40B4-BE49-F238E27FC236}">
                <a16:creationId xmlns:a16="http://schemas.microsoft.com/office/drawing/2014/main" id="{E0AAA7DD-6766-15F6-9C80-3DF78DB0209C}"/>
              </a:ext>
            </a:extLst>
          </p:cNvPr>
          <p:cNvPicPr>
            <a:picLocks noChangeAspect="1"/>
          </p:cNvPicPr>
          <p:nvPr/>
        </p:nvPicPr>
        <p:blipFill>
          <a:blip r:embed="rId7"/>
          <a:stretch>
            <a:fillRect/>
          </a:stretch>
        </p:blipFill>
        <p:spPr>
          <a:xfrm>
            <a:off x="7512909" y="2802043"/>
            <a:ext cx="261467" cy="261467"/>
          </a:xfrm>
          <a:prstGeom prst="rect">
            <a:avLst/>
          </a:prstGeom>
        </p:spPr>
      </p:pic>
      <p:pic>
        <p:nvPicPr>
          <p:cNvPr id="46" name="Picture 45">
            <a:extLst>
              <a:ext uri="{FF2B5EF4-FFF2-40B4-BE49-F238E27FC236}">
                <a16:creationId xmlns:a16="http://schemas.microsoft.com/office/drawing/2014/main" id="{579435C3-1663-F869-1717-C9087D8E2D3B}"/>
              </a:ext>
            </a:extLst>
          </p:cNvPr>
          <p:cNvPicPr>
            <a:picLocks noChangeAspect="1"/>
          </p:cNvPicPr>
          <p:nvPr/>
        </p:nvPicPr>
        <p:blipFill>
          <a:blip r:embed="rId8"/>
          <a:stretch>
            <a:fillRect/>
          </a:stretch>
        </p:blipFill>
        <p:spPr>
          <a:xfrm>
            <a:off x="7690596" y="3175695"/>
            <a:ext cx="261467" cy="253166"/>
          </a:xfrm>
          <a:prstGeom prst="rect">
            <a:avLst/>
          </a:prstGeom>
        </p:spPr>
      </p:pic>
      <p:pic>
        <p:nvPicPr>
          <p:cNvPr id="47" name="Picture 46">
            <a:extLst>
              <a:ext uri="{FF2B5EF4-FFF2-40B4-BE49-F238E27FC236}">
                <a16:creationId xmlns:a16="http://schemas.microsoft.com/office/drawing/2014/main" id="{1868FDA9-9774-8259-FD76-3ED44B92A736}"/>
              </a:ext>
            </a:extLst>
          </p:cNvPr>
          <p:cNvPicPr>
            <a:picLocks noChangeAspect="1"/>
          </p:cNvPicPr>
          <p:nvPr/>
        </p:nvPicPr>
        <p:blipFill>
          <a:blip r:embed="rId14"/>
          <a:stretch>
            <a:fillRect/>
          </a:stretch>
        </p:blipFill>
        <p:spPr>
          <a:xfrm>
            <a:off x="8155867" y="3184232"/>
            <a:ext cx="269815" cy="237598"/>
          </a:xfrm>
          <a:prstGeom prst="rect">
            <a:avLst/>
          </a:prstGeom>
        </p:spPr>
      </p:pic>
      <p:pic>
        <p:nvPicPr>
          <p:cNvPr id="48" name="Picture 47">
            <a:extLst>
              <a:ext uri="{FF2B5EF4-FFF2-40B4-BE49-F238E27FC236}">
                <a16:creationId xmlns:a16="http://schemas.microsoft.com/office/drawing/2014/main" id="{313DFB63-83D4-B7D1-BD42-151CAA37895E}"/>
              </a:ext>
            </a:extLst>
          </p:cNvPr>
          <p:cNvPicPr>
            <a:picLocks noChangeAspect="1"/>
          </p:cNvPicPr>
          <p:nvPr/>
        </p:nvPicPr>
        <p:blipFill>
          <a:blip r:embed="rId15"/>
          <a:stretch>
            <a:fillRect/>
          </a:stretch>
        </p:blipFill>
        <p:spPr>
          <a:xfrm>
            <a:off x="7952063" y="2863913"/>
            <a:ext cx="222339" cy="255690"/>
          </a:xfrm>
          <a:prstGeom prst="rect">
            <a:avLst/>
          </a:prstGeom>
        </p:spPr>
      </p:pic>
      <p:pic>
        <p:nvPicPr>
          <p:cNvPr id="49" name="Picture 48">
            <a:extLst>
              <a:ext uri="{FF2B5EF4-FFF2-40B4-BE49-F238E27FC236}">
                <a16:creationId xmlns:a16="http://schemas.microsoft.com/office/drawing/2014/main" id="{5027DE62-64EC-F776-FC80-8565CE9CDDE1}"/>
              </a:ext>
            </a:extLst>
          </p:cNvPr>
          <p:cNvPicPr>
            <a:picLocks noChangeAspect="1"/>
          </p:cNvPicPr>
          <p:nvPr/>
        </p:nvPicPr>
        <p:blipFill>
          <a:blip r:embed="rId16"/>
          <a:stretch>
            <a:fillRect/>
          </a:stretch>
        </p:blipFill>
        <p:spPr>
          <a:xfrm>
            <a:off x="8888115" y="2835841"/>
            <a:ext cx="312246" cy="292731"/>
          </a:xfrm>
          <a:prstGeom prst="rect">
            <a:avLst/>
          </a:prstGeom>
        </p:spPr>
      </p:pic>
      <p:pic>
        <p:nvPicPr>
          <p:cNvPr id="50" name="Picture 49">
            <a:extLst>
              <a:ext uri="{FF2B5EF4-FFF2-40B4-BE49-F238E27FC236}">
                <a16:creationId xmlns:a16="http://schemas.microsoft.com/office/drawing/2014/main" id="{B723108B-8348-1DC9-FC1D-4DAE5ECBED86}"/>
              </a:ext>
            </a:extLst>
          </p:cNvPr>
          <p:cNvPicPr>
            <a:picLocks noChangeAspect="1"/>
          </p:cNvPicPr>
          <p:nvPr/>
        </p:nvPicPr>
        <p:blipFill>
          <a:blip r:embed="rId17"/>
          <a:stretch>
            <a:fillRect/>
          </a:stretch>
        </p:blipFill>
        <p:spPr>
          <a:xfrm>
            <a:off x="8629486" y="3191724"/>
            <a:ext cx="326240" cy="261751"/>
          </a:xfrm>
          <a:prstGeom prst="rect">
            <a:avLst/>
          </a:prstGeom>
        </p:spPr>
      </p:pic>
      <p:pic>
        <p:nvPicPr>
          <p:cNvPr id="51" name="Picture 50">
            <a:extLst>
              <a:ext uri="{FF2B5EF4-FFF2-40B4-BE49-F238E27FC236}">
                <a16:creationId xmlns:a16="http://schemas.microsoft.com/office/drawing/2014/main" id="{A0F6DE5F-5EBD-5F51-EDC4-201A6CC1156D}"/>
              </a:ext>
            </a:extLst>
          </p:cNvPr>
          <p:cNvPicPr>
            <a:picLocks noChangeAspect="1"/>
          </p:cNvPicPr>
          <p:nvPr/>
        </p:nvPicPr>
        <p:blipFill>
          <a:blip r:embed="rId18"/>
          <a:stretch>
            <a:fillRect/>
          </a:stretch>
        </p:blipFill>
        <p:spPr>
          <a:xfrm>
            <a:off x="8391459" y="2849288"/>
            <a:ext cx="272965" cy="255689"/>
          </a:xfrm>
          <a:prstGeom prst="rect">
            <a:avLst/>
          </a:prstGeom>
        </p:spPr>
      </p:pic>
      <p:pic>
        <p:nvPicPr>
          <p:cNvPr id="52" name="Graphic 51" descr="Cell Tower with solid fill">
            <a:extLst>
              <a:ext uri="{FF2B5EF4-FFF2-40B4-BE49-F238E27FC236}">
                <a16:creationId xmlns:a16="http://schemas.microsoft.com/office/drawing/2014/main" id="{AB4F8FA0-69D5-320B-2B69-B7F7183A7B4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634943" y="2269522"/>
            <a:ext cx="710009" cy="710009"/>
          </a:xfrm>
          <a:prstGeom prst="rect">
            <a:avLst/>
          </a:prstGeom>
        </p:spPr>
      </p:pic>
      <p:pic>
        <p:nvPicPr>
          <p:cNvPr id="53" name="Graphic 52" descr="Cell Tower with solid fill">
            <a:extLst>
              <a:ext uri="{FF2B5EF4-FFF2-40B4-BE49-F238E27FC236}">
                <a16:creationId xmlns:a16="http://schemas.microsoft.com/office/drawing/2014/main" id="{09B9ED61-3C14-9459-C924-B8206DF6250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236645" y="1689761"/>
            <a:ext cx="639995" cy="639995"/>
          </a:xfrm>
          <a:prstGeom prst="rect">
            <a:avLst/>
          </a:prstGeom>
        </p:spPr>
      </p:pic>
      <p:pic>
        <p:nvPicPr>
          <p:cNvPr id="54" name="Graphic 53" descr="Cell Tower with solid fill">
            <a:extLst>
              <a:ext uri="{FF2B5EF4-FFF2-40B4-BE49-F238E27FC236}">
                <a16:creationId xmlns:a16="http://schemas.microsoft.com/office/drawing/2014/main" id="{D8F6DA67-F9FC-EF9C-DA10-3CCA3487E96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449887" y="1254099"/>
            <a:ext cx="710009" cy="710009"/>
          </a:xfrm>
          <a:prstGeom prst="rect">
            <a:avLst/>
          </a:prstGeom>
        </p:spPr>
      </p:pic>
      <p:pic>
        <p:nvPicPr>
          <p:cNvPr id="55" name="Graphic 54" descr="Cell Tower with solid fill">
            <a:extLst>
              <a:ext uri="{FF2B5EF4-FFF2-40B4-BE49-F238E27FC236}">
                <a16:creationId xmlns:a16="http://schemas.microsoft.com/office/drawing/2014/main" id="{ACAFBB21-BFEB-797C-4D43-E34BC4A693C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953389" y="1295762"/>
            <a:ext cx="639995" cy="639995"/>
          </a:xfrm>
          <a:prstGeom prst="rect">
            <a:avLst/>
          </a:prstGeom>
        </p:spPr>
      </p:pic>
    </p:spTree>
    <p:extLst>
      <p:ext uri="{BB962C8B-B14F-4D97-AF65-F5344CB8AC3E}">
        <p14:creationId xmlns:p14="http://schemas.microsoft.com/office/powerpoint/2010/main" val="14287556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8324E-671C-796F-CBCD-E468D804D78C}"/>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18EE3101-60E4-F30F-5AF3-40C7FF0D5C0A}"/>
              </a:ext>
            </a:extLst>
          </p:cNvPr>
          <p:cNvSpPr>
            <a:spLocks noGrp="1"/>
          </p:cNvSpPr>
          <p:nvPr>
            <p:ph type="subTitle" idx="1"/>
          </p:nvPr>
        </p:nvSpPr>
        <p:spPr/>
        <p:txBody>
          <a:bodyPr/>
          <a:lstStyle/>
          <a:p>
            <a:endParaRPr lang="sv-SE"/>
          </a:p>
        </p:txBody>
      </p:sp>
      <p:sp>
        <p:nvSpPr>
          <p:cNvPr id="3" name="Title 2">
            <a:extLst>
              <a:ext uri="{FF2B5EF4-FFF2-40B4-BE49-F238E27FC236}">
                <a16:creationId xmlns:a16="http://schemas.microsoft.com/office/drawing/2014/main" id="{97492F1E-C871-EC3F-AFF6-52A678BE1EB6}"/>
              </a:ext>
            </a:extLst>
          </p:cNvPr>
          <p:cNvSpPr>
            <a:spLocks noGrp="1"/>
          </p:cNvSpPr>
          <p:nvPr>
            <p:ph type="title"/>
          </p:nvPr>
        </p:nvSpPr>
        <p:spPr>
          <a:xfrm>
            <a:off x="1058327" y="4545042"/>
            <a:ext cx="8188657" cy="1135374"/>
          </a:xfrm>
        </p:spPr>
        <p:txBody>
          <a:bodyPr/>
          <a:lstStyle/>
          <a:p>
            <a:pPr algn="l"/>
            <a:r>
              <a:rPr lang="sv-SE" sz="9600"/>
              <a:t>Future Work</a:t>
            </a:r>
          </a:p>
        </p:txBody>
      </p:sp>
      <p:sp>
        <p:nvSpPr>
          <p:cNvPr id="4" name="Text Placeholder 3">
            <a:extLst>
              <a:ext uri="{FF2B5EF4-FFF2-40B4-BE49-F238E27FC236}">
                <a16:creationId xmlns:a16="http://schemas.microsoft.com/office/drawing/2014/main" id="{278405E8-4F10-4883-D529-792FAD088137}"/>
              </a:ext>
            </a:extLst>
          </p:cNvPr>
          <p:cNvSpPr>
            <a:spLocks noGrp="1"/>
          </p:cNvSpPr>
          <p:nvPr>
            <p:ph type="body" sz="quarter" idx="21"/>
          </p:nvPr>
        </p:nvSpPr>
        <p:spPr/>
        <p:txBody>
          <a:bodyPr/>
          <a:lstStyle/>
          <a:p>
            <a:endParaRPr lang="sv-SE"/>
          </a:p>
        </p:txBody>
      </p:sp>
      <p:sp>
        <p:nvSpPr>
          <p:cNvPr id="5" name="Date Placeholder 2">
            <a:extLst>
              <a:ext uri="{FF2B5EF4-FFF2-40B4-BE49-F238E27FC236}">
                <a16:creationId xmlns:a16="http://schemas.microsoft.com/office/drawing/2014/main" id="{A1B2FC57-737E-3EE4-38B0-9428253292DB}"/>
              </a:ext>
            </a:extLst>
          </p:cNvPr>
          <p:cNvSpPr txBox="1">
            <a:spLocks/>
          </p:cNvSpPr>
          <p:nvPr/>
        </p:nvSpPr>
        <p:spPr bwMode="auto">
          <a:xfrm>
            <a:off x="10598734" y="6379336"/>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r"/>
            <a:r>
              <a:rPr lang="en-US"/>
              <a:t>2025</a:t>
            </a:r>
          </a:p>
        </p:txBody>
      </p:sp>
      <p:sp>
        <p:nvSpPr>
          <p:cNvPr id="6" name="Footer Placeholder 3">
            <a:extLst>
              <a:ext uri="{FF2B5EF4-FFF2-40B4-BE49-F238E27FC236}">
                <a16:creationId xmlns:a16="http://schemas.microsoft.com/office/drawing/2014/main" id="{1A5F59F2-DC67-D218-2225-D19B9CBF8C2E}"/>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l"/>
            <a:r>
              <a:rPr lang="en-US"/>
              <a:t> Summer worker | Internal</a:t>
            </a:r>
          </a:p>
        </p:txBody>
      </p:sp>
    </p:spTree>
    <p:extLst>
      <p:ext uri="{BB962C8B-B14F-4D97-AF65-F5344CB8AC3E}">
        <p14:creationId xmlns:p14="http://schemas.microsoft.com/office/powerpoint/2010/main" val="3317848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C85E3-7CAF-6C4B-FD83-55E48F5231F3}"/>
              </a:ext>
            </a:extLst>
          </p:cNvPr>
          <p:cNvSpPr>
            <a:spLocks noGrp="1"/>
          </p:cNvSpPr>
          <p:nvPr>
            <p:ph type="title"/>
          </p:nvPr>
        </p:nvSpPr>
        <p:spPr/>
        <p:txBody>
          <a:bodyPr/>
          <a:lstStyle/>
          <a:p>
            <a:r>
              <a:rPr lang="sv-SE"/>
              <a:t>Future work</a:t>
            </a:r>
            <a:endParaRPr lang="en-US"/>
          </a:p>
        </p:txBody>
      </p:sp>
      <p:sp>
        <p:nvSpPr>
          <p:cNvPr id="3" name="Content Placeholder 2">
            <a:extLst>
              <a:ext uri="{FF2B5EF4-FFF2-40B4-BE49-F238E27FC236}">
                <a16:creationId xmlns:a16="http://schemas.microsoft.com/office/drawing/2014/main" id="{914284F2-30C0-3D48-5994-BD75ED41A75F}"/>
              </a:ext>
            </a:extLst>
          </p:cNvPr>
          <p:cNvSpPr>
            <a:spLocks noGrp="1"/>
          </p:cNvSpPr>
          <p:nvPr>
            <p:ph idx="1"/>
          </p:nvPr>
        </p:nvSpPr>
        <p:spPr/>
        <p:txBody>
          <a:bodyPr/>
          <a:lstStyle/>
          <a:p>
            <a:r>
              <a:rPr lang="sv-SE"/>
              <a:t>Change structure of the code</a:t>
            </a:r>
          </a:p>
          <a:p>
            <a:r>
              <a:rPr lang="sv-SE"/>
              <a:t>Collect more fisheye data</a:t>
            </a:r>
          </a:p>
          <a:p>
            <a:r>
              <a:rPr lang="sv-SE"/>
              <a:t>Optimize the models</a:t>
            </a:r>
          </a:p>
          <a:p>
            <a:r>
              <a:rPr lang="sv-SE"/>
              <a:t>Handling many signs in one frame </a:t>
            </a:r>
          </a:p>
          <a:p>
            <a:pPr lvl="1"/>
            <a:r>
              <a:rPr lang="sv-SE"/>
              <a:t>One unique ID per sign</a:t>
            </a:r>
          </a:p>
          <a:p>
            <a:pPr lvl="1"/>
            <a:r>
              <a:rPr lang="sv-SE"/>
              <a:t>Use pixel location in frame</a:t>
            </a:r>
          </a:p>
          <a:p>
            <a:pPr marL="457200" lvl="1" indent="0">
              <a:buNone/>
            </a:pPr>
            <a:endParaRPr lang="sv-SE"/>
          </a:p>
          <a:p>
            <a:endParaRPr lang="en-US"/>
          </a:p>
        </p:txBody>
      </p:sp>
      <p:sp>
        <p:nvSpPr>
          <p:cNvPr id="4" name="Date Placeholder 2">
            <a:extLst>
              <a:ext uri="{FF2B5EF4-FFF2-40B4-BE49-F238E27FC236}">
                <a16:creationId xmlns:a16="http://schemas.microsoft.com/office/drawing/2014/main" id="{C0D8B83F-93B9-C363-DF81-2C35CF34C1C6}"/>
              </a:ext>
            </a:extLst>
          </p:cNvPr>
          <p:cNvSpPr>
            <a:spLocks noGrp="1"/>
          </p:cNvSpPr>
          <p:nvPr>
            <p:ph type="dt" sz="half" idx="10"/>
          </p:nvPr>
        </p:nvSpPr>
        <p:spPr>
          <a:xfrm>
            <a:off x="10490579" y="6380367"/>
            <a:ext cx="934659" cy="154800"/>
          </a:xfrm>
        </p:spPr>
        <p:txBody>
          <a:bodyPr/>
          <a:lstStyle/>
          <a:p>
            <a:r>
              <a:rPr lang="en-US"/>
              <a:t>2025</a:t>
            </a:r>
          </a:p>
        </p:txBody>
      </p:sp>
      <p:sp>
        <p:nvSpPr>
          <p:cNvPr id="5" name="Footer Placeholder 3">
            <a:extLst>
              <a:ext uri="{FF2B5EF4-FFF2-40B4-BE49-F238E27FC236}">
                <a16:creationId xmlns:a16="http://schemas.microsoft.com/office/drawing/2014/main" id="{C0F8B025-0073-AD25-CCCB-BC1B89D71C0E}"/>
              </a:ext>
            </a:extLst>
          </p:cNvPr>
          <p:cNvSpPr>
            <a:spLocks noGrp="1"/>
          </p:cNvSpPr>
          <p:nvPr>
            <p:ph type="ftr" sz="quarter" idx="11"/>
          </p:nvPr>
        </p:nvSpPr>
        <p:spPr>
          <a:xfrm>
            <a:off x="300038" y="6379336"/>
            <a:ext cx="8528351" cy="155831"/>
          </a:xfrm>
        </p:spPr>
        <p:txBody>
          <a:bodyPr/>
          <a:lstStyle/>
          <a:p>
            <a:r>
              <a:rPr lang="en-US"/>
              <a:t> Summer worker | Internal</a:t>
            </a:r>
          </a:p>
        </p:txBody>
      </p:sp>
      <p:pic>
        <p:nvPicPr>
          <p:cNvPr id="6" name="Picture 5">
            <a:extLst>
              <a:ext uri="{FF2B5EF4-FFF2-40B4-BE49-F238E27FC236}">
                <a16:creationId xmlns:a16="http://schemas.microsoft.com/office/drawing/2014/main" id="{89F09A32-1769-8A4A-7771-3225A12E2F4E}"/>
              </a:ext>
            </a:extLst>
          </p:cNvPr>
          <p:cNvPicPr>
            <a:picLocks noChangeAspect="1"/>
          </p:cNvPicPr>
          <p:nvPr/>
        </p:nvPicPr>
        <p:blipFill>
          <a:blip r:embed="rId3"/>
          <a:stretch>
            <a:fillRect/>
          </a:stretch>
        </p:blipFill>
        <p:spPr>
          <a:xfrm>
            <a:off x="300038" y="6220826"/>
            <a:ext cx="1542422" cy="158510"/>
          </a:xfrm>
          <a:prstGeom prst="rect">
            <a:avLst/>
          </a:prstGeom>
        </p:spPr>
      </p:pic>
      <p:pic>
        <p:nvPicPr>
          <p:cNvPr id="7" name="Picture 6" descr="A road with trees and signs&#10;&#10;AI-generated content may be incorrect.">
            <a:extLst>
              <a:ext uri="{FF2B5EF4-FFF2-40B4-BE49-F238E27FC236}">
                <a16:creationId xmlns:a16="http://schemas.microsoft.com/office/drawing/2014/main" id="{2B371893-F2B6-1C6D-912D-27F6D69C48E1}"/>
              </a:ext>
            </a:extLst>
          </p:cNvPr>
          <p:cNvPicPr>
            <a:picLocks noChangeAspect="1"/>
          </p:cNvPicPr>
          <p:nvPr/>
        </p:nvPicPr>
        <p:blipFill>
          <a:blip r:embed="rId4"/>
          <a:stretch>
            <a:fillRect/>
          </a:stretch>
        </p:blipFill>
        <p:spPr>
          <a:xfrm>
            <a:off x="4139513" y="1113813"/>
            <a:ext cx="7780842" cy="4777139"/>
          </a:xfrm>
          <a:prstGeom prst="rect">
            <a:avLst/>
          </a:prstGeom>
        </p:spPr>
      </p:pic>
    </p:spTree>
    <p:extLst>
      <p:ext uri="{BB962C8B-B14F-4D97-AF65-F5344CB8AC3E}">
        <p14:creationId xmlns:p14="http://schemas.microsoft.com/office/powerpoint/2010/main" val="2667533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23524-3A49-E26E-244D-FEBCF8009F4E}"/>
            </a:ext>
          </a:extLst>
        </p:cNvPr>
        <p:cNvGrpSpPr/>
        <p:nvPr/>
      </p:nvGrpSpPr>
      <p:grpSpPr>
        <a:xfrm>
          <a:off x="0" y="0"/>
          <a:ext cx="0" cy="0"/>
          <a:chOff x="0" y="0"/>
          <a:chExt cx="0" cy="0"/>
        </a:xfrm>
      </p:grpSpPr>
      <p:sp>
        <p:nvSpPr>
          <p:cNvPr id="2" name="Subtitle 1">
            <a:extLst>
              <a:ext uri="{FF2B5EF4-FFF2-40B4-BE49-F238E27FC236}">
                <a16:creationId xmlns:a16="http://schemas.microsoft.com/office/drawing/2014/main" id="{EC067DC8-0B4A-9B2F-D2E1-A6731EE189E3}"/>
              </a:ext>
            </a:extLst>
          </p:cNvPr>
          <p:cNvSpPr>
            <a:spLocks noGrp="1"/>
          </p:cNvSpPr>
          <p:nvPr>
            <p:ph type="subTitle" idx="1"/>
          </p:nvPr>
        </p:nvSpPr>
        <p:spPr>
          <a:xfrm>
            <a:off x="1184022" y="4600464"/>
            <a:ext cx="6854825" cy="754236"/>
          </a:xfrm>
        </p:spPr>
        <p:txBody>
          <a:bodyPr/>
          <a:lstStyle/>
          <a:p>
            <a:pPr algn="l"/>
            <a:r>
              <a:rPr lang="sv-SE" sz="4800"/>
              <a:t>Any questions?</a:t>
            </a:r>
          </a:p>
        </p:txBody>
      </p:sp>
      <p:sp>
        <p:nvSpPr>
          <p:cNvPr id="3" name="Title 2">
            <a:extLst>
              <a:ext uri="{FF2B5EF4-FFF2-40B4-BE49-F238E27FC236}">
                <a16:creationId xmlns:a16="http://schemas.microsoft.com/office/drawing/2014/main" id="{DF900896-4C2A-F836-C33C-822BD7B7542B}"/>
              </a:ext>
            </a:extLst>
          </p:cNvPr>
          <p:cNvSpPr>
            <a:spLocks noGrp="1"/>
          </p:cNvSpPr>
          <p:nvPr>
            <p:ph type="title"/>
          </p:nvPr>
        </p:nvSpPr>
        <p:spPr>
          <a:xfrm>
            <a:off x="1058327" y="3544576"/>
            <a:ext cx="8188657" cy="1135374"/>
          </a:xfrm>
        </p:spPr>
        <p:txBody>
          <a:bodyPr/>
          <a:lstStyle/>
          <a:p>
            <a:pPr algn="l"/>
            <a:r>
              <a:rPr lang="sv-SE" sz="9600"/>
              <a:t>Thank You!</a:t>
            </a:r>
          </a:p>
        </p:txBody>
      </p:sp>
      <p:sp>
        <p:nvSpPr>
          <p:cNvPr id="4" name="Text Placeholder 3">
            <a:extLst>
              <a:ext uri="{FF2B5EF4-FFF2-40B4-BE49-F238E27FC236}">
                <a16:creationId xmlns:a16="http://schemas.microsoft.com/office/drawing/2014/main" id="{22D2253A-05DF-4505-5946-C4672E43C1A9}"/>
              </a:ext>
            </a:extLst>
          </p:cNvPr>
          <p:cNvSpPr>
            <a:spLocks noGrp="1"/>
          </p:cNvSpPr>
          <p:nvPr>
            <p:ph type="body" sz="quarter" idx="21"/>
          </p:nvPr>
        </p:nvSpPr>
        <p:spPr/>
        <p:txBody>
          <a:bodyPr/>
          <a:lstStyle/>
          <a:p>
            <a:endParaRPr lang="sv-SE"/>
          </a:p>
        </p:txBody>
      </p:sp>
      <p:sp>
        <p:nvSpPr>
          <p:cNvPr id="5" name="Date Placeholder 2">
            <a:extLst>
              <a:ext uri="{FF2B5EF4-FFF2-40B4-BE49-F238E27FC236}">
                <a16:creationId xmlns:a16="http://schemas.microsoft.com/office/drawing/2014/main" id="{E697ED89-F064-E872-5A36-4540B9B9CFFC}"/>
              </a:ext>
            </a:extLst>
          </p:cNvPr>
          <p:cNvSpPr txBox="1">
            <a:spLocks/>
          </p:cNvSpPr>
          <p:nvPr/>
        </p:nvSpPr>
        <p:spPr bwMode="auto">
          <a:xfrm>
            <a:off x="10598734" y="6379336"/>
            <a:ext cx="934659" cy="15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b" anchorCtr="0" compatLnSpc="1">
            <a:prstTxWarp prst="textNoShape">
              <a:avLst/>
            </a:prstTxWarp>
          </a:bodyPr>
          <a:lstStyle>
            <a:defPPr>
              <a:defRPr lang="sv-SE"/>
            </a:defPPr>
            <a:lvl1pPr marL="0" algn="l"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r"/>
            <a:r>
              <a:rPr lang="en-US"/>
              <a:t>2025</a:t>
            </a:r>
          </a:p>
        </p:txBody>
      </p:sp>
      <p:sp>
        <p:nvSpPr>
          <p:cNvPr id="6" name="Footer Placeholder 3">
            <a:extLst>
              <a:ext uri="{FF2B5EF4-FFF2-40B4-BE49-F238E27FC236}">
                <a16:creationId xmlns:a16="http://schemas.microsoft.com/office/drawing/2014/main" id="{192D83F2-81D8-3387-73A1-5D9801522E9C}"/>
              </a:ext>
            </a:extLst>
          </p:cNvPr>
          <p:cNvSpPr txBox="1">
            <a:spLocks/>
          </p:cNvSpPr>
          <p:nvPr/>
        </p:nvSpPr>
        <p:spPr bwMode="auto">
          <a:xfrm>
            <a:off x="300038" y="6379336"/>
            <a:ext cx="8528351" cy="155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rgbClr val="AEAEA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defPPr>
              <a:defRPr lang="sv-SE"/>
            </a:defPPr>
            <a:lvl1pPr marL="0" algn="r" defTabSz="967618" rtl="0" eaLnBrk="1" latinLnBrk="0" hangingPunct="1">
              <a:spcBef>
                <a:spcPct val="0"/>
              </a:spcBef>
              <a:defRPr sz="800" kern="1200" baseline="0">
                <a:solidFill>
                  <a:schemeClr val="bg1"/>
                </a:solidFill>
                <a:latin typeface="+mn-lt"/>
                <a:ea typeface="+mn-ea"/>
                <a:cs typeface="+mn-cs"/>
              </a:defRPr>
            </a:lvl1pPr>
            <a:lvl2pPr marL="483809" algn="l" defTabSz="967618" rtl="0" eaLnBrk="1" latinLnBrk="0" hangingPunct="1">
              <a:defRPr sz="1905" kern="1200">
                <a:solidFill>
                  <a:schemeClr val="tx1"/>
                </a:solidFill>
                <a:latin typeface="+mn-lt"/>
                <a:ea typeface="+mn-ea"/>
                <a:cs typeface="+mn-cs"/>
              </a:defRPr>
            </a:lvl2pPr>
            <a:lvl3pPr marL="967618" algn="l" defTabSz="967618" rtl="0" eaLnBrk="1" latinLnBrk="0" hangingPunct="1">
              <a:defRPr sz="1905" kern="1200">
                <a:solidFill>
                  <a:schemeClr val="tx1"/>
                </a:solidFill>
                <a:latin typeface="+mn-lt"/>
                <a:ea typeface="+mn-ea"/>
                <a:cs typeface="+mn-cs"/>
              </a:defRPr>
            </a:lvl3pPr>
            <a:lvl4pPr marL="1451427" algn="l" defTabSz="967618" rtl="0" eaLnBrk="1" latinLnBrk="0" hangingPunct="1">
              <a:defRPr sz="1905" kern="1200">
                <a:solidFill>
                  <a:schemeClr val="tx1"/>
                </a:solidFill>
                <a:latin typeface="+mn-lt"/>
                <a:ea typeface="+mn-ea"/>
                <a:cs typeface="+mn-cs"/>
              </a:defRPr>
            </a:lvl4pPr>
            <a:lvl5pPr marL="1935236" algn="l" defTabSz="967618" rtl="0" eaLnBrk="1" latinLnBrk="0" hangingPunct="1">
              <a:defRPr sz="1905" kern="1200">
                <a:solidFill>
                  <a:schemeClr val="tx1"/>
                </a:solidFill>
                <a:latin typeface="+mn-lt"/>
                <a:ea typeface="+mn-ea"/>
                <a:cs typeface="+mn-cs"/>
              </a:defRPr>
            </a:lvl5pPr>
            <a:lvl6pPr marL="2419045" algn="l" defTabSz="967618" rtl="0" eaLnBrk="1" latinLnBrk="0" hangingPunct="1">
              <a:defRPr sz="1905" kern="1200">
                <a:solidFill>
                  <a:schemeClr val="tx1"/>
                </a:solidFill>
                <a:latin typeface="+mn-lt"/>
                <a:ea typeface="+mn-ea"/>
                <a:cs typeface="+mn-cs"/>
              </a:defRPr>
            </a:lvl6pPr>
            <a:lvl7pPr marL="2902854" algn="l" defTabSz="967618" rtl="0" eaLnBrk="1" latinLnBrk="0" hangingPunct="1">
              <a:defRPr sz="1905" kern="1200">
                <a:solidFill>
                  <a:schemeClr val="tx1"/>
                </a:solidFill>
                <a:latin typeface="+mn-lt"/>
                <a:ea typeface="+mn-ea"/>
                <a:cs typeface="+mn-cs"/>
              </a:defRPr>
            </a:lvl7pPr>
            <a:lvl8pPr marL="3386663" algn="l" defTabSz="967618" rtl="0" eaLnBrk="1" latinLnBrk="0" hangingPunct="1">
              <a:defRPr sz="1905" kern="1200">
                <a:solidFill>
                  <a:schemeClr val="tx1"/>
                </a:solidFill>
                <a:latin typeface="+mn-lt"/>
                <a:ea typeface="+mn-ea"/>
                <a:cs typeface="+mn-cs"/>
              </a:defRPr>
            </a:lvl8pPr>
            <a:lvl9pPr marL="3870472" algn="l" defTabSz="967618" rtl="0" eaLnBrk="1" latinLnBrk="0" hangingPunct="1">
              <a:defRPr sz="1905" kern="1200">
                <a:solidFill>
                  <a:schemeClr val="tx1"/>
                </a:solidFill>
                <a:latin typeface="+mn-lt"/>
                <a:ea typeface="+mn-ea"/>
                <a:cs typeface="+mn-cs"/>
              </a:defRPr>
            </a:lvl9pPr>
          </a:lstStyle>
          <a:p>
            <a:pPr algn="l"/>
            <a:r>
              <a:rPr lang="en-US"/>
              <a:t> Summer worker | Internal</a:t>
            </a:r>
          </a:p>
        </p:txBody>
      </p:sp>
    </p:spTree>
    <p:extLst>
      <p:ext uri="{BB962C8B-B14F-4D97-AF65-F5344CB8AC3E}">
        <p14:creationId xmlns:p14="http://schemas.microsoft.com/office/powerpoint/2010/main" val="2686368925"/>
      </p:ext>
    </p:extLst>
  </p:cSld>
  <p:clrMapOvr>
    <a:masterClrMapping/>
  </p:clrMapOvr>
</p:sld>
</file>

<file path=ppt/theme/theme1.xml><?xml version="1.0" encoding="utf-8"?>
<a:theme xmlns:a="http://schemas.openxmlformats.org/drawingml/2006/main" name="volvo_theme">
  <a:themeElements>
    <a:clrScheme name="Volvo colors V3">
      <a:dk1>
        <a:srgbClr val="000000"/>
      </a:dk1>
      <a:lt1>
        <a:srgbClr val="FFFFFF"/>
      </a:lt1>
      <a:dk2>
        <a:srgbClr val="53565A"/>
      </a:dk2>
      <a:lt2>
        <a:srgbClr val="E8E5E3"/>
      </a:lt2>
      <a:accent1>
        <a:srgbClr val="202A44"/>
      </a:accent1>
      <a:accent2>
        <a:srgbClr val="A7A8A9"/>
      </a:accent2>
      <a:accent3>
        <a:srgbClr val="8DC9BF"/>
      </a:accent3>
      <a:accent4>
        <a:srgbClr val="678C96"/>
      </a:accent4>
      <a:accent5>
        <a:srgbClr val="A8D46B"/>
      </a:accent5>
      <a:accent6>
        <a:srgbClr val="53565A"/>
      </a:accent6>
      <a:hlink>
        <a:srgbClr val="396976"/>
      </a:hlink>
      <a:folHlink>
        <a:srgbClr val="96B0B6"/>
      </a:folHlink>
    </a:clrScheme>
    <a:fontScheme name="Volvo">
      <a:majorFont>
        <a:latin typeface="Volvo Novum Medium"/>
        <a:ea typeface=""/>
        <a:cs typeface=""/>
      </a:majorFont>
      <a:minorFont>
        <a:latin typeface="Volvo Novum Semi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9050">
          <a:noFill/>
        </a:ln>
      </a:spPr>
      <a:bodyPr rtlCol="0" anchor="ctr"/>
      <a:lstStyle>
        <a:defPPr algn="ctr">
          <a:lnSpc>
            <a:spcPct val="114000"/>
          </a:lnSpc>
          <a:spcBef>
            <a:spcPts val="952"/>
          </a:spcBef>
          <a:defRPr sz="14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888B8D"/>
          </a:solidFill>
          <a:headEnd type="none" w="med" len="med"/>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lnSpc>
            <a:spcPct val="114000"/>
          </a:lnSpc>
          <a:spcBef>
            <a:spcPts val="952"/>
          </a:spcBef>
          <a:defRPr sz="1400" dirty="0" err="1" smtClean="0"/>
        </a:defPPr>
      </a:lstStyle>
    </a:txDef>
  </a:objectDefaults>
  <a:extraClrSchemeLst/>
  <a:custClrLst>
    <a:custClr name="Volvo Grey One">
      <a:srgbClr val="E1DFDD"/>
    </a:custClr>
    <a:custClr name="Volvo Leaf One">
      <a:srgbClr val="C8E691"/>
    </a:custClr>
    <a:custClr name="Volvo Teal One">
      <a:srgbClr val="B8DED8"/>
    </a:custClr>
    <a:custClr name="Volvo Flow One">
      <a:srgbClr val="396976"/>
    </a:custClr>
    <a:custClr name="Volvo Dark Blue">
      <a:srgbClr val="202A44"/>
    </a:custClr>
    <a:custClr name=" ">
      <a:srgbClr val="FFFFFF"/>
    </a:custClr>
    <a:custClr name=" ">
      <a:srgbClr val="FFFFFF"/>
    </a:custClr>
    <a:custClr name=" ">
      <a:srgbClr val="FFFFFF"/>
    </a:custClr>
    <a:custClr name=" ">
      <a:srgbClr val="FFFFFF"/>
    </a:custClr>
    <a:custClr name=" ">
      <a:srgbClr val="FFFFFF"/>
    </a:custClr>
    <a:custClr name="Volvo Grey Two">
      <a:srgbClr val="A7A8A9"/>
    </a:custClr>
    <a:custClr name="Volvo Leaf Two">
      <a:srgbClr val="A8D46B"/>
    </a:custClr>
    <a:custClr name="Volvo Teal Two">
      <a:srgbClr val="8DC9BF"/>
    </a:custClr>
    <a:custClr name="Volvo Flow Two">
      <a:srgbClr val="678C96"/>
    </a:custClr>
    <a:custClr name="Volvo Black">
      <a:srgbClr val="000000"/>
    </a:custClr>
    <a:custClr name=" ">
      <a:srgbClr val="FFFFFF"/>
    </a:custClr>
    <a:custClr name=" ">
      <a:srgbClr val="FFFFFF"/>
    </a:custClr>
    <a:custClr name=" ">
      <a:srgbClr val="FFFFFF"/>
    </a:custClr>
    <a:custClr name=" ">
      <a:srgbClr val="FFFFFF"/>
    </a:custClr>
    <a:custClr name=" ">
      <a:srgbClr val="FFFFFF"/>
    </a:custClr>
    <a:custClr name="Volvo Grey Three">
      <a:srgbClr val="888B8D"/>
    </a:custClr>
    <a:custClr name="Volvo Leaf Three">
      <a:srgbClr val="8FC54E"/>
    </a:custClr>
    <a:custClr name="Volvo Teal Three">
      <a:srgbClr val="66B3A6"/>
    </a:custClr>
    <a:custClr name="Volvo Flow Three">
      <a:srgbClr val="96B0B6"/>
    </a:custClr>
    <a:custClr name="Volvo White">
      <a:srgbClr val="FFFFFF"/>
    </a:custClr>
    <a:custClr name=" ">
      <a:srgbClr val="FFFFFF"/>
    </a:custClr>
    <a:custClr name=" ">
      <a:srgbClr val="FFFFFF"/>
    </a:custClr>
    <a:custClr name=" ">
      <a:srgbClr val="FFFFFF"/>
    </a:custClr>
    <a:custClr name=" ">
      <a:srgbClr val="FFFFFF"/>
    </a:custClr>
    <a:custClr name=" ">
      <a:srgbClr val="FFFFFF"/>
    </a:custClr>
    <a:custClr name="Volvo Grey Four">
      <a:srgbClr val="53565A"/>
    </a:custClr>
    <a:custClr name="Volvo Leaf Four">
      <a:srgbClr val="78B833"/>
    </a:custClr>
    <a:custClr name="Volvo Teal Fours">
      <a:srgbClr val="50A294"/>
    </a:custClr>
    <a:custClr name="Volvo Flow Four">
      <a:srgbClr val="C3D2D6"/>
    </a:custClr>
  </a:custClrLst>
  <a:extLst>
    <a:ext uri="{05A4C25C-085E-4340-85A3-A5531E510DB2}">
      <thm15:themeFamily xmlns:thm15="http://schemas.microsoft.com/office/thememl/2012/main" name="volvo_theme" id="{BE67032C-19CB-4124-A477-C5EC20B47A24}" vid="{4721AE60-D18B-4C01-89AC-26290EF975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Collaboration Document" ma:contentTypeID="0x0101007A60771C5753A247A9E629B69FD0F51E0800A22AB73DBE0EDF49BAD70B9958C6C030" ma:contentTypeVersion="15" ma:contentTypeDescription="Create a new document." ma:contentTypeScope="" ma:versionID="285bf925826e1a6053ee91da3bb6419a">
  <xsd:schema xmlns:xsd="http://www.w3.org/2001/XMLSchema" xmlns:xs="http://www.w3.org/2001/XMLSchema" xmlns:p="http://schemas.microsoft.com/office/2006/metadata/properties" xmlns:ns2="dd61f513-01c4-4ffa-be65-0e62d932680e" targetNamespace="http://schemas.microsoft.com/office/2006/metadata/properties" ma:root="true" ma:fieldsID="cd18d2fa7561d8e0d752ebca992dabc4" ns2:_="">
    <xsd:import namespace="dd61f513-01c4-4ffa-be65-0e62d932680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61f513-01c4-4ffa-be65-0e62d93268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Location" ma:index="15"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9819655-B12A-4529-94AE-3513CA9D2E36}"/>
</file>

<file path=customXml/itemProps2.xml><?xml version="1.0" encoding="utf-8"?>
<ds:datastoreItem xmlns:ds="http://schemas.openxmlformats.org/officeDocument/2006/customXml" ds:itemID="{4E4D0555-2C99-406E-94B4-0AE6A8E601DB}"/>
</file>

<file path=customXml/itemProps3.xml><?xml version="1.0" encoding="utf-8"?>
<ds:datastoreItem xmlns:ds="http://schemas.openxmlformats.org/officeDocument/2006/customXml" ds:itemID="{70FA7C6E-49D3-4782-A2A8-69DB593C5E17}"/>
</file>

<file path=docProps/app.xml><?xml version="1.0" encoding="utf-8"?>
<Properties xmlns="http://schemas.openxmlformats.org/officeDocument/2006/extended-properties" xmlns:vt="http://schemas.openxmlformats.org/officeDocument/2006/docPropsVTypes">
  <Template/>
  <TotalTime>5</TotalTime>
  <Words>4678</Words>
  <Application>Microsoft Office PowerPoint</Application>
  <PresentationFormat>Widescreen</PresentationFormat>
  <Paragraphs>535</Paragraphs>
  <Slides>41</Slides>
  <Notes>36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Aptos</vt:lpstr>
      <vt:lpstr>Arial</vt:lpstr>
      <vt:lpstr>Calibri</vt:lpstr>
      <vt:lpstr>Volvo Broad Pro</vt:lpstr>
      <vt:lpstr>Volvo Novum</vt:lpstr>
      <vt:lpstr>Volvo Novum Medium</vt:lpstr>
      <vt:lpstr>Volvo Novum SemiLight</vt:lpstr>
      <vt:lpstr>volvo_theme</vt:lpstr>
      <vt:lpstr> CoTwin </vt:lpstr>
      <vt:lpstr>Introduction</vt:lpstr>
      <vt:lpstr>PowerPoint Presentation</vt:lpstr>
      <vt:lpstr>PowerPoint Presentation</vt:lpstr>
      <vt:lpstr>PowerPoint Presentation</vt:lpstr>
      <vt:lpstr>PowerPoint Presentation</vt:lpstr>
      <vt:lpstr>Use Case</vt:lpstr>
      <vt:lpstr>Use Case </vt:lpstr>
      <vt:lpstr>PowerPoint Presentation</vt:lpstr>
      <vt:lpstr>PowerPoint Presentation</vt:lpstr>
      <vt:lpstr>PowerPoint Presentation</vt:lpstr>
      <vt:lpstr>PowerPoint Presentation</vt:lpstr>
      <vt:lpstr>PowerPoint Presentation</vt:lpstr>
      <vt:lpstr>Overview</vt:lpstr>
      <vt:lpstr>System Overview</vt:lpstr>
      <vt:lpstr>Data</vt:lpstr>
      <vt:lpstr>Linköping University Dataset</vt:lpstr>
      <vt:lpstr>Lindholmsallén Dataset</vt:lpstr>
      <vt:lpstr>Lindholmsallén Dataset</vt:lpstr>
      <vt:lpstr>Lindholmsallén Dataset</vt:lpstr>
      <vt:lpstr>Video Stream</vt:lpstr>
      <vt:lpstr>Video Stream</vt:lpstr>
      <vt:lpstr>Truck App</vt:lpstr>
      <vt:lpstr>Truck App</vt:lpstr>
      <vt:lpstr>Truck App Model</vt:lpstr>
      <vt:lpstr>Truck App Model</vt:lpstr>
      <vt:lpstr>Tower App</vt:lpstr>
      <vt:lpstr>Tower App</vt:lpstr>
      <vt:lpstr>Tower App Model</vt:lpstr>
      <vt:lpstr>Tower App Model</vt:lpstr>
      <vt:lpstr>Result</vt:lpstr>
      <vt:lpstr>PowerPoint Presentation</vt:lpstr>
      <vt:lpstr>Model evaluations comparison </vt:lpstr>
      <vt:lpstr>Hardware Integration</vt:lpstr>
      <vt:lpstr>Hardware integration</vt:lpstr>
      <vt:lpstr>Demo</vt:lpstr>
      <vt:lpstr>Conclusion</vt:lpstr>
      <vt:lpstr>Conclusion</vt:lpstr>
      <vt:lpstr>Future Work</vt:lpstr>
      <vt:lpstr>Future work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Sadhana Anandan</dc:creator>
  <cp:lastModifiedBy>Sadhana Anandan</cp:lastModifiedBy>
  <cp:revision>2</cp:revision>
  <dcterms:created xsi:type="dcterms:W3CDTF">2025-08-18T06:59:41Z</dcterms:created>
  <dcterms:modified xsi:type="dcterms:W3CDTF">2025-08-27T11:16:03Z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540963-e559-4020-8a90-fe8a502c2801_Enabled">
    <vt:lpwstr>true</vt:lpwstr>
  </property>
  <property fmtid="{D5CDD505-2E9C-101B-9397-08002B2CF9AE}" pid="3" name="MSIP_Label_19540963-e559-4020-8a90-fe8a502c2801_SetDate">
    <vt:lpwstr>2025-08-18T06:59:45Z</vt:lpwstr>
  </property>
  <property fmtid="{D5CDD505-2E9C-101B-9397-08002B2CF9AE}" pid="4" name="MSIP_Label_19540963-e559-4020-8a90-fe8a502c2801_Method">
    <vt:lpwstr>Standard</vt:lpwstr>
  </property>
  <property fmtid="{D5CDD505-2E9C-101B-9397-08002B2CF9AE}" pid="5" name="MSIP_Label_19540963-e559-4020-8a90-fe8a502c2801_Name">
    <vt:lpwstr>19540963-e559-4020-8a90-fe8a502c2801</vt:lpwstr>
  </property>
  <property fmtid="{D5CDD505-2E9C-101B-9397-08002B2CF9AE}" pid="6" name="MSIP_Label_19540963-e559-4020-8a90-fe8a502c2801_SiteId">
    <vt:lpwstr>f25493ae-1c98-41d7-8a33-0be75f5fe603</vt:lpwstr>
  </property>
  <property fmtid="{D5CDD505-2E9C-101B-9397-08002B2CF9AE}" pid="7" name="MSIP_Label_19540963-e559-4020-8a90-fe8a502c2801_ActionId">
    <vt:lpwstr>376ca6bc-3698-4c65-adbd-031fb5a922b7</vt:lpwstr>
  </property>
  <property fmtid="{D5CDD505-2E9C-101B-9397-08002B2CF9AE}" pid="8" name="MSIP_Label_19540963-e559-4020-8a90-fe8a502c2801_ContentBits">
    <vt:lpwstr>0</vt:lpwstr>
  </property>
  <property fmtid="{D5CDD505-2E9C-101B-9397-08002B2CF9AE}" pid="9" name="MSIP_Label_19540963-e559-4020-8a90-fe8a502c2801_Tag">
    <vt:lpwstr>10, 3, 0, 2</vt:lpwstr>
  </property>
  <property fmtid="{D5CDD505-2E9C-101B-9397-08002B2CF9AE}" pid="10" name="ContentTypeId">
    <vt:lpwstr>0x0101007A60771C5753A247A9E629B69FD0F51E0800A22AB73DBE0EDF49BAD70B9958C6C030</vt:lpwstr>
  </property>
</Properties>
</file>