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705" r:id="rId5"/>
  </p:sldMasterIdLst>
  <p:notesMasterIdLst>
    <p:notesMasterId r:id="rId20"/>
  </p:notesMasterIdLst>
  <p:sldIdLst>
    <p:sldId id="2512" r:id="rId6"/>
    <p:sldId id="2147472788" r:id="rId7"/>
    <p:sldId id="2415" r:id="rId8"/>
    <p:sldId id="2147481230" r:id="rId9"/>
    <p:sldId id="2147481229" r:id="rId10"/>
    <p:sldId id="2147483625" r:id="rId11"/>
    <p:sldId id="2147481232" r:id="rId12"/>
    <p:sldId id="2147472787" r:id="rId13"/>
    <p:sldId id="2147483622" r:id="rId14"/>
    <p:sldId id="2147483620" r:id="rId15"/>
    <p:sldId id="2147481231" r:id="rId16"/>
    <p:sldId id="2147483623" r:id="rId17"/>
    <p:sldId id="2147483624" r:id="rId18"/>
    <p:sldId id="214748362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A88F65E-B57C-462C-97F1-18D42302A62B}">
          <p14:sldIdLst>
            <p14:sldId id="2512"/>
          </p14:sldIdLst>
        </p14:section>
        <p14:section name="background" id="{0ACE8F64-9CB1-4458-8590-2BB37E59FDE6}">
          <p14:sldIdLst>
            <p14:sldId id="2147472788"/>
            <p14:sldId id="2415"/>
            <p14:sldId id="2147481230"/>
            <p14:sldId id="2147481229"/>
          </p14:sldIdLst>
        </p14:section>
        <p14:section name="The project" id="{3F04C32E-422C-4E34-A8DC-88D2C686FD2F}">
          <p14:sldIdLst>
            <p14:sldId id="2147483625"/>
            <p14:sldId id="2147481232"/>
            <p14:sldId id="2147472787"/>
            <p14:sldId id="2147483622"/>
          </p14:sldIdLst>
        </p14:section>
        <p14:section name="Use case and opportunities" id="{724DE623-3B79-494C-A18B-16EC581A9724}">
          <p14:sldIdLst>
            <p14:sldId id="2147483620"/>
            <p14:sldId id="2147481231"/>
          </p14:sldIdLst>
        </p14:section>
        <p14:section name="Business models" id="{331BD672-B433-4886-B033-AC0ED2FC193A}">
          <p14:sldIdLst>
            <p14:sldId id="2147483623"/>
            <p14:sldId id="2147483624"/>
          </p14:sldIdLst>
        </p14:section>
        <p14:section name="next steps after CoTwin" id="{5939A56A-0060-4294-9121-3F59915AD0B9}">
          <p14:sldIdLst>
            <p14:sldId id="214748362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96882DD-CBAF-1312-DE7D-F8A0C2B9E447}" name="Ingmar Bengtsson" initials="IB" userId="S::ingmar.bengtsson@volvo.com::e52b25e3-193f-4696-8ac3-34ff76e1898f" providerId="AD"/>
  <p188:author id="{26900BE0-ADC0-86BD-E6C7-7A41A39E719C}" name="Hanna Edberg" initials="HE" userId="S::hanna.edberg@volvo.com::231b161a-33f2-4c0e-9535-a2eee7bc3bd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13430C-F62C-4436-A32F-67501D7996BA}" v="1" dt="2025-08-26T12:38:26.6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123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gmar Bengtsson" userId="e52b25e3-193f-4696-8ac3-34ff76e1898f" providerId="ADAL" clId="{4813430C-F62C-4436-A32F-67501D7996BA}"/>
    <pc:docChg chg="undo custSel addSld delSld modSld sldOrd addSection modSection">
      <pc:chgData name="Ingmar Bengtsson" userId="e52b25e3-193f-4696-8ac3-34ff76e1898f" providerId="ADAL" clId="{4813430C-F62C-4436-A32F-67501D7996BA}" dt="2025-08-26T12:38:43.206" v="14074"/>
      <pc:docMkLst>
        <pc:docMk/>
      </pc:docMkLst>
      <pc:sldChg chg="del">
        <pc:chgData name="Ingmar Bengtsson" userId="e52b25e3-193f-4696-8ac3-34ff76e1898f" providerId="ADAL" clId="{4813430C-F62C-4436-A32F-67501D7996BA}" dt="2025-08-08T07:35:58.990" v="174" actId="47"/>
        <pc:sldMkLst>
          <pc:docMk/>
          <pc:sldMk cId="1290861466" sldId="257"/>
        </pc:sldMkLst>
      </pc:sldChg>
      <pc:sldChg chg="del">
        <pc:chgData name="Ingmar Bengtsson" userId="e52b25e3-193f-4696-8ac3-34ff76e1898f" providerId="ADAL" clId="{4813430C-F62C-4436-A32F-67501D7996BA}" dt="2025-08-08T07:35:58.990" v="174" actId="47"/>
        <pc:sldMkLst>
          <pc:docMk/>
          <pc:sldMk cId="2716467610" sldId="258"/>
        </pc:sldMkLst>
      </pc:sldChg>
      <pc:sldChg chg="del">
        <pc:chgData name="Ingmar Bengtsson" userId="e52b25e3-193f-4696-8ac3-34ff76e1898f" providerId="ADAL" clId="{4813430C-F62C-4436-A32F-67501D7996BA}" dt="2025-08-08T07:35:58.990" v="174" actId="47"/>
        <pc:sldMkLst>
          <pc:docMk/>
          <pc:sldMk cId="169311586" sldId="2324"/>
        </pc:sldMkLst>
      </pc:sldChg>
      <pc:sldChg chg="del">
        <pc:chgData name="Ingmar Bengtsson" userId="e52b25e3-193f-4696-8ac3-34ff76e1898f" providerId="ADAL" clId="{4813430C-F62C-4436-A32F-67501D7996BA}" dt="2025-08-08T07:35:58.990" v="174" actId="47"/>
        <pc:sldMkLst>
          <pc:docMk/>
          <pc:sldMk cId="2634699863" sldId="2325"/>
        </pc:sldMkLst>
      </pc:sldChg>
      <pc:sldChg chg="del">
        <pc:chgData name="Ingmar Bengtsson" userId="e52b25e3-193f-4696-8ac3-34ff76e1898f" providerId="ADAL" clId="{4813430C-F62C-4436-A32F-67501D7996BA}" dt="2025-08-08T07:35:58.990" v="174" actId="47"/>
        <pc:sldMkLst>
          <pc:docMk/>
          <pc:sldMk cId="127078107" sldId="2327"/>
        </pc:sldMkLst>
      </pc:sldChg>
      <pc:sldChg chg="del">
        <pc:chgData name="Ingmar Bengtsson" userId="e52b25e3-193f-4696-8ac3-34ff76e1898f" providerId="ADAL" clId="{4813430C-F62C-4436-A32F-67501D7996BA}" dt="2025-08-08T07:35:58.990" v="174" actId="47"/>
        <pc:sldMkLst>
          <pc:docMk/>
          <pc:sldMk cId="1300970355" sldId="2328"/>
        </pc:sldMkLst>
      </pc:sldChg>
      <pc:sldChg chg="del">
        <pc:chgData name="Ingmar Bengtsson" userId="e52b25e3-193f-4696-8ac3-34ff76e1898f" providerId="ADAL" clId="{4813430C-F62C-4436-A32F-67501D7996BA}" dt="2025-08-08T07:35:58.990" v="174" actId="47"/>
        <pc:sldMkLst>
          <pc:docMk/>
          <pc:sldMk cId="1319979723" sldId="2329"/>
        </pc:sldMkLst>
      </pc:sldChg>
      <pc:sldChg chg="del">
        <pc:chgData name="Ingmar Bengtsson" userId="e52b25e3-193f-4696-8ac3-34ff76e1898f" providerId="ADAL" clId="{4813430C-F62C-4436-A32F-67501D7996BA}" dt="2025-08-08T07:35:58.990" v="174" actId="47"/>
        <pc:sldMkLst>
          <pc:docMk/>
          <pc:sldMk cId="3900387529" sldId="2330"/>
        </pc:sldMkLst>
      </pc:sldChg>
      <pc:sldChg chg="del">
        <pc:chgData name="Ingmar Bengtsson" userId="e52b25e3-193f-4696-8ac3-34ff76e1898f" providerId="ADAL" clId="{4813430C-F62C-4436-A32F-67501D7996BA}" dt="2025-08-08T07:35:58.990" v="174" actId="47"/>
        <pc:sldMkLst>
          <pc:docMk/>
          <pc:sldMk cId="913801415" sldId="2331"/>
        </pc:sldMkLst>
      </pc:sldChg>
      <pc:sldChg chg="del">
        <pc:chgData name="Ingmar Bengtsson" userId="e52b25e3-193f-4696-8ac3-34ff76e1898f" providerId="ADAL" clId="{4813430C-F62C-4436-A32F-67501D7996BA}" dt="2025-08-08T07:35:58.990" v="174" actId="47"/>
        <pc:sldMkLst>
          <pc:docMk/>
          <pc:sldMk cId="76727726" sldId="2337"/>
        </pc:sldMkLst>
      </pc:sldChg>
      <pc:sldChg chg="add">
        <pc:chgData name="Ingmar Bengtsson" userId="e52b25e3-193f-4696-8ac3-34ff76e1898f" providerId="ADAL" clId="{4813430C-F62C-4436-A32F-67501D7996BA}" dt="2025-08-26T12:38:26.637" v="14071"/>
        <pc:sldMkLst>
          <pc:docMk/>
          <pc:sldMk cId="4253222500" sldId="2415"/>
        </pc:sldMkLst>
      </pc:sldChg>
      <pc:sldChg chg="modSp mod">
        <pc:chgData name="Ingmar Bengtsson" userId="e52b25e3-193f-4696-8ac3-34ff76e1898f" providerId="ADAL" clId="{4813430C-F62C-4436-A32F-67501D7996BA}" dt="2025-08-08T07:34:39.313" v="94" actId="20577"/>
        <pc:sldMkLst>
          <pc:docMk/>
          <pc:sldMk cId="894682101" sldId="2512"/>
        </pc:sldMkLst>
        <pc:spChg chg="mod">
          <ac:chgData name="Ingmar Bengtsson" userId="e52b25e3-193f-4696-8ac3-34ff76e1898f" providerId="ADAL" clId="{4813430C-F62C-4436-A32F-67501D7996BA}" dt="2025-08-08T07:34:10.788" v="47" actId="20577"/>
          <ac:spMkLst>
            <pc:docMk/>
            <pc:sldMk cId="894682101" sldId="2512"/>
            <ac:spMk id="5" creationId="{AB14FD2A-0B79-136F-B1E3-48FE745645C0}"/>
          </ac:spMkLst>
        </pc:spChg>
        <pc:spChg chg="mod">
          <ac:chgData name="Ingmar Bengtsson" userId="e52b25e3-193f-4696-8ac3-34ff76e1898f" providerId="ADAL" clId="{4813430C-F62C-4436-A32F-67501D7996BA}" dt="2025-08-08T07:34:39.313" v="94" actId="20577"/>
          <ac:spMkLst>
            <pc:docMk/>
            <pc:sldMk cId="894682101" sldId="2512"/>
            <ac:spMk id="6" creationId="{9DBDF1DF-A225-0038-3202-C9F8EDBBF26E}"/>
          </ac:spMkLst>
        </pc:spChg>
      </pc:sldChg>
      <pc:sldChg chg="addSp delSp modSp add mod">
        <pc:chgData name="Ingmar Bengtsson" userId="e52b25e3-193f-4696-8ac3-34ff76e1898f" providerId="ADAL" clId="{4813430C-F62C-4436-A32F-67501D7996BA}" dt="2025-08-08T15:04:08.682" v="13944" actId="20577"/>
        <pc:sldMkLst>
          <pc:docMk/>
          <pc:sldMk cId="2605414816" sldId="2147472787"/>
        </pc:sldMkLst>
        <pc:spChg chg="mod">
          <ac:chgData name="Ingmar Bengtsson" userId="e52b25e3-193f-4696-8ac3-34ff76e1898f" providerId="ADAL" clId="{4813430C-F62C-4436-A32F-67501D7996BA}" dt="2025-08-08T14:45:03.231" v="13416" actId="21"/>
          <ac:spMkLst>
            <pc:docMk/>
            <pc:sldMk cId="2605414816" sldId="2147472787"/>
            <ac:spMk id="8" creationId="{B3C2B266-6B3F-C832-684E-9C90AE2B6B0B}"/>
          </ac:spMkLst>
        </pc:spChg>
        <pc:spChg chg="mod">
          <ac:chgData name="Ingmar Bengtsson" userId="e52b25e3-193f-4696-8ac3-34ff76e1898f" providerId="ADAL" clId="{4813430C-F62C-4436-A32F-67501D7996BA}" dt="2025-08-08T15:04:08.682" v="13944" actId="20577"/>
          <ac:spMkLst>
            <pc:docMk/>
            <pc:sldMk cId="2605414816" sldId="2147472787"/>
            <ac:spMk id="9" creationId="{5A000CF3-6683-2404-A1C7-7DBCD9C0E462}"/>
          </ac:spMkLst>
        </pc:spChg>
        <pc:spChg chg="mod">
          <ac:chgData name="Ingmar Bengtsson" userId="e52b25e3-193f-4696-8ac3-34ff76e1898f" providerId="ADAL" clId="{4813430C-F62C-4436-A32F-67501D7996BA}" dt="2025-08-08T14:45:21.873" v="13450" actId="20577"/>
          <ac:spMkLst>
            <pc:docMk/>
            <pc:sldMk cId="2605414816" sldId="2147472787"/>
            <ac:spMk id="10" creationId="{1711CB02-C8C7-E4C3-6DEC-8F39E8549432}"/>
          </ac:spMkLst>
        </pc:spChg>
        <pc:picChg chg="mod">
          <ac:chgData name="Ingmar Bengtsson" userId="e52b25e3-193f-4696-8ac3-34ff76e1898f" providerId="ADAL" clId="{4813430C-F62C-4436-A32F-67501D7996BA}" dt="2025-08-08T15:03:37.833" v="13941" actId="1076"/>
          <ac:picMkLst>
            <pc:docMk/>
            <pc:sldMk cId="2605414816" sldId="2147472787"/>
            <ac:picMk id="13" creationId="{CDA2738B-E4ED-14B4-6674-4023326D96AD}"/>
          </ac:picMkLst>
        </pc:picChg>
        <pc:picChg chg="mod">
          <ac:chgData name="Ingmar Bengtsson" userId="e52b25e3-193f-4696-8ac3-34ff76e1898f" providerId="ADAL" clId="{4813430C-F62C-4436-A32F-67501D7996BA}" dt="2025-08-08T15:03:45.560" v="13943" actId="14100"/>
          <ac:picMkLst>
            <pc:docMk/>
            <pc:sldMk cId="2605414816" sldId="2147472787"/>
            <ac:picMk id="1026" creationId="{3B1C2B78-16AA-285D-B30F-1F315F435100}"/>
          </ac:picMkLst>
        </pc:picChg>
      </pc:sldChg>
      <pc:sldChg chg="add">
        <pc:chgData name="Ingmar Bengtsson" userId="e52b25e3-193f-4696-8ac3-34ff76e1898f" providerId="ADAL" clId="{4813430C-F62C-4436-A32F-67501D7996BA}" dt="2025-08-26T12:38:26.637" v="14071"/>
        <pc:sldMkLst>
          <pc:docMk/>
          <pc:sldMk cId="3504312824" sldId="2147472788"/>
        </pc:sldMkLst>
      </pc:sldChg>
      <pc:sldChg chg="del">
        <pc:chgData name="Ingmar Bengtsson" userId="e52b25e3-193f-4696-8ac3-34ff76e1898f" providerId="ADAL" clId="{4813430C-F62C-4436-A32F-67501D7996BA}" dt="2025-08-08T07:35:58.990" v="174" actId="47"/>
        <pc:sldMkLst>
          <pc:docMk/>
          <pc:sldMk cId="4034727507" sldId="2147481228"/>
        </pc:sldMkLst>
      </pc:sldChg>
      <pc:sldChg chg="modSp mod modShow">
        <pc:chgData name="Ingmar Bengtsson" userId="e52b25e3-193f-4696-8ac3-34ff76e1898f" providerId="ADAL" clId="{4813430C-F62C-4436-A32F-67501D7996BA}" dt="2025-08-26T12:38:32.587" v="14072" actId="729"/>
        <pc:sldMkLst>
          <pc:docMk/>
          <pc:sldMk cId="3162708104" sldId="2147481229"/>
        </pc:sldMkLst>
        <pc:spChg chg="mod">
          <ac:chgData name="Ingmar Bengtsson" userId="e52b25e3-193f-4696-8ac3-34ff76e1898f" providerId="ADAL" clId="{4813430C-F62C-4436-A32F-67501D7996BA}" dt="2025-08-08T13:05:21.747" v="1579" actId="20577"/>
          <ac:spMkLst>
            <pc:docMk/>
            <pc:sldMk cId="3162708104" sldId="2147481229"/>
            <ac:spMk id="5" creationId="{414CBFB1-266F-F88A-DF1D-2FD71D53E773}"/>
          </ac:spMkLst>
        </pc:spChg>
        <pc:spChg chg="mod">
          <ac:chgData name="Ingmar Bengtsson" userId="e52b25e3-193f-4696-8ac3-34ff76e1898f" providerId="ADAL" clId="{4813430C-F62C-4436-A32F-67501D7996BA}" dt="2025-08-08T13:10:48.116" v="2128" actId="20577"/>
          <ac:spMkLst>
            <pc:docMk/>
            <pc:sldMk cId="3162708104" sldId="2147481229"/>
            <ac:spMk id="6" creationId="{526789CE-3795-838E-8C78-1C77996D5251}"/>
          </ac:spMkLst>
        </pc:spChg>
        <pc:spChg chg="mod">
          <ac:chgData name="Ingmar Bengtsson" userId="e52b25e3-193f-4696-8ac3-34ff76e1898f" providerId="ADAL" clId="{4813430C-F62C-4436-A32F-67501D7996BA}" dt="2025-08-26T11:05:06.698" v="14070" actId="1076"/>
          <ac:spMkLst>
            <pc:docMk/>
            <pc:sldMk cId="3162708104" sldId="2147481229"/>
            <ac:spMk id="8" creationId="{C3980E83-E5B4-ABC0-5FEC-A3365413BAA8}"/>
          </ac:spMkLst>
        </pc:spChg>
      </pc:sldChg>
      <pc:sldChg chg="modSp mod modShow">
        <pc:chgData name="Ingmar Bengtsson" userId="e52b25e3-193f-4696-8ac3-34ff76e1898f" providerId="ADAL" clId="{4813430C-F62C-4436-A32F-67501D7996BA}" dt="2025-08-26T12:38:32.587" v="14072" actId="729"/>
        <pc:sldMkLst>
          <pc:docMk/>
          <pc:sldMk cId="1979240792" sldId="2147481230"/>
        </pc:sldMkLst>
        <pc:spChg chg="mod">
          <ac:chgData name="Ingmar Bengtsson" userId="e52b25e3-193f-4696-8ac3-34ff76e1898f" providerId="ADAL" clId="{4813430C-F62C-4436-A32F-67501D7996BA}" dt="2025-08-08T13:04:16.076" v="1406" actId="20577"/>
          <ac:spMkLst>
            <pc:docMk/>
            <pc:sldMk cId="1979240792" sldId="2147481230"/>
            <ac:spMk id="6" creationId="{73295C09-5A6A-7D29-C432-83BB9F0BDCE7}"/>
          </ac:spMkLst>
        </pc:spChg>
        <pc:spChg chg="mod">
          <ac:chgData name="Ingmar Bengtsson" userId="e52b25e3-193f-4696-8ac3-34ff76e1898f" providerId="ADAL" clId="{4813430C-F62C-4436-A32F-67501D7996BA}" dt="2025-08-08T13:04:44.751" v="1494" actId="20577"/>
          <ac:spMkLst>
            <pc:docMk/>
            <pc:sldMk cId="1979240792" sldId="2147481230"/>
            <ac:spMk id="8" creationId="{4E75086D-11CE-1536-89D1-D03814210D6A}"/>
          </ac:spMkLst>
        </pc:spChg>
      </pc:sldChg>
      <pc:sldChg chg="modSp mod ord">
        <pc:chgData name="Ingmar Bengtsson" userId="e52b25e3-193f-4696-8ac3-34ff76e1898f" providerId="ADAL" clId="{4813430C-F62C-4436-A32F-67501D7996BA}" dt="2025-08-12T13:05:06.819" v="13968"/>
        <pc:sldMkLst>
          <pc:docMk/>
          <pc:sldMk cId="1717967142" sldId="2147481231"/>
        </pc:sldMkLst>
        <pc:spChg chg="mod">
          <ac:chgData name="Ingmar Bengtsson" userId="e52b25e3-193f-4696-8ac3-34ff76e1898f" providerId="ADAL" clId="{4813430C-F62C-4436-A32F-67501D7996BA}" dt="2025-08-08T13:34:49.490" v="13409" actId="21"/>
          <ac:spMkLst>
            <pc:docMk/>
            <pc:sldMk cId="1717967142" sldId="2147481231"/>
            <ac:spMk id="5" creationId="{7F93F165-2BE9-DDF6-2FAD-E91CD8F18CF7}"/>
          </ac:spMkLst>
        </pc:spChg>
        <pc:spChg chg="mod">
          <ac:chgData name="Ingmar Bengtsson" userId="e52b25e3-193f-4696-8ac3-34ff76e1898f" providerId="ADAL" clId="{4813430C-F62C-4436-A32F-67501D7996BA}" dt="2025-08-08T13:34:52.392" v="13410"/>
          <ac:spMkLst>
            <pc:docMk/>
            <pc:sldMk cId="1717967142" sldId="2147481231"/>
            <ac:spMk id="6" creationId="{97B6516B-BCB2-0B4E-36AA-D3281DBF7C00}"/>
          </ac:spMkLst>
        </pc:spChg>
        <pc:spChg chg="mod">
          <ac:chgData name="Ingmar Bengtsson" userId="e52b25e3-193f-4696-8ac3-34ff76e1898f" providerId="ADAL" clId="{4813430C-F62C-4436-A32F-67501D7996BA}" dt="2025-08-12T13:05:06.819" v="13968"/>
          <ac:spMkLst>
            <pc:docMk/>
            <pc:sldMk cId="1717967142" sldId="2147481231"/>
            <ac:spMk id="8" creationId="{305BB189-D0F5-E788-17D9-64244B8A9F35}"/>
          </ac:spMkLst>
        </pc:spChg>
      </pc:sldChg>
      <pc:sldChg chg="modSp new mod">
        <pc:chgData name="Ingmar Bengtsson" userId="e52b25e3-193f-4696-8ac3-34ff76e1898f" providerId="ADAL" clId="{4813430C-F62C-4436-A32F-67501D7996BA}" dt="2025-08-08T13:07:35.473" v="1661" actId="20577"/>
        <pc:sldMkLst>
          <pc:docMk/>
          <pc:sldMk cId="886859097" sldId="2147481232"/>
        </pc:sldMkLst>
        <pc:spChg chg="mod">
          <ac:chgData name="Ingmar Bengtsson" userId="e52b25e3-193f-4696-8ac3-34ff76e1898f" providerId="ADAL" clId="{4813430C-F62C-4436-A32F-67501D7996BA}" dt="2025-08-08T13:07:35.473" v="1661" actId="20577"/>
          <ac:spMkLst>
            <pc:docMk/>
            <pc:sldMk cId="886859097" sldId="2147481232"/>
            <ac:spMk id="2" creationId="{9AE8EB03-8DE4-62DF-D366-57C3B2FDF305}"/>
          </ac:spMkLst>
        </pc:spChg>
        <pc:spChg chg="mod">
          <ac:chgData name="Ingmar Bengtsson" userId="e52b25e3-193f-4696-8ac3-34ff76e1898f" providerId="ADAL" clId="{4813430C-F62C-4436-A32F-67501D7996BA}" dt="2025-08-08T13:07:30.388" v="1660" actId="20577"/>
          <ac:spMkLst>
            <pc:docMk/>
            <pc:sldMk cId="886859097" sldId="2147481232"/>
            <ac:spMk id="6" creationId="{E6027BFB-ED51-DA76-F9F5-0F893A8CFEDB}"/>
          </ac:spMkLst>
        </pc:spChg>
        <pc:spChg chg="mod">
          <ac:chgData name="Ingmar Bengtsson" userId="e52b25e3-193f-4696-8ac3-34ff76e1898f" providerId="ADAL" clId="{4813430C-F62C-4436-A32F-67501D7996BA}" dt="2025-08-08T13:07:17.274" v="1635" actId="20577"/>
          <ac:spMkLst>
            <pc:docMk/>
            <pc:sldMk cId="886859097" sldId="2147481232"/>
            <ac:spMk id="7" creationId="{CAE5DC0D-B1F6-43A6-58FC-60632A8783B9}"/>
          </ac:spMkLst>
        </pc:spChg>
      </pc:sldChg>
      <pc:sldChg chg="del">
        <pc:chgData name="Ingmar Bengtsson" userId="e52b25e3-193f-4696-8ac3-34ff76e1898f" providerId="ADAL" clId="{4813430C-F62C-4436-A32F-67501D7996BA}" dt="2025-08-08T07:35:58.990" v="174" actId="47"/>
        <pc:sldMkLst>
          <pc:docMk/>
          <pc:sldMk cId="4256056368" sldId="2147481232"/>
        </pc:sldMkLst>
      </pc:sldChg>
      <pc:sldChg chg="del">
        <pc:chgData name="Ingmar Bengtsson" userId="e52b25e3-193f-4696-8ac3-34ff76e1898f" providerId="ADAL" clId="{4813430C-F62C-4436-A32F-67501D7996BA}" dt="2025-08-08T07:35:58.990" v="174" actId="47"/>
        <pc:sldMkLst>
          <pc:docMk/>
          <pc:sldMk cId="3636380092" sldId="2147481233"/>
        </pc:sldMkLst>
      </pc:sldChg>
      <pc:sldChg chg="del">
        <pc:chgData name="Ingmar Bengtsson" userId="e52b25e3-193f-4696-8ac3-34ff76e1898f" providerId="ADAL" clId="{4813430C-F62C-4436-A32F-67501D7996BA}" dt="2025-08-08T07:35:58.990" v="174" actId="47"/>
        <pc:sldMkLst>
          <pc:docMk/>
          <pc:sldMk cId="1009153742" sldId="2147481234"/>
        </pc:sldMkLst>
      </pc:sldChg>
      <pc:sldChg chg="del">
        <pc:chgData name="Ingmar Bengtsson" userId="e52b25e3-193f-4696-8ac3-34ff76e1898f" providerId="ADAL" clId="{4813430C-F62C-4436-A32F-67501D7996BA}" dt="2025-08-08T07:35:58.990" v="174" actId="47"/>
        <pc:sldMkLst>
          <pc:docMk/>
          <pc:sldMk cId="4256301684" sldId="2147481235"/>
        </pc:sldMkLst>
      </pc:sldChg>
      <pc:sldChg chg="del">
        <pc:chgData name="Ingmar Bengtsson" userId="e52b25e3-193f-4696-8ac3-34ff76e1898f" providerId="ADAL" clId="{4813430C-F62C-4436-A32F-67501D7996BA}" dt="2025-08-08T07:35:58.990" v="174" actId="47"/>
        <pc:sldMkLst>
          <pc:docMk/>
          <pc:sldMk cId="4151441779" sldId="2147481236"/>
        </pc:sldMkLst>
      </pc:sldChg>
      <pc:sldChg chg="del">
        <pc:chgData name="Ingmar Bengtsson" userId="e52b25e3-193f-4696-8ac3-34ff76e1898f" providerId="ADAL" clId="{4813430C-F62C-4436-A32F-67501D7996BA}" dt="2025-08-08T07:35:58.990" v="174" actId="47"/>
        <pc:sldMkLst>
          <pc:docMk/>
          <pc:sldMk cId="3362040905" sldId="2147481237"/>
        </pc:sldMkLst>
      </pc:sldChg>
      <pc:sldChg chg="del">
        <pc:chgData name="Ingmar Bengtsson" userId="e52b25e3-193f-4696-8ac3-34ff76e1898f" providerId="ADAL" clId="{4813430C-F62C-4436-A32F-67501D7996BA}" dt="2025-08-08T07:35:58.990" v="174" actId="47"/>
        <pc:sldMkLst>
          <pc:docMk/>
          <pc:sldMk cId="666562142" sldId="2147481238"/>
        </pc:sldMkLst>
      </pc:sldChg>
      <pc:sldChg chg="del">
        <pc:chgData name="Ingmar Bengtsson" userId="e52b25e3-193f-4696-8ac3-34ff76e1898f" providerId="ADAL" clId="{4813430C-F62C-4436-A32F-67501D7996BA}" dt="2025-08-08T07:35:58.990" v="174" actId="47"/>
        <pc:sldMkLst>
          <pc:docMk/>
          <pc:sldMk cId="1623890290" sldId="2147481239"/>
        </pc:sldMkLst>
      </pc:sldChg>
      <pc:sldChg chg="del">
        <pc:chgData name="Ingmar Bengtsson" userId="e52b25e3-193f-4696-8ac3-34ff76e1898f" providerId="ADAL" clId="{4813430C-F62C-4436-A32F-67501D7996BA}" dt="2025-08-08T07:35:58.990" v="174" actId="47"/>
        <pc:sldMkLst>
          <pc:docMk/>
          <pc:sldMk cId="1947149935" sldId="2147481240"/>
        </pc:sldMkLst>
      </pc:sldChg>
      <pc:sldChg chg="del">
        <pc:chgData name="Ingmar Bengtsson" userId="e52b25e3-193f-4696-8ac3-34ff76e1898f" providerId="ADAL" clId="{4813430C-F62C-4436-A32F-67501D7996BA}" dt="2025-08-08T07:35:58.990" v="174" actId="47"/>
        <pc:sldMkLst>
          <pc:docMk/>
          <pc:sldMk cId="429633404" sldId="2147481241"/>
        </pc:sldMkLst>
      </pc:sldChg>
      <pc:sldChg chg="del">
        <pc:chgData name="Ingmar Bengtsson" userId="e52b25e3-193f-4696-8ac3-34ff76e1898f" providerId="ADAL" clId="{4813430C-F62C-4436-A32F-67501D7996BA}" dt="2025-08-08T07:35:58.990" v="174" actId="47"/>
        <pc:sldMkLst>
          <pc:docMk/>
          <pc:sldMk cId="600289257" sldId="2147481242"/>
        </pc:sldMkLst>
      </pc:sldChg>
      <pc:sldChg chg="del">
        <pc:chgData name="Ingmar Bengtsson" userId="e52b25e3-193f-4696-8ac3-34ff76e1898f" providerId="ADAL" clId="{4813430C-F62C-4436-A32F-67501D7996BA}" dt="2025-08-08T07:35:58.990" v="174" actId="47"/>
        <pc:sldMkLst>
          <pc:docMk/>
          <pc:sldMk cId="3694687029" sldId="2147481243"/>
        </pc:sldMkLst>
      </pc:sldChg>
      <pc:sldChg chg="del">
        <pc:chgData name="Ingmar Bengtsson" userId="e52b25e3-193f-4696-8ac3-34ff76e1898f" providerId="ADAL" clId="{4813430C-F62C-4436-A32F-67501D7996BA}" dt="2025-08-08T07:35:58.990" v="174" actId="47"/>
        <pc:sldMkLst>
          <pc:docMk/>
          <pc:sldMk cId="3775961854" sldId="2147481244"/>
        </pc:sldMkLst>
      </pc:sldChg>
      <pc:sldChg chg="del">
        <pc:chgData name="Ingmar Bengtsson" userId="e52b25e3-193f-4696-8ac3-34ff76e1898f" providerId="ADAL" clId="{4813430C-F62C-4436-A32F-67501D7996BA}" dt="2025-08-08T07:35:58.990" v="174" actId="47"/>
        <pc:sldMkLst>
          <pc:docMk/>
          <pc:sldMk cId="3893159945" sldId="2147481246"/>
        </pc:sldMkLst>
      </pc:sldChg>
      <pc:sldChg chg="del">
        <pc:chgData name="Ingmar Bengtsson" userId="e52b25e3-193f-4696-8ac3-34ff76e1898f" providerId="ADAL" clId="{4813430C-F62C-4436-A32F-67501D7996BA}" dt="2025-08-08T07:35:58.990" v="174" actId="47"/>
        <pc:sldMkLst>
          <pc:docMk/>
          <pc:sldMk cId="4010078440" sldId="2147481247"/>
        </pc:sldMkLst>
      </pc:sldChg>
      <pc:sldChg chg="modSp add mod ord">
        <pc:chgData name="Ingmar Bengtsson" userId="e52b25e3-193f-4696-8ac3-34ff76e1898f" providerId="ADAL" clId="{4813430C-F62C-4436-A32F-67501D7996BA}" dt="2025-08-12T13:07:07.165" v="14068" actId="20577"/>
        <pc:sldMkLst>
          <pc:docMk/>
          <pc:sldMk cId="3326125407" sldId="2147483620"/>
        </pc:sldMkLst>
        <pc:spChg chg="mod">
          <ac:chgData name="Ingmar Bengtsson" userId="e52b25e3-193f-4696-8ac3-34ff76e1898f" providerId="ADAL" clId="{4813430C-F62C-4436-A32F-67501D7996BA}" dt="2025-08-12T13:07:07.165" v="14068" actId="20577"/>
          <ac:spMkLst>
            <pc:docMk/>
            <pc:sldMk cId="3326125407" sldId="2147483620"/>
            <ac:spMk id="2" creationId="{82DE4F5E-B550-ADE8-D678-4017A32718B6}"/>
          </ac:spMkLst>
        </pc:spChg>
        <pc:spChg chg="mod">
          <ac:chgData name="Ingmar Bengtsson" userId="e52b25e3-193f-4696-8ac3-34ff76e1898f" providerId="ADAL" clId="{4813430C-F62C-4436-A32F-67501D7996BA}" dt="2025-08-12T13:05:03.024" v="13967" actId="21"/>
          <ac:spMkLst>
            <pc:docMk/>
            <pc:sldMk cId="3326125407" sldId="2147483620"/>
            <ac:spMk id="3" creationId="{7CAFC68F-3FC6-3ED9-B7F4-45CC6019ABF8}"/>
          </ac:spMkLst>
        </pc:spChg>
      </pc:sldChg>
      <pc:sldChg chg="modSp new mod">
        <pc:chgData name="Ingmar Bengtsson" userId="e52b25e3-193f-4696-8ac3-34ff76e1898f" providerId="ADAL" clId="{4813430C-F62C-4436-A32F-67501D7996BA}" dt="2025-08-08T15:00:17.559" v="13935" actId="20577"/>
        <pc:sldMkLst>
          <pc:docMk/>
          <pc:sldMk cId="3385717210" sldId="2147483621"/>
        </pc:sldMkLst>
        <pc:spChg chg="mod">
          <ac:chgData name="Ingmar Bengtsson" userId="e52b25e3-193f-4696-8ac3-34ff76e1898f" providerId="ADAL" clId="{4813430C-F62C-4436-A32F-67501D7996BA}" dt="2025-08-08T15:00:17.559" v="13935" actId="20577"/>
          <ac:spMkLst>
            <pc:docMk/>
            <pc:sldMk cId="3385717210" sldId="2147483621"/>
            <ac:spMk id="2" creationId="{59B88F95-9BE9-AF6F-D8B2-3A60A63B25B6}"/>
          </ac:spMkLst>
        </pc:spChg>
        <pc:spChg chg="mod">
          <ac:chgData name="Ingmar Bengtsson" userId="e52b25e3-193f-4696-8ac3-34ff76e1898f" providerId="ADAL" clId="{4813430C-F62C-4436-A32F-67501D7996BA}" dt="2025-08-08T14:58:20.078" v="13676" actId="20577"/>
          <ac:spMkLst>
            <pc:docMk/>
            <pc:sldMk cId="3385717210" sldId="2147483621"/>
            <ac:spMk id="6" creationId="{DE5A3A30-FDF5-327D-6F73-7B57946B4012}"/>
          </ac:spMkLst>
        </pc:spChg>
        <pc:spChg chg="mod">
          <ac:chgData name="Ingmar Bengtsson" userId="e52b25e3-193f-4696-8ac3-34ff76e1898f" providerId="ADAL" clId="{4813430C-F62C-4436-A32F-67501D7996BA}" dt="2025-08-08T14:58:08.950" v="13640" actId="20577"/>
          <ac:spMkLst>
            <pc:docMk/>
            <pc:sldMk cId="3385717210" sldId="2147483621"/>
            <ac:spMk id="7" creationId="{D7606F8E-F247-B11E-E96A-FE93A6D2D3B0}"/>
          </ac:spMkLst>
        </pc:spChg>
      </pc:sldChg>
      <pc:sldChg chg="add">
        <pc:chgData name="Ingmar Bengtsson" userId="e52b25e3-193f-4696-8ac3-34ff76e1898f" providerId="ADAL" clId="{4813430C-F62C-4436-A32F-67501D7996BA}" dt="2025-08-08T15:00:54.070" v="13936"/>
        <pc:sldMkLst>
          <pc:docMk/>
          <pc:sldMk cId="1230763764" sldId="2147483622"/>
        </pc:sldMkLst>
      </pc:sldChg>
      <pc:sldChg chg="modSp new mod">
        <pc:chgData name="Ingmar Bengtsson" userId="e52b25e3-193f-4696-8ac3-34ff76e1898f" providerId="ADAL" clId="{4813430C-F62C-4436-A32F-67501D7996BA}" dt="2025-08-12T12:58:18.716" v="13961" actId="34807"/>
        <pc:sldMkLst>
          <pc:docMk/>
          <pc:sldMk cId="1924663502" sldId="2147483623"/>
        </pc:sldMkLst>
        <pc:spChg chg="mod">
          <ac:chgData name="Ingmar Bengtsson" userId="e52b25e3-193f-4696-8ac3-34ff76e1898f" providerId="ADAL" clId="{4813430C-F62C-4436-A32F-67501D7996BA}" dt="2025-08-12T12:58:18.716" v="13961" actId="34807"/>
          <ac:spMkLst>
            <pc:docMk/>
            <pc:sldMk cId="1924663502" sldId="2147483623"/>
            <ac:spMk id="2" creationId="{467138ED-C20F-5B0F-8B62-8077B6A75CD5}"/>
          </ac:spMkLst>
        </pc:spChg>
        <pc:spChg chg="mod">
          <ac:chgData name="Ingmar Bengtsson" userId="e52b25e3-193f-4696-8ac3-34ff76e1898f" providerId="ADAL" clId="{4813430C-F62C-4436-A32F-67501D7996BA}" dt="2025-08-11T06:03:35.533" v="13949"/>
          <ac:spMkLst>
            <pc:docMk/>
            <pc:sldMk cId="1924663502" sldId="2147483623"/>
            <ac:spMk id="7" creationId="{576BB37A-03AF-FC29-EDCA-1EE8E1ADF77D}"/>
          </ac:spMkLst>
        </pc:spChg>
      </pc:sldChg>
      <pc:sldChg chg="modSp new mod">
        <pc:chgData name="Ingmar Bengtsson" userId="e52b25e3-193f-4696-8ac3-34ff76e1898f" providerId="ADAL" clId="{4813430C-F62C-4436-A32F-67501D7996BA}" dt="2025-08-12T13:03:28.963" v="13964" actId="34807"/>
        <pc:sldMkLst>
          <pc:docMk/>
          <pc:sldMk cId="3956460123" sldId="2147483624"/>
        </pc:sldMkLst>
        <pc:spChg chg="mod">
          <ac:chgData name="Ingmar Bengtsson" userId="e52b25e3-193f-4696-8ac3-34ff76e1898f" providerId="ADAL" clId="{4813430C-F62C-4436-A32F-67501D7996BA}" dt="2025-08-12T13:03:28.963" v="13964" actId="34807"/>
          <ac:spMkLst>
            <pc:docMk/>
            <pc:sldMk cId="3956460123" sldId="2147483624"/>
            <ac:spMk id="2" creationId="{FBB681B7-9E83-84C1-AC66-2055334E52F1}"/>
          </ac:spMkLst>
        </pc:spChg>
        <pc:spChg chg="mod">
          <ac:chgData name="Ingmar Bengtsson" userId="e52b25e3-193f-4696-8ac3-34ff76e1898f" providerId="ADAL" clId="{4813430C-F62C-4436-A32F-67501D7996BA}" dt="2025-08-11T06:06:39.339" v="13954"/>
          <ac:spMkLst>
            <pc:docMk/>
            <pc:sldMk cId="3956460123" sldId="2147483624"/>
            <ac:spMk id="7" creationId="{55EFC33B-C3DC-2D5B-2BEB-0A897A8D33D0}"/>
          </ac:spMkLst>
        </pc:spChg>
      </pc:sldChg>
      <pc:sldChg chg="add ord">
        <pc:chgData name="Ingmar Bengtsson" userId="e52b25e3-193f-4696-8ac3-34ff76e1898f" providerId="ADAL" clId="{4813430C-F62C-4436-A32F-67501D7996BA}" dt="2025-08-26T12:38:43.206" v="14074"/>
        <pc:sldMkLst>
          <pc:docMk/>
          <pc:sldMk cId="4257567568" sldId="2147483625"/>
        </pc:sldMkLst>
      </pc:sldChg>
      <pc:sldMasterChg chg="delSldLayout">
        <pc:chgData name="Ingmar Bengtsson" userId="e52b25e3-193f-4696-8ac3-34ff76e1898f" providerId="ADAL" clId="{4813430C-F62C-4436-A32F-67501D7996BA}" dt="2025-08-08T07:35:58.990" v="174" actId="47"/>
        <pc:sldMasterMkLst>
          <pc:docMk/>
          <pc:sldMasterMk cId="609751919" sldId="2147483672"/>
        </pc:sldMasterMkLst>
        <pc:sldLayoutChg chg="del">
          <pc:chgData name="Ingmar Bengtsson" userId="e52b25e3-193f-4696-8ac3-34ff76e1898f" providerId="ADAL" clId="{4813430C-F62C-4436-A32F-67501D7996BA}" dt="2025-08-08T07:35:58.990" v="174" actId="47"/>
          <pc:sldLayoutMkLst>
            <pc:docMk/>
            <pc:sldMasterMk cId="609751919" sldId="2147483672"/>
            <pc:sldLayoutMk cId="2465722839" sldId="2147483703"/>
          </pc:sldLayoutMkLst>
        </pc:sldLayoutChg>
      </pc:sldMasterChg>
    </pc:docChg>
  </pc:docChgLst>
  <pc:docChgLst>
    <pc:chgData name="Sadhana Anandan" userId="S::sadhana.anandan@volvo.com::781e40ce-46f3-427e-93be-91bdc8a786fc" providerId="AD" clId="Web-{C30EA77E-2C89-E2D7-4028-00BF11D7EFA5}"/>
    <pc:docChg chg="modSld">
      <pc:chgData name="Sadhana Anandan" userId="S::sadhana.anandan@volvo.com::781e40ce-46f3-427e-93be-91bdc8a786fc" providerId="AD" clId="Web-{C30EA77E-2C89-E2D7-4028-00BF11D7EFA5}" dt="2025-08-19T14:57:54.280" v="2" actId="20577"/>
      <pc:docMkLst>
        <pc:docMk/>
      </pc:docMkLst>
      <pc:sldChg chg="modSp">
        <pc:chgData name="Sadhana Anandan" userId="S::sadhana.anandan@volvo.com::781e40ce-46f3-427e-93be-91bdc8a786fc" providerId="AD" clId="Web-{C30EA77E-2C89-E2D7-4028-00BF11D7EFA5}" dt="2025-08-19T14:57:54.280" v="2" actId="20577"/>
        <pc:sldMkLst>
          <pc:docMk/>
          <pc:sldMk cId="3162708104" sldId="2147481229"/>
        </pc:sldMkLst>
        <pc:spChg chg="mod">
          <ac:chgData name="Sadhana Anandan" userId="S::sadhana.anandan@volvo.com::781e40ce-46f3-427e-93be-91bdc8a786fc" providerId="AD" clId="Web-{C30EA77E-2C89-E2D7-4028-00BF11D7EFA5}" dt="2025-08-19T14:57:54.280" v="2" actId="20577"/>
          <ac:spMkLst>
            <pc:docMk/>
            <pc:sldMk cId="3162708104" sldId="2147481229"/>
            <ac:spMk id="8" creationId="{C3980E83-E5B4-ABC0-5FEC-A3365413BAA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C7DCBC-852F-9040-A116-93E0CED6E16C}" type="datetimeFigureOut">
              <a:rPr lang="en-US" smtClean="0"/>
              <a:t>8/25/2025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DB8B5D-7EAE-5C4C-8E66-D5A80DA311EF}" type="slidenum">
              <a:rPr lang="en-US" smtClean="0"/>
              <a:t>‹#›</a:t>
            </a:fld>
            <a:endParaRPr lang="en-US"/>
          </a:p>
        </p:txBody>
      </p:sp>
    </p:spTree>
    <p:extLst>
      <p:ext uri="{BB962C8B-B14F-4D97-AF65-F5344CB8AC3E}">
        <p14:creationId xmlns:p14="http://schemas.microsoft.com/office/powerpoint/2010/main" val="1738356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a:t>The Challenge</a:t>
            </a:r>
            <a:endParaRPr lang="en-US" dirty="0"/>
          </a:p>
          <a:p>
            <a:pPr marL="0" indent="0">
              <a:buNone/>
            </a:pPr>
            <a:r>
              <a:rPr lang="en-US" dirty="0"/>
              <a:t>Data sharing is complex, and generating real value often entails significant infrastructure costs. Additionally, legal regulations such as GDPR and security concerns pose obstacles or cause lengthy delays in data sharing and processing.</a:t>
            </a:r>
          </a:p>
          <a:p>
            <a:pPr marL="0" indent="0">
              <a:buNone/>
            </a:pPr>
            <a:r>
              <a:rPr lang="en-US" dirty="0"/>
              <a:t>A clear opportunity to unlock value from data lies in AI, yet running AI demands substantial data and computing power. Vehicle-based computing, particularly AI processing, is a limited resource. Relying on cloud computing introduces high data transfer costs, latency issues, and further complications related to legal frameworks like GDPR.</a:t>
            </a:r>
          </a:p>
          <a:p>
            <a:pPr marL="0" indent="0">
              <a:buNone/>
            </a:pPr>
            <a:r>
              <a:rPr lang="en-US" dirty="0"/>
              <a:t>Cotwin aims to address these challenges comprehensively.</a:t>
            </a:r>
            <a:endParaRPr lang="sv-SE" dirty="0">
              <a:solidFill>
                <a:schemeClr val="bg1"/>
              </a:solidFill>
            </a:endParaRPr>
          </a:p>
          <a:p>
            <a:endParaRPr lang="en-US" dirty="0"/>
          </a:p>
        </p:txBody>
      </p:sp>
      <p:sp>
        <p:nvSpPr>
          <p:cNvPr id="4" name="Slide Number Placeholder 3"/>
          <p:cNvSpPr>
            <a:spLocks noGrp="1"/>
          </p:cNvSpPr>
          <p:nvPr>
            <p:ph type="sldNum" sz="quarter" idx="5"/>
          </p:nvPr>
        </p:nvSpPr>
        <p:spPr/>
        <p:txBody>
          <a:bodyPr/>
          <a:lstStyle/>
          <a:p>
            <a:fld id="{21FA4158-989F-47C9-B5FE-46886DDAF440}" type="slidenum">
              <a:rPr lang="en-US" smtClean="0"/>
              <a:t>3</a:t>
            </a:fld>
            <a:endParaRPr lang="en-US"/>
          </a:p>
        </p:txBody>
      </p:sp>
    </p:spTree>
    <p:extLst>
      <p:ext uri="{BB962C8B-B14F-4D97-AF65-F5344CB8AC3E}">
        <p14:creationId xmlns:p14="http://schemas.microsoft.com/office/powerpoint/2010/main" val="704594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195" lvl="1">
              <a:lnSpc>
                <a:spcPct val="113999"/>
              </a:lnSpc>
            </a:pPr>
            <a:r>
              <a:rPr lang="sv-SE" sz="1000" dirty="0">
                <a:solidFill>
                  <a:schemeClr val="bg1"/>
                </a:solidFill>
              </a:rPr>
              <a:t>To address both data transfer cost, legal challanges and lack of compute onboard an obvious approach would be to create some kind of Edge compute. </a:t>
            </a:r>
            <a:endParaRPr lang="en-US" sz="1000" dirty="0">
              <a:solidFill>
                <a:schemeClr val="bg1"/>
              </a:solidFill>
            </a:endParaRPr>
          </a:p>
          <a:p>
            <a:pPr marL="163195" lvl="1">
              <a:lnSpc>
                <a:spcPct val="113999"/>
              </a:lnSpc>
            </a:pPr>
            <a:r>
              <a:rPr lang="sv-SE" sz="1000" dirty="0">
                <a:solidFill>
                  <a:schemeClr val="bg1"/>
                </a:solidFill>
              </a:rPr>
              <a:t>Edge compute is used in a variety of cases and the actual edge can be many things, for Volvo it is the onboard compute in the truck and for other players it can be in a roadside camera unit with some additional computational capability, etc.</a:t>
            </a:r>
          </a:p>
          <a:p>
            <a:pPr marL="163195" lvl="1">
              <a:lnSpc>
                <a:spcPct val="113999"/>
              </a:lnSpc>
            </a:pPr>
            <a:r>
              <a:rPr lang="sv-SE" sz="1000" dirty="0">
                <a:solidFill>
                  <a:schemeClr val="bg1"/>
                </a:solidFill>
              </a:rPr>
              <a:t>In the CoTwin case the ”Edge” is a compute just behind the base stations which then can be a </a:t>
            </a:r>
            <a:r>
              <a:rPr lang="en-US" sz="1000" dirty="0">
                <a:solidFill>
                  <a:schemeClr val="bg1"/>
                </a:solidFill>
                <a:latin typeface="Volvo Novum"/>
                <a:cs typeface="Arial"/>
              </a:rPr>
              <a:t>future telecom infrastructure capabilities from Ericsson to supply to Operators, in our case represented by Asta Zero (Telia). </a:t>
            </a:r>
          </a:p>
          <a:p>
            <a:pPr marL="163195" lvl="1">
              <a:lnSpc>
                <a:spcPct val="113999"/>
              </a:lnSpc>
            </a:pPr>
            <a:r>
              <a:rPr lang="en-US" sz="1000" dirty="0">
                <a:solidFill>
                  <a:schemeClr val="bg1"/>
                </a:solidFill>
                <a:latin typeface="Volvo Novum"/>
                <a:cs typeface="Arial"/>
              </a:rPr>
              <a:t>This Edge is then equipped with a state-of-the art secure compute and data sharing technology,  in this project provided by </a:t>
            </a:r>
            <a:r>
              <a:rPr lang="en-US" sz="1000" dirty="0" err="1">
                <a:solidFill>
                  <a:schemeClr val="bg1"/>
                </a:solidFill>
                <a:latin typeface="Volvo Novum"/>
                <a:cs typeface="Arial"/>
              </a:rPr>
              <a:t>CanaryBit</a:t>
            </a:r>
            <a:r>
              <a:rPr lang="en-US" sz="1000" dirty="0">
                <a:solidFill>
                  <a:schemeClr val="bg1"/>
                </a:solidFill>
                <a:latin typeface="Volvo Novum"/>
                <a:cs typeface="Arial"/>
              </a:rPr>
              <a:t>. </a:t>
            </a:r>
          </a:p>
          <a:p>
            <a:pPr marL="163195" lvl="1">
              <a:lnSpc>
                <a:spcPct val="113999"/>
              </a:lnSpc>
            </a:pPr>
            <a:r>
              <a:rPr lang="en-US" sz="1000" dirty="0">
                <a:solidFill>
                  <a:schemeClr val="bg1"/>
                </a:solidFill>
                <a:latin typeface="Volvo Novum"/>
                <a:cs typeface="Arial"/>
              </a:rPr>
              <a:t>In this edge sensor data collected from Volvo Group vehicles and other infrastructure sensor systems can processed and after that shared to others both in this Edge but off course also to our traditional cloud compute. </a:t>
            </a:r>
          </a:p>
          <a:p>
            <a:pPr marL="163195" lvl="1">
              <a:lnSpc>
                <a:spcPct val="113999"/>
              </a:lnSpc>
            </a:pPr>
            <a:r>
              <a:rPr lang="en-US" sz="1000" dirty="0">
                <a:solidFill>
                  <a:schemeClr val="bg1"/>
                </a:solidFill>
                <a:latin typeface="Volvo Novum"/>
                <a:cs typeface="Arial"/>
              </a:rPr>
              <a:t>Another key innovation in the project is a Legal investigation together with IMY (</a:t>
            </a:r>
            <a:r>
              <a:rPr lang="en-US" sz="1000" dirty="0" err="1">
                <a:solidFill>
                  <a:schemeClr val="bg1"/>
                </a:solidFill>
                <a:latin typeface="Volvo Novum"/>
                <a:cs typeface="Arial"/>
              </a:rPr>
              <a:t>Integritetsskyddsmyndigheten</a:t>
            </a:r>
            <a:r>
              <a:rPr lang="en-US" sz="1000" dirty="0">
                <a:solidFill>
                  <a:schemeClr val="bg1"/>
                </a:solidFill>
                <a:latin typeface="Volvo Novum"/>
                <a:cs typeface="Arial"/>
              </a:rPr>
              <a:t>) that will analyze if we could see this compute as GDPR free compute, in practice that would mean that a Volvo specific data processing in </a:t>
            </a:r>
            <a:r>
              <a:rPr lang="en-US" sz="1000" dirty="0" err="1">
                <a:solidFill>
                  <a:schemeClr val="bg1"/>
                </a:solidFill>
                <a:latin typeface="Volvo Novum"/>
                <a:cs typeface="Arial"/>
              </a:rPr>
              <a:t>CoTwin</a:t>
            </a:r>
            <a:r>
              <a:rPr lang="en-US" sz="1000" dirty="0">
                <a:solidFill>
                  <a:schemeClr val="bg1"/>
                </a:solidFill>
                <a:latin typeface="Volvo Novum"/>
                <a:cs typeface="Arial"/>
              </a:rPr>
              <a:t> would be as if it was processed in the Truck.</a:t>
            </a:r>
          </a:p>
        </p:txBody>
      </p:sp>
      <p:sp>
        <p:nvSpPr>
          <p:cNvPr id="4" name="Slide Number Placeholder 3"/>
          <p:cNvSpPr>
            <a:spLocks noGrp="1"/>
          </p:cNvSpPr>
          <p:nvPr>
            <p:ph type="sldNum" sz="quarter" idx="5"/>
          </p:nvPr>
        </p:nvSpPr>
        <p:spPr/>
        <p:txBody>
          <a:bodyPr/>
          <a:lstStyle/>
          <a:p>
            <a:fld id="{21FA4158-989F-47C9-B5FE-46886DDAF440}" type="slidenum">
              <a:rPr lang="en-US" smtClean="0"/>
              <a:t>6</a:t>
            </a:fld>
            <a:endParaRPr lang="en-US"/>
          </a:p>
        </p:txBody>
      </p:sp>
    </p:spTree>
    <p:extLst>
      <p:ext uri="{BB962C8B-B14F-4D97-AF65-F5344CB8AC3E}">
        <p14:creationId xmlns:p14="http://schemas.microsoft.com/office/powerpoint/2010/main" val="2877484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Business models and collaboration: </a:t>
            </a:r>
            <a:r>
              <a:rPr lang="en-US"/>
              <a:t>During the project we will </a:t>
            </a:r>
            <a:r>
              <a:rPr lang="en-US" err="1"/>
              <a:t>analyse</a:t>
            </a:r>
            <a:r>
              <a:rPr lang="en-US"/>
              <a:t> and identify the main business hurdles and formulate alternative business and incentive models to provide access to high quality data, as well as investigate pathways towards sustainable monetization of transport data. Akin to raw natural materials, raw data collected from vehicles has no or little added value. Much of it is noise devoid of useful information. At the same time, it may include sensitive personal data that falls under privacy regulations and must be </a:t>
            </a:r>
            <a:r>
              <a:rPr lang="en-US" err="1"/>
              <a:t>sanitised</a:t>
            </a:r>
            <a:r>
              <a:rPr lang="en-US"/>
              <a:t> before being shared with third parties for monetization or merged with other data for further processing. Transferring large volumes of noisy low-value data is not cost-effective. Pre-processing data near the source, using the compute capabilities of telecom infrastructure allows to reduce data transmission costs while increasing the added value of the data. As a result, noisy, low-value, bulky and locally relevant data remains close to the source, while </a:t>
            </a:r>
            <a:r>
              <a:rPr lang="en-US" b="1"/>
              <a:t>high-value data products </a:t>
            </a:r>
            <a:r>
              <a:rPr lang="en-US"/>
              <a:t>with minimal network footprint travel further to the cloud back-end. In </a:t>
            </a:r>
            <a:r>
              <a:rPr lang="en-US" err="1"/>
              <a:t>CoTWIN</a:t>
            </a:r>
            <a:r>
              <a:rPr lang="en-US"/>
              <a:t>, we will use the digital infrastructure demonstrated in the project to test and validate a business model where data owners expose </a:t>
            </a:r>
            <a:r>
              <a:rPr lang="en-US" err="1"/>
              <a:t>sanitised</a:t>
            </a:r>
            <a:r>
              <a:rPr lang="en-US"/>
              <a:t> vehicle data in near real-time to third-party subscribers on FRAND (</a:t>
            </a:r>
            <a:r>
              <a:rPr lang="en-US" i="1"/>
              <a:t>fair, reasonable and non-discriminatory</a:t>
            </a:r>
            <a:r>
              <a:rPr lang="en-US"/>
              <a:t>) conditions [3]. In the long term, this approach will provide additional revenue streams while creating supporting solutions that improve operational efficiency. </a:t>
            </a:r>
            <a:r>
              <a:rPr lang="en-US" b="1"/>
              <a:t>Technologies, services, processes and enabling technologies</a:t>
            </a:r>
            <a:r>
              <a:rPr lang="en-US"/>
              <a:t>: Throughout </a:t>
            </a:r>
            <a:r>
              <a:rPr lang="en-US" err="1"/>
              <a:t>CoTWIN</a:t>
            </a:r>
            <a:r>
              <a:rPr lang="en-US"/>
              <a:t> we will develop a range of </a:t>
            </a:r>
            <a:r>
              <a:rPr lang="en-US" b="1"/>
              <a:t>technologies and services improving resource </a:t>
            </a:r>
            <a:r>
              <a:rPr lang="en-US" b="1" err="1"/>
              <a:t>utilisation</a:t>
            </a:r>
            <a:r>
              <a:rPr lang="en-US"/>
              <a:t>. Some technologies will be developed through technical integration between the project technical partners (Volvo Technology, Telia, Ericsson and </a:t>
            </a:r>
            <a:r>
              <a:rPr lang="en-US" err="1"/>
              <a:t>CanaryBit</a:t>
            </a:r>
            <a:r>
              <a:rPr lang="en-US"/>
              <a:t>). This group, called </a:t>
            </a:r>
            <a:r>
              <a:rPr lang="en-US" b="1"/>
              <a:t>infrastructure technologies</a:t>
            </a:r>
            <a:r>
              <a:rPr lang="en-US"/>
              <a:t>, includes solutions to securely process or share proprietary vehicle data on telecom infrastructure while remaining compliant with privacy regulations. They increase the efficiency of network </a:t>
            </a:r>
            <a:r>
              <a:rPr lang="en-US" err="1"/>
              <a:t>utilisation</a:t>
            </a:r>
            <a:r>
              <a:rPr lang="en-US"/>
              <a:t> by drastically reducing the volume of data transferred throughout the telecommunication network. This also increases energy efficiency, by distributing the computation effort throughout a wide area, as opposed to large-scale data </a:t>
            </a:r>
            <a:r>
              <a:rPr lang="en-US" err="1"/>
              <a:t>centre</a:t>
            </a:r>
            <a:r>
              <a:rPr lang="en-US"/>
              <a:t> processing that increasingly pressures the grid by reserving capacity that could be used for other needs [6]. Another group of technologies, called </a:t>
            </a:r>
            <a:r>
              <a:rPr lang="en-US" b="1"/>
              <a:t>enabling technologies, </a:t>
            </a:r>
            <a:r>
              <a:rPr lang="en-US"/>
              <a:t>will help improve the road network </a:t>
            </a:r>
            <a:r>
              <a:rPr lang="en-US" err="1"/>
              <a:t>utilisation</a:t>
            </a:r>
            <a:r>
              <a:rPr lang="en-US"/>
              <a:t> and overall transportation efficiency. This can be done for example by addressing road congestion, increasing road capacity through automation, digital analysis of road quality, digital speed limiting, and others. </a:t>
            </a:r>
            <a:r>
              <a:rPr lang="en-US" err="1"/>
              <a:t>CoTWIN</a:t>
            </a:r>
            <a:r>
              <a:rPr lang="en-US"/>
              <a:t> will achieve this through a hackathon where a broad community of application developers use the project’s infrastructure to access vehicle data in their applications and demonstrate solutions for real-world challenges for the City of Gothenburg. The digital infrastructure, business model and technologies developed and demonstrated by project </a:t>
            </a:r>
            <a:r>
              <a:rPr lang="en-US" err="1"/>
              <a:t>CoTWIN</a:t>
            </a:r>
            <a:r>
              <a:rPr lang="en-US"/>
              <a:t> in Sweden </a:t>
            </a:r>
            <a:r>
              <a:rPr lang="en-US" b="1"/>
              <a:t>comprise an integrated solution</a:t>
            </a:r>
            <a:r>
              <a:rPr lang="en-US"/>
              <a:t>. Disseminating the project results in high-profile industry events will help connect to other, similar test environments and validate the concept’s feasibility internationally. We will conduct the project and demonstrate its results on the NorthStar test track </a:t>
            </a:r>
            <a:r>
              <a:rPr lang="en-US" b="1"/>
              <a:t>(year 1)</a:t>
            </a:r>
            <a:r>
              <a:rPr lang="en-US"/>
              <a:t>, making a technically feasible and economically viable case for using transport data to address societal challenges. </a:t>
            </a:r>
            <a:r>
              <a:rPr lang="en-US" b="1"/>
              <a:t>Beyond the project</a:t>
            </a:r>
            <a:r>
              <a:rPr lang="en-US"/>
              <a:t>, industrial partners plan to continue evolving the solution and refining its business model (</a:t>
            </a:r>
            <a:r>
              <a:rPr lang="en-US" b="1"/>
              <a:t>years 2 - 3</a:t>
            </a:r>
            <a:r>
              <a:rPr lang="en-US"/>
              <a:t>). In the longer run, project results can be scaled nationally and internationally, using the business network and global reach of the large enterprises participating in the project (</a:t>
            </a:r>
            <a:r>
              <a:rPr lang="en-US" b="1"/>
              <a:t>years 4 - 10</a:t>
            </a:r>
            <a:r>
              <a:rPr lang="en-US"/>
              <a:t>). The project’s timeline and ambition align with FFI’s vision, where </a:t>
            </a:r>
            <a:r>
              <a:rPr lang="en-US" b="1"/>
              <a:t>“Sweden leads the global transition to sustainable road transport”</a:t>
            </a:r>
            <a:r>
              <a:rPr lang="en-US"/>
              <a:t>. Moreover, the project’s objectives directly align with the </a:t>
            </a:r>
            <a:r>
              <a:rPr lang="en-US" b="1"/>
              <a:t>roadmap for </a:t>
            </a:r>
            <a:r>
              <a:rPr lang="en-US" b="1" err="1"/>
              <a:t>digitised</a:t>
            </a:r>
            <a:r>
              <a:rPr lang="en-US" b="1"/>
              <a:t> road transport systems </a:t>
            </a:r>
            <a:r>
              <a:rPr lang="en-US"/>
              <a:t>defined by the Swedish Transport Administration (</a:t>
            </a:r>
            <a:r>
              <a:rPr lang="en-US" err="1"/>
              <a:t>Trafikverket</a:t>
            </a:r>
            <a:r>
              <a:rPr lang="en-US"/>
              <a:t>) [4].</a:t>
            </a:r>
          </a:p>
          <a:p>
            <a:endParaRPr lang="en-US"/>
          </a:p>
        </p:txBody>
      </p:sp>
      <p:sp>
        <p:nvSpPr>
          <p:cNvPr id="4" name="Slide Number Placeholder 3"/>
          <p:cNvSpPr>
            <a:spLocks noGrp="1"/>
          </p:cNvSpPr>
          <p:nvPr>
            <p:ph type="sldNum" sz="quarter" idx="5"/>
          </p:nvPr>
        </p:nvSpPr>
        <p:spPr/>
        <p:txBody>
          <a:bodyPr/>
          <a:lstStyle/>
          <a:p>
            <a:fld id="{ACDB8B5D-7EAE-5C4C-8E66-D5A80DA311EF}" type="slidenum">
              <a:rPr lang="en-US" smtClean="0"/>
              <a:t>12</a:t>
            </a:fld>
            <a:endParaRPr lang="en-US"/>
          </a:p>
        </p:txBody>
      </p:sp>
    </p:spTree>
    <p:extLst>
      <p:ext uri="{BB962C8B-B14F-4D97-AF65-F5344CB8AC3E}">
        <p14:creationId xmlns:p14="http://schemas.microsoft.com/office/powerpoint/2010/main" val="390626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Data sharing is a hard problem, yet it remains an essential ingredient of the emerging data economy. There is an abundance of national and international (EU-level) legislation and initiatives meant to stimulate data sharing across the economy. In the EU, the EU Data Act [2] mandates equipment manufacturers to make the data collected and produced by the equipment available to users and third parties, supporting ecosystems such as the Common European Data Spaces [7]. Other ongoing initiatives like the International Data Spaces [8] and Gaia-X [9] work to bridge the gap between policy, legislation and technical implementation of workable solutions. In Singapore the </a:t>
            </a:r>
            <a:r>
              <a:rPr lang="en-US" err="1"/>
              <a:t>Infocomm</a:t>
            </a:r>
            <a:r>
              <a:rPr lang="en-US"/>
              <a:t> Media Development Authority offers a Trusted Data Sharing Framework and regulatory sandbox [10] to allow businesses and public authorities to experiment with secure data sharing solutions and accelerate innovation. Similarly, in Japan the Ministry of Economy, Trade and Industry and the Information Processing Promotion Agency launched an initiative for interoperable cross-border data infrastructures dubbed the “Ouranos Ecosystem.” [11] Research initiatives such as the European Open Science Cloud [12] are working on developing a cloud infrastructure for sharing data for scientific and public services purposes. The European Commission and national-level research funders actively support research projects developing solutions for data sharing (Harpocrates [13], TITAN [14], Circul8 [15]). Despite the broad range of research and policy initiatives, deployment in practice remains limited and is stifled by high regulatory and legal costs. The industry suffers from a fragmented use of telematics, real-time analytics, and cloud solutions. This prevents the emergence of data-driven solutions capable of effectively improving operational efficiency. The market increasingly demands integrated platforms that can </a:t>
            </a:r>
            <a:r>
              <a:rPr lang="en-US" err="1"/>
              <a:t>optimise</a:t>
            </a:r>
            <a:r>
              <a:rPr lang="en-US"/>
              <a:t> operations across various transport functions, yet current solutions fall short of providing this integration. Existing technologies fail to offer seamless collaboration capabilities, making it difficult for stakeholders to work together effectively and share critical data across the supply chain with secure data processing.</a:t>
            </a:r>
          </a:p>
          <a:p>
            <a:endParaRPr lang="en-US"/>
          </a:p>
        </p:txBody>
      </p:sp>
      <p:sp>
        <p:nvSpPr>
          <p:cNvPr id="4" name="Slide Number Placeholder 3"/>
          <p:cNvSpPr>
            <a:spLocks noGrp="1"/>
          </p:cNvSpPr>
          <p:nvPr>
            <p:ph type="sldNum" sz="quarter" idx="5"/>
          </p:nvPr>
        </p:nvSpPr>
        <p:spPr/>
        <p:txBody>
          <a:bodyPr/>
          <a:lstStyle/>
          <a:p>
            <a:fld id="{ACDB8B5D-7EAE-5C4C-8E66-D5A80DA311EF}" type="slidenum">
              <a:rPr lang="en-US" smtClean="0"/>
              <a:t>13</a:t>
            </a:fld>
            <a:endParaRPr lang="en-US"/>
          </a:p>
        </p:txBody>
      </p:sp>
    </p:spTree>
    <p:extLst>
      <p:ext uri="{BB962C8B-B14F-4D97-AF65-F5344CB8AC3E}">
        <p14:creationId xmlns:p14="http://schemas.microsoft.com/office/powerpoint/2010/main" val="36682582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14.svg"/><Relationship Id="rId4" Type="http://schemas.openxmlformats.org/officeDocument/2006/relationships/image" Target="../media/image13.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14.svg"/><Relationship Id="rId4" Type="http://schemas.openxmlformats.org/officeDocument/2006/relationships/image" Target="../media/image13.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1 Intro – Black text light backgrou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E15661-0B2E-4145-BFC7-96344832A046}"/>
              </a:ext>
            </a:extLst>
          </p:cNvPr>
          <p:cNvSpPr>
            <a:spLocks noGrp="1"/>
          </p:cNvSpPr>
          <p:nvPr>
            <p:ph type="sldNum" sz="quarter" idx="19"/>
          </p:nvPr>
        </p:nvSpPr>
        <p:spPr/>
        <p:txBody>
          <a:bodyPr/>
          <a:lstStyle>
            <a:lvl1pPr>
              <a:defRPr>
                <a:solidFill>
                  <a:schemeClr val="bg1"/>
                </a:solidFill>
              </a:defRPr>
            </a:lvl1pPr>
          </a:lstStyle>
          <a:p>
            <a:fld id="{F4BB9EDD-1740-4E4A-8601-A7D0893F42E6}" type="slidenum">
              <a:rPr lang="en-US" smtClean="0"/>
              <a:pPr/>
              <a:t>‹#›</a:t>
            </a:fld>
            <a:endParaRPr lang="en-US"/>
          </a:p>
        </p:txBody>
      </p:sp>
      <p:sp>
        <p:nvSpPr>
          <p:cNvPr id="11" name="Picture Placeholder 10">
            <a:extLst>
              <a:ext uri="{FF2B5EF4-FFF2-40B4-BE49-F238E27FC236}">
                <a16:creationId xmlns:a16="http://schemas.microsoft.com/office/drawing/2014/main" id="{FDBE988F-1BF4-472B-8755-57EAF869555F}"/>
              </a:ext>
            </a:extLst>
          </p:cNvPr>
          <p:cNvSpPr>
            <a:spLocks noGrp="1"/>
          </p:cNvSpPr>
          <p:nvPr>
            <p:ph type="pic" sz="quarter" idx="20" hasCustomPrompt="1"/>
          </p:nvPr>
        </p:nvSpPr>
        <p:spPr>
          <a:xfrm>
            <a:off x="0" y="0"/>
            <a:ext cx="12192000" cy="6858000"/>
          </a:xfrm>
        </p:spPr>
        <p:txBody>
          <a:bodyPr tIns="2088000" anchor="t" anchorCtr="0">
            <a:normAutofit/>
          </a:bodyPr>
          <a:lstStyle>
            <a:lvl1pPr marL="0" indent="0" algn="ctr">
              <a:buFontTx/>
              <a:buNone/>
              <a:defRPr sz="800">
                <a:solidFill>
                  <a:srgbClr val="A7A8A9"/>
                </a:solidFill>
              </a:defRPr>
            </a:lvl1pPr>
          </a:lstStyle>
          <a:p>
            <a:r>
              <a:rPr lang="en-US"/>
              <a:t>[Add light background picture or leave for white]</a:t>
            </a:r>
          </a:p>
        </p:txBody>
      </p:sp>
      <p:sp>
        <p:nvSpPr>
          <p:cNvPr id="15" name="Rectangle 14">
            <a:extLst>
              <a:ext uri="{FF2B5EF4-FFF2-40B4-BE49-F238E27FC236}">
                <a16:creationId xmlns:a16="http://schemas.microsoft.com/office/drawing/2014/main" id="{93CBD83D-FC01-4B5C-B1AF-BB19331DE3D2}"/>
              </a:ext>
            </a:extLst>
          </p:cNvPr>
          <p:cNvSpPr>
            <a:spLocks/>
          </p:cNvSpPr>
          <p:nvPr userDrawn="1"/>
        </p:nvSpPr>
        <p:spPr>
          <a:xfrm>
            <a:off x="0" y="0"/>
            <a:ext cx="12192000" cy="685800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2" name="Date Placeholder 1">
            <a:extLst>
              <a:ext uri="{FF2B5EF4-FFF2-40B4-BE49-F238E27FC236}">
                <a16:creationId xmlns:a16="http://schemas.microsoft.com/office/drawing/2014/main" id="{8B3D2978-24B0-4C69-9731-62579EDE9044}"/>
              </a:ext>
            </a:extLst>
          </p:cNvPr>
          <p:cNvSpPr>
            <a:spLocks noGrp="1"/>
          </p:cNvSpPr>
          <p:nvPr>
            <p:ph type="dt" sz="half" idx="17"/>
          </p:nvPr>
        </p:nvSpPr>
        <p:spPr>
          <a:xfrm>
            <a:off x="5380315" y="6379143"/>
            <a:ext cx="1431370" cy="180000"/>
          </a:xfrm>
        </p:spPr>
        <p:txBody>
          <a:bodyPr lIns="0" tIns="0" rIns="0" anchor="ctr" anchorCtr="0"/>
          <a:lstStyle>
            <a:lvl1pPr algn="ctr">
              <a:defRPr sz="1000"/>
            </a:lvl1pPr>
          </a:lstStyle>
          <a:p>
            <a:fld id="{F51DBD12-A1DC-4F51-AA62-5E2090AA651C}" type="datetime1">
              <a:rPr lang="sv-SE" smtClean="0"/>
              <a:t>2025-08-25</a:t>
            </a:fld>
            <a:endParaRPr lang="en-US"/>
          </a:p>
        </p:txBody>
      </p:sp>
      <p:sp>
        <p:nvSpPr>
          <p:cNvPr id="7" name="Rectangle 5"/>
          <p:cNvSpPr>
            <a:spLocks noGrp="1" noChangeArrowheads="1"/>
          </p:cNvSpPr>
          <p:nvPr>
            <p:ph type="ctrTitle" hasCustomPrompt="1"/>
          </p:nvPr>
        </p:nvSpPr>
        <p:spPr>
          <a:xfrm>
            <a:off x="2001672" y="2591846"/>
            <a:ext cx="8188656" cy="845214"/>
          </a:xfrm>
          <a:prstGeom prst="rect">
            <a:avLst/>
          </a:prstGeom>
        </p:spPr>
        <p:txBody>
          <a:bodyPr wrap="square" rIns="0" bIns="0" anchor="b" anchorCtr="0"/>
          <a:lstStyle>
            <a:lvl1pPr algn="ctr">
              <a:lnSpc>
                <a:spcPct val="80000"/>
              </a:lnSpc>
              <a:defRPr sz="5400" b="0" i="0" spc="0" baseline="0">
                <a:solidFill>
                  <a:schemeClr val="tx1"/>
                </a:solidFill>
                <a:latin typeface="Volvo Broad Spread" pitchFamily="50" charset="0"/>
              </a:defRPr>
            </a:lvl1pPr>
          </a:lstStyle>
          <a:p>
            <a:pPr lvl="0"/>
            <a:r>
              <a:rPr lang="en-US" noProof="0"/>
              <a:t>Insert headline</a:t>
            </a:r>
          </a:p>
        </p:txBody>
      </p:sp>
      <p:sp>
        <p:nvSpPr>
          <p:cNvPr id="8" name="Rectangle 6"/>
          <p:cNvSpPr>
            <a:spLocks noGrp="1" noChangeArrowheads="1"/>
          </p:cNvSpPr>
          <p:nvPr>
            <p:ph type="subTitle" idx="1" hasCustomPrompt="1"/>
          </p:nvPr>
        </p:nvSpPr>
        <p:spPr>
          <a:xfrm>
            <a:off x="2668587" y="3527140"/>
            <a:ext cx="6854825" cy="754236"/>
          </a:xfrm>
          <a:prstGeom prst="rect">
            <a:avLst/>
          </a:prstGeom>
        </p:spPr>
        <p:txBody>
          <a:bodyPr tIns="0">
            <a:noAutofit/>
          </a:bodyPr>
          <a:lstStyle>
            <a:lvl1pPr marL="0" indent="0" algn="ctr">
              <a:lnSpc>
                <a:spcPct val="114000"/>
              </a:lnSpc>
              <a:buFont typeface="Volvo Novum 3.1" pitchFamily="50" charset="0"/>
              <a:buNone/>
              <a:defRPr sz="2000" spc="0" baseline="0">
                <a:latin typeface="+mn-lt"/>
                <a:ea typeface="Volvo Novum 3.1" pitchFamily="50" charset="0"/>
                <a:cs typeface="+mn-cs"/>
              </a:defRPr>
            </a:lvl1pPr>
          </a:lstStyle>
          <a:p>
            <a:pPr lvl="0"/>
            <a:r>
              <a:rPr lang="en-US" noProof="0"/>
              <a:t>Insert sub headline</a:t>
            </a:r>
          </a:p>
        </p:txBody>
      </p:sp>
      <p:sp>
        <p:nvSpPr>
          <p:cNvPr id="10" name="Logotype">
            <a:extLst>
              <a:ext uri="{FF2B5EF4-FFF2-40B4-BE49-F238E27FC236}">
                <a16:creationId xmlns:a16="http://schemas.microsoft.com/office/drawing/2014/main" id="{EFD490B4-D84C-4512-B0E3-BC38BE39F5C7}"/>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5" name="Footer Placeholder 4">
            <a:extLst>
              <a:ext uri="{FF2B5EF4-FFF2-40B4-BE49-F238E27FC236}">
                <a16:creationId xmlns:a16="http://schemas.microsoft.com/office/drawing/2014/main" id="{593539FA-75E5-47C4-A176-BCA731EF1FC8}"/>
              </a:ext>
            </a:extLst>
          </p:cNvPr>
          <p:cNvSpPr>
            <a:spLocks noGrp="1"/>
          </p:cNvSpPr>
          <p:nvPr>
            <p:ph type="ftr" sz="quarter" idx="23"/>
          </p:nvPr>
        </p:nvSpPr>
        <p:spPr>
          <a:xfrm>
            <a:off x="766764" y="6130859"/>
            <a:ext cx="10658474" cy="164442"/>
          </a:xfrm>
        </p:spPr>
        <p:txBody>
          <a:bodyPr anchor="ctr" anchorCtr="0"/>
          <a:lstStyle>
            <a:lvl1pPr algn="ctr">
              <a:defRPr sz="1000">
                <a:solidFill>
                  <a:schemeClr val="tx1"/>
                </a:solidFill>
              </a:defRPr>
            </a:lvl1pPr>
          </a:lstStyle>
          <a:p>
            <a:r>
              <a:rPr lang="en-US"/>
              <a:t>BA/GF/TD | Department name | Document name/Issuer | Classification</a:t>
            </a:r>
          </a:p>
        </p:txBody>
      </p:sp>
    </p:spTree>
    <p:extLst>
      <p:ext uri="{BB962C8B-B14F-4D97-AF65-F5344CB8AC3E}">
        <p14:creationId xmlns:p14="http://schemas.microsoft.com/office/powerpoint/2010/main" val="4260523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 Intro – White text dark backgrou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E15661-0B2E-4145-BFC7-96344832A046}"/>
              </a:ext>
            </a:extLst>
          </p:cNvPr>
          <p:cNvSpPr>
            <a:spLocks noGrp="1"/>
          </p:cNvSpPr>
          <p:nvPr>
            <p:ph type="sldNum" sz="quarter" idx="19"/>
          </p:nvPr>
        </p:nvSpPr>
        <p:spPr/>
        <p:txBody>
          <a:bodyPr/>
          <a:lstStyle>
            <a:lvl1pPr>
              <a:defRPr>
                <a:solidFill>
                  <a:schemeClr val="accent1"/>
                </a:solidFill>
              </a:defRPr>
            </a:lvl1pPr>
          </a:lstStyle>
          <a:p>
            <a:fld id="{F4BB9EDD-1740-4E4A-8601-A7D0893F42E6}" type="slidenum">
              <a:rPr lang="en-US" smtClean="0"/>
              <a:pPr/>
              <a:t>‹#›</a:t>
            </a:fld>
            <a:endParaRPr lang="en-US"/>
          </a:p>
        </p:txBody>
      </p:sp>
      <p:sp>
        <p:nvSpPr>
          <p:cNvPr id="15" name="Rectangle 14">
            <a:extLst>
              <a:ext uri="{FF2B5EF4-FFF2-40B4-BE49-F238E27FC236}">
                <a16:creationId xmlns:a16="http://schemas.microsoft.com/office/drawing/2014/main" id="{93CBD83D-FC01-4B5C-B1AF-BB19331DE3D2}"/>
              </a:ext>
            </a:extLst>
          </p:cNvPr>
          <p:cNvSpPr>
            <a:spLocks/>
          </p:cNvSpPr>
          <p:nvPr userDrawn="1"/>
        </p:nvSpPr>
        <p:spPr>
          <a:xfrm>
            <a:off x="0" y="0"/>
            <a:ext cx="12192000" cy="6858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rgbClr val="396976"/>
              </a:solidFill>
            </a:endParaRPr>
          </a:p>
        </p:txBody>
      </p:sp>
      <p:sp>
        <p:nvSpPr>
          <p:cNvPr id="12" name="Picture Placeholder 10">
            <a:extLst>
              <a:ext uri="{FF2B5EF4-FFF2-40B4-BE49-F238E27FC236}">
                <a16:creationId xmlns:a16="http://schemas.microsoft.com/office/drawing/2014/main" id="{498F0748-BA9A-4992-B5FF-4C9A480B0F79}"/>
              </a:ext>
            </a:extLst>
          </p:cNvPr>
          <p:cNvSpPr>
            <a:spLocks noGrp="1"/>
          </p:cNvSpPr>
          <p:nvPr>
            <p:ph type="pic" sz="quarter" idx="20" hasCustomPrompt="1"/>
          </p:nvPr>
        </p:nvSpPr>
        <p:spPr>
          <a:xfrm>
            <a:off x="0" y="0"/>
            <a:ext cx="12192000" cy="6858000"/>
          </a:xfrm>
        </p:spPr>
        <p:txBody>
          <a:bodyPr tIns="2088000" anchor="t" anchorCtr="0">
            <a:normAutofit/>
          </a:bodyPr>
          <a:lstStyle>
            <a:lvl1pPr marL="0" indent="0" algn="ctr">
              <a:buFontTx/>
              <a:buNone/>
              <a:defRPr sz="800">
                <a:solidFill>
                  <a:srgbClr val="A7A8A9"/>
                </a:solidFill>
              </a:defRPr>
            </a:lvl1pPr>
          </a:lstStyle>
          <a:p>
            <a:r>
              <a:rPr lang="en-US"/>
              <a:t>[Add dark background picture or leave for blue]</a:t>
            </a:r>
          </a:p>
        </p:txBody>
      </p:sp>
      <p:sp>
        <p:nvSpPr>
          <p:cNvPr id="2" name="Date Placeholder 1">
            <a:extLst>
              <a:ext uri="{FF2B5EF4-FFF2-40B4-BE49-F238E27FC236}">
                <a16:creationId xmlns:a16="http://schemas.microsoft.com/office/drawing/2014/main" id="{8B3D2978-24B0-4C69-9731-62579EDE9044}"/>
              </a:ext>
            </a:extLst>
          </p:cNvPr>
          <p:cNvSpPr>
            <a:spLocks noGrp="1"/>
          </p:cNvSpPr>
          <p:nvPr>
            <p:ph type="dt" sz="half" idx="17"/>
          </p:nvPr>
        </p:nvSpPr>
        <p:spPr>
          <a:xfrm>
            <a:off x="5380315" y="6379143"/>
            <a:ext cx="1431370" cy="180000"/>
          </a:xfrm>
        </p:spPr>
        <p:txBody>
          <a:bodyPr lIns="0" tIns="0" rIns="0" anchor="ctr" anchorCtr="0"/>
          <a:lstStyle>
            <a:lvl1pPr algn="ctr">
              <a:defRPr sz="1000">
                <a:solidFill>
                  <a:schemeClr val="bg1"/>
                </a:solidFill>
              </a:defRPr>
            </a:lvl1pPr>
          </a:lstStyle>
          <a:p>
            <a:fld id="{09832D36-21DC-497F-8721-1CD3036E1DC1}" type="datetime1">
              <a:rPr lang="sv-SE" smtClean="0"/>
              <a:t>2025-08-25</a:t>
            </a:fld>
            <a:endParaRPr lang="en-US"/>
          </a:p>
        </p:txBody>
      </p:sp>
      <p:sp>
        <p:nvSpPr>
          <p:cNvPr id="7" name="Rectangle 5"/>
          <p:cNvSpPr>
            <a:spLocks noGrp="1" noChangeArrowheads="1"/>
          </p:cNvSpPr>
          <p:nvPr>
            <p:ph type="ctrTitle" hasCustomPrompt="1"/>
          </p:nvPr>
        </p:nvSpPr>
        <p:spPr>
          <a:xfrm>
            <a:off x="2001672" y="2591846"/>
            <a:ext cx="8188656" cy="845214"/>
          </a:xfrm>
          <a:prstGeom prst="rect">
            <a:avLst/>
          </a:prstGeom>
        </p:spPr>
        <p:txBody>
          <a:bodyPr wrap="square" rIns="0" bIns="0" anchor="b" anchorCtr="0"/>
          <a:lstStyle>
            <a:lvl1pPr algn="ctr">
              <a:lnSpc>
                <a:spcPct val="80000"/>
              </a:lnSpc>
              <a:defRPr sz="5400" b="0" i="0" spc="0" baseline="0">
                <a:solidFill>
                  <a:schemeClr val="bg1"/>
                </a:solidFill>
                <a:latin typeface="Volvo Broad Spread" pitchFamily="50" charset="0"/>
              </a:defRPr>
            </a:lvl1pPr>
          </a:lstStyle>
          <a:p>
            <a:pPr lvl="0"/>
            <a:r>
              <a:rPr lang="en-US" noProof="0"/>
              <a:t>Insert headline</a:t>
            </a:r>
          </a:p>
        </p:txBody>
      </p:sp>
      <p:sp>
        <p:nvSpPr>
          <p:cNvPr id="8" name="Rectangle 6"/>
          <p:cNvSpPr>
            <a:spLocks noGrp="1" noChangeArrowheads="1"/>
          </p:cNvSpPr>
          <p:nvPr>
            <p:ph type="subTitle" idx="1" hasCustomPrompt="1"/>
          </p:nvPr>
        </p:nvSpPr>
        <p:spPr>
          <a:xfrm>
            <a:off x="2668587" y="3527140"/>
            <a:ext cx="6854825" cy="754236"/>
          </a:xfrm>
          <a:prstGeom prst="rect">
            <a:avLst/>
          </a:prstGeom>
        </p:spPr>
        <p:txBody>
          <a:bodyPr tIns="0">
            <a:noAutofit/>
          </a:bodyPr>
          <a:lstStyle>
            <a:lvl1pPr marL="0" indent="0" algn="ctr">
              <a:lnSpc>
                <a:spcPct val="114000"/>
              </a:lnSpc>
              <a:buFont typeface="Volvo Novum 3.1" pitchFamily="50" charset="0"/>
              <a:buNone/>
              <a:defRPr sz="2000" spc="0" baseline="0">
                <a:solidFill>
                  <a:schemeClr val="bg1"/>
                </a:solidFill>
                <a:latin typeface="+mn-lt"/>
                <a:ea typeface="Volvo Novum 3.1" pitchFamily="50" charset="0"/>
                <a:cs typeface="+mn-cs"/>
              </a:defRPr>
            </a:lvl1pPr>
          </a:lstStyle>
          <a:p>
            <a:pPr lvl="0"/>
            <a:r>
              <a:rPr lang="en-US"/>
              <a:t>Insert sub headline</a:t>
            </a:r>
          </a:p>
        </p:txBody>
      </p:sp>
      <p:sp>
        <p:nvSpPr>
          <p:cNvPr id="3" name="Footer Placeholder 2">
            <a:extLst>
              <a:ext uri="{FF2B5EF4-FFF2-40B4-BE49-F238E27FC236}">
                <a16:creationId xmlns:a16="http://schemas.microsoft.com/office/drawing/2014/main" id="{2DE09822-E119-48C4-9E5A-1117F60A4992}"/>
              </a:ext>
            </a:extLst>
          </p:cNvPr>
          <p:cNvSpPr>
            <a:spLocks noGrp="1"/>
          </p:cNvSpPr>
          <p:nvPr>
            <p:ph type="ftr" sz="quarter" idx="23"/>
          </p:nvPr>
        </p:nvSpPr>
        <p:spPr>
          <a:xfrm>
            <a:off x="766762" y="6130859"/>
            <a:ext cx="10658475" cy="164442"/>
          </a:xfrm>
        </p:spPr>
        <p:txBody>
          <a:bodyPr anchor="ctr" anchorCtr="0"/>
          <a:lstStyle>
            <a:lvl1pPr algn="ctr">
              <a:defRPr sz="1000">
                <a:solidFill>
                  <a:schemeClr val="bg1"/>
                </a:solidFill>
              </a:defRPr>
            </a:lvl1pPr>
          </a:lstStyle>
          <a:p>
            <a:r>
              <a:rPr lang="en-US"/>
              <a:t>BA/GF/TD | Department name | Document name/Issuer | Classification</a:t>
            </a:r>
          </a:p>
        </p:txBody>
      </p:sp>
      <p:sp>
        <p:nvSpPr>
          <p:cNvPr id="10" name="Logotype">
            <a:extLst>
              <a:ext uri="{FF2B5EF4-FFF2-40B4-BE49-F238E27FC236}">
                <a16:creationId xmlns:a16="http://schemas.microsoft.com/office/drawing/2014/main" id="{EFD490B4-D84C-4512-B0E3-BC38BE39F5C7}"/>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1931454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1 Chapter - Headline with light background">
    <p:bg>
      <p:bgPr>
        <a:solidFill>
          <a:srgbClr val="E1DFDD"/>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04AE67-31E6-4B83-94BC-D89600871A4C}"/>
              </a:ext>
            </a:extLst>
          </p:cNvPr>
          <p:cNvSpPr>
            <a:spLocks noGrp="1"/>
          </p:cNvSpPr>
          <p:nvPr>
            <p:ph type="ftr" sz="quarter" idx="10"/>
          </p:nvPr>
        </p:nvSpPr>
        <p:spPr/>
        <p:txBody>
          <a:bodyPr/>
          <a:lstStyle/>
          <a:p>
            <a:r>
              <a:rPr lang="en-US"/>
              <a:t>BA/GF/TD | Department name | Document name/Issuer | Classification</a:t>
            </a:r>
          </a:p>
        </p:txBody>
      </p:sp>
      <p:sp>
        <p:nvSpPr>
          <p:cNvPr id="4" name="Slide Number Placeholder 3">
            <a:extLst>
              <a:ext uri="{FF2B5EF4-FFF2-40B4-BE49-F238E27FC236}">
                <a16:creationId xmlns:a16="http://schemas.microsoft.com/office/drawing/2014/main" id="{E26CFD90-A60F-4078-BB20-BB1424378529}"/>
              </a:ext>
            </a:extLst>
          </p:cNvPr>
          <p:cNvSpPr>
            <a:spLocks noGrp="1"/>
          </p:cNvSpPr>
          <p:nvPr>
            <p:ph type="sldNum" sz="quarter" idx="11"/>
          </p:nvPr>
        </p:nvSpPr>
        <p:spPr/>
        <p:txBody>
          <a:bodyPr/>
          <a:lstStyle/>
          <a:p>
            <a:fld id="{F4BB9EDD-1740-4E4A-8601-A7D0893F42E6}" type="slidenum">
              <a:rPr lang="en-US" smtClean="0"/>
              <a:pPr/>
              <a:t>‹#›</a:t>
            </a:fld>
            <a:endParaRPr lang="en-US"/>
          </a:p>
        </p:txBody>
      </p:sp>
      <p:sp>
        <p:nvSpPr>
          <p:cNvPr id="5" name="Date Placeholder 4">
            <a:extLst>
              <a:ext uri="{FF2B5EF4-FFF2-40B4-BE49-F238E27FC236}">
                <a16:creationId xmlns:a16="http://schemas.microsoft.com/office/drawing/2014/main" id="{C15C6101-0437-4F7A-9363-4B7E6C7BE385}"/>
              </a:ext>
            </a:extLst>
          </p:cNvPr>
          <p:cNvSpPr>
            <a:spLocks noGrp="1"/>
          </p:cNvSpPr>
          <p:nvPr>
            <p:ph type="dt" sz="half" idx="12"/>
          </p:nvPr>
        </p:nvSpPr>
        <p:spPr/>
        <p:txBody>
          <a:bodyPr/>
          <a:lstStyle/>
          <a:p>
            <a:fld id="{29D58FFB-1EE0-44CB-B475-7A16A875C7EB}" type="datetime1">
              <a:rPr lang="sv-SE" smtClean="0"/>
              <a:t>2025-08-25</a:t>
            </a:fld>
            <a:endParaRPr lang="en-US"/>
          </a:p>
        </p:txBody>
      </p:sp>
      <p:sp>
        <p:nvSpPr>
          <p:cNvPr id="7" name="Subtitle 6">
            <a:extLst>
              <a:ext uri="{FF2B5EF4-FFF2-40B4-BE49-F238E27FC236}">
                <a16:creationId xmlns:a16="http://schemas.microsoft.com/office/drawing/2014/main" id="{380F1236-AB04-4B51-92A3-C5004390C03D}"/>
              </a:ext>
            </a:extLst>
          </p:cNvPr>
          <p:cNvSpPr>
            <a:spLocks noGrp="1" noChangeArrowheads="1"/>
          </p:cNvSpPr>
          <p:nvPr>
            <p:ph type="subTitle" idx="1" hasCustomPrompt="1"/>
          </p:nvPr>
        </p:nvSpPr>
        <p:spPr>
          <a:xfrm>
            <a:off x="2668587" y="3600000"/>
            <a:ext cx="6854825" cy="754236"/>
          </a:xfrm>
          <a:prstGeom prst="rect">
            <a:avLst/>
          </a:prstGeom>
        </p:spPr>
        <p:txBody>
          <a:bodyPr tIns="0">
            <a:noAutofit/>
          </a:bodyPr>
          <a:lstStyle>
            <a:lvl1pPr marL="0" indent="0" algn="ctr">
              <a:lnSpc>
                <a:spcPct val="114000"/>
              </a:lnSpc>
              <a:buFont typeface="Volvo Novum 3.1" pitchFamily="50" charset="0"/>
              <a:buNone/>
              <a:defRPr sz="2000" spc="0" baseline="0">
                <a:latin typeface="+mn-lt"/>
                <a:ea typeface="Volvo Novum 3.1" pitchFamily="50" charset="0"/>
                <a:cs typeface="+mn-cs"/>
              </a:defRPr>
            </a:lvl1pPr>
          </a:lstStyle>
          <a:p>
            <a:pPr lvl="0"/>
            <a:r>
              <a:rPr lang="en-US" noProof="0"/>
              <a:t>Insert sub headline</a:t>
            </a:r>
          </a:p>
        </p:txBody>
      </p:sp>
      <p:sp>
        <p:nvSpPr>
          <p:cNvPr id="2" name="Title 1">
            <a:extLst>
              <a:ext uri="{FF2B5EF4-FFF2-40B4-BE49-F238E27FC236}">
                <a16:creationId xmlns:a16="http://schemas.microsoft.com/office/drawing/2014/main" id="{2489EA45-A61D-4DBE-8226-13D071120F62}"/>
              </a:ext>
            </a:extLst>
          </p:cNvPr>
          <p:cNvSpPr>
            <a:spLocks noGrp="1"/>
          </p:cNvSpPr>
          <p:nvPr>
            <p:ph type="title" hasCustomPrompt="1"/>
          </p:nvPr>
        </p:nvSpPr>
        <p:spPr>
          <a:xfrm>
            <a:off x="2001669" y="2337420"/>
            <a:ext cx="8188657" cy="1135374"/>
          </a:xfrm>
        </p:spPr>
        <p:txBody>
          <a:bodyPr rIns="0" anchor="b" anchorCtr="0"/>
          <a:lstStyle>
            <a:lvl1pPr algn="ctr">
              <a:lnSpc>
                <a:spcPct val="113000"/>
              </a:lnSpc>
              <a:defRPr sz="3200"/>
            </a:lvl1pPr>
          </a:lstStyle>
          <a:p>
            <a:r>
              <a:rPr lang="en-US"/>
              <a:t>Insert headline</a:t>
            </a:r>
          </a:p>
        </p:txBody>
      </p:sp>
    </p:spTree>
    <p:extLst>
      <p:ext uri="{BB962C8B-B14F-4D97-AF65-F5344CB8AC3E}">
        <p14:creationId xmlns:p14="http://schemas.microsoft.com/office/powerpoint/2010/main" val="3941202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2 Chapter - Headline with dark background">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04AE67-31E6-4B83-94BC-D89600871A4C}"/>
              </a:ext>
            </a:extLst>
          </p:cNvPr>
          <p:cNvSpPr>
            <a:spLocks noGrp="1"/>
          </p:cNvSpPr>
          <p:nvPr>
            <p:ph type="ftr" sz="quarter" idx="10"/>
          </p:nvPr>
        </p:nvSpPr>
        <p:spPr/>
        <p:txBody>
          <a:bodyPr/>
          <a:lstStyle>
            <a:lvl1pPr>
              <a:defRPr>
                <a:solidFill>
                  <a:schemeClr val="bg1"/>
                </a:solidFill>
              </a:defRPr>
            </a:lvl1pPr>
          </a:lstStyle>
          <a:p>
            <a:r>
              <a:rPr lang="en-US"/>
              <a:t>BA/GF/TD | Department name | Document name/Issuer | Classification</a:t>
            </a:r>
          </a:p>
        </p:txBody>
      </p:sp>
      <p:sp>
        <p:nvSpPr>
          <p:cNvPr id="4" name="Slide Number Placeholder 3">
            <a:extLst>
              <a:ext uri="{FF2B5EF4-FFF2-40B4-BE49-F238E27FC236}">
                <a16:creationId xmlns:a16="http://schemas.microsoft.com/office/drawing/2014/main" id="{E26CFD90-A60F-4078-BB20-BB1424378529}"/>
              </a:ext>
            </a:extLst>
          </p:cNvPr>
          <p:cNvSpPr>
            <a:spLocks noGrp="1"/>
          </p:cNvSpPr>
          <p:nvPr>
            <p:ph type="sldNum" sz="quarter" idx="11"/>
          </p:nvPr>
        </p:nvSpPr>
        <p:spPr/>
        <p:txBody>
          <a:bodyPr/>
          <a:lstStyle>
            <a:lvl1pPr>
              <a:defRPr>
                <a:solidFill>
                  <a:schemeClr val="bg1"/>
                </a:solidFill>
              </a:defRPr>
            </a:lvl1pPr>
          </a:lstStyle>
          <a:p>
            <a:fld id="{F4BB9EDD-1740-4E4A-8601-A7D0893F42E6}" type="slidenum">
              <a:rPr lang="en-US" smtClean="0"/>
              <a:pPr/>
              <a:t>‹#›</a:t>
            </a:fld>
            <a:endParaRPr lang="en-US"/>
          </a:p>
        </p:txBody>
      </p:sp>
      <p:sp>
        <p:nvSpPr>
          <p:cNvPr id="5" name="Date Placeholder 4">
            <a:extLst>
              <a:ext uri="{FF2B5EF4-FFF2-40B4-BE49-F238E27FC236}">
                <a16:creationId xmlns:a16="http://schemas.microsoft.com/office/drawing/2014/main" id="{C15C6101-0437-4F7A-9363-4B7E6C7BE385}"/>
              </a:ext>
            </a:extLst>
          </p:cNvPr>
          <p:cNvSpPr>
            <a:spLocks noGrp="1"/>
          </p:cNvSpPr>
          <p:nvPr>
            <p:ph type="dt" sz="half" idx="12"/>
          </p:nvPr>
        </p:nvSpPr>
        <p:spPr/>
        <p:txBody>
          <a:bodyPr/>
          <a:lstStyle>
            <a:lvl1pPr>
              <a:defRPr>
                <a:solidFill>
                  <a:schemeClr val="bg1"/>
                </a:solidFill>
              </a:defRPr>
            </a:lvl1pPr>
          </a:lstStyle>
          <a:p>
            <a:fld id="{688EBF1A-7F09-4F95-B3E2-D4686AC28AA5}" type="datetime1">
              <a:rPr lang="sv-SE" smtClean="0"/>
              <a:t>2025-08-25</a:t>
            </a:fld>
            <a:endParaRPr lang="en-US"/>
          </a:p>
        </p:txBody>
      </p:sp>
      <p:sp>
        <p:nvSpPr>
          <p:cNvPr id="7" name="Subtitle 6">
            <a:extLst>
              <a:ext uri="{FF2B5EF4-FFF2-40B4-BE49-F238E27FC236}">
                <a16:creationId xmlns:a16="http://schemas.microsoft.com/office/drawing/2014/main" id="{380F1236-AB04-4B51-92A3-C5004390C03D}"/>
              </a:ext>
            </a:extLst>
          </p:cNvPr>
          <p:cNvSpPr>
            <a:spLocks noGrp="1" noChangeArrowheads="1"/>
          </p:cNvSpPr>
          <p:nvPr>
            <p:ph type="subTitle" idx="1" hasCustomPrompt="1"/>
          </p:nvPr>
        </p:nvSpPr>
        <p:spPr>
          <a:xfrm>
            <a:off x="2668587" y="3600000"/>
            <a:ext cx="6854825" cy="754236"/>
          </a:xfrm>
          <a:prstGeom prst="rect">
            <a:avLst/>
          </a:prstGeom>
        </p:spPr>
        <p:txBody>
          <a:bodyPr tIns="0">
            <a:noAutofit/>
          </a:bodyPr>
          <a:lstStyle>
            <a:lvl1pPr marL="0" indent="0" algn="ctr">
              <a:lnSpc>
                <a:spcPct val="114000"/>
              </a:lnSpc>
              <a:buFont typeface="Volvo Novum 3.1" pitchFamily="50" charset="0"/>
              <a:buNone/>
              <a:defRPr sz="2000" spc="0" baseline="0">
                <a:solidFill>
                  <a:schemeClr val="bg1"/>
                </a:solidFill>
                <a:latin typeface="+mn-lt"/>
                <a:ea typeface="Volvo Novum 3.1" pitchFamily="50" charset="0"/>
                <a:cs typeface="+mn-cs"/>
              </a:defRPr>
            </a:lvl1pPr>
          </a:lstStyle>
          <a:p>
            <a:pPr lvl="0"/>
            <a:r>
              <a:rPr lang="en-US" noProof="0"/>
              <a:t>Insert sub headline</a:t>
            </a:r>
          </a:p>
        </p:txBody>
      </p:sp>
      <p:sp>
        <p:nvSpPr>
          <p:cNvPr id="2" name="Title 1">
            <a:extLst>
              <a:ext uri="{FF2B5EF4-FFF2-40B4-BE49-F238E27FC236}">
                <a16:creationId xmlns:a16="http://schemas.microsoft.com/office/drawing/2014/main" id="{2489EA45-A61D-4DBE-8226-13D071120F62}"/>
              </a:ext>
            </a:extLst>
          </p:cNvPr>
          <p:cNvSpPr>
            <a:spLocks noGrp="1"/>
          </p:cNvSpPr>
          <p:nvPr>
            <p:ph type="title" hasCustomPrompt="1"/>
          </p:nvPr>
        </p:nvSpPr>
        <p:spPr>
          <a:xfrm>
            <a:off x="2001669" y="2337420"/>
            <a:ext cx="8188657" cy="1135374"/>
          </a:xfrm>
        </p:spPr>
        <p:txBody>
          <a:bodyPr rIns="0" anchor="b" anchorCtr="0"/>
          <a:lstStyle>
            <a:lvl1pPr algn="ctr">
              <a:lnSpc>
                <a:spcPct val="113000"/>
              </a:lnSpc>
              <a:defRPr sz="3200">
                <a:solidFill>
                  <a:schemeClr val="bg1"/>
                </a:solidFill>
              </a:defRPr>
            </a:lvl1pPr>
          </a:lstStyle>
          <a:p>
            <a:r>
              <a:rPr lang="en-US"/>
              <a:t>Insert headline</a:t>
            </a:r>
          </a:p>
        </p:txBody>
      </p:sp>
      <p:pic>
        <p:nvPicPr>
          <p:cNvPr id="8" name="Graphic 7">
            <a:extLst>
              <a:ext uri="{FF2B5EF4-FFF2-40B4-BE49-F238E27FC236}">
                <a16:creationId xmlns:a16="http://schemas.microsoft.com/office/drawing/2014/main" id="{A1B19DDB-28DE-477F-A297-CD8DA8470CB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85800" y="278990"/>
            <a:ext cx="1220400" cy="93600"/>
          </a:xfrm>
          <a:prstGeom prst="rect">
            <a:avLst/>
          </a:prstGeom>
        </p:spPr>
      </p:pic>
    </p:spTree>
    <p:extLst>
      <p:ext uri="{BB962C8B-B14F-4D97-AF65-F5344CB8AC3E}">
        <p14:creationId xmlns:p14="http://schemas.microsoft.com/office/powerpoint/2010/main" val="3426482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1 Content - Title and bullet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612000" y="2133600"/>
            <a:ext cx="10813238" cy="3887788"/>
          </a:xfrm>
        </p:spPr>
        <p:txBody>
          <a:body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CEE5D548-A57D-48BC-9857-458A35D1CD15}" type="datetime1">
              <a:rPr lang="sv-SE" smtClean="0"/>
              <a:t>2025-08-25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BA/GF/TD | Department name | Document name/Issuer | Classification</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11" name="Text Placeholder 10">
            <a:extLst>
              <a:ext uri="{FF2B5EF4-FFF2-40B4-BE49-F238E27FC236}">
                <a16:creationId xmlns:a16="http://schemas.microsoft.com/office/drawing/2014/main" id="{1870C302-6050-4DB1-90EC-C732F2636C4E}"/>
              </a:ext>
            </a:extLst>
          </p:cNvPr>
          <p:cNvSpPr>
            <a:spLocks noGrp="1"/>
          </p:cNvSpPr>
          <p:nvPr>
            <p:ph type="body" sz="quarter" idx="14" hasCustomPrompt="1"/>
          </p:nvPr>
        </p:nvSpPr>
        <p:spPr>
          <a:xfrm>
            <a:off x="766763" y="1457437"/>
            <a:ext cx="10658475" cy="324000"/>
          </a:xfrm>
        </p:spPr>
        <p:txBody>
          <a:bodyPr lIns="0" tIns="0"/>
          <a:lstStyle>
            <a:lvl1pPr marL="0" indent="0">
              <a:buFontTx/>
              <a:buNone/>
              <a:defRPr sz="2000">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5" name="Title 4">
            <a:extLst>
              <a:ext uri="{FF2B5EF4-FFF2-40B4-BE49-F238E27FC236}">
                <a16:creationId xmlns:a16="http://schemas.microsoft.com/office/drawing/2014/main" id="{839CA0AD-E15C-FF0B-31DF-7DB280BC7E9B}"/>
              </a:ext>
            </a:extLst>
          </p:cNvPr>
          <p:cNvSpPr>
            <a:spLocks noGrp="1"/>
          </p:cNvSpPr>
          <p:nvPr>
            <p:ph type="title" hasCustomPrompt="1"/>
          </p:nvPr>
        </p:nvSpPr>
        <p:spPr>
          <a:xfrm>
            <a:off x="766763" y="938704"/>
            <a:ext cx="10658475" cy="493200"/>
          </a:xfrm>
        </p:spPr>
        <p:txBody>
          <a:bodyPr anchor="b" anchorCtr="0"/>
          <a:lstStyle/>
          <a:p>
            <a:r>
              <a:rPr lang="en-US"/>
              <a:t>Insert headline</a:t>
            </a:r>
          </a:p>
        </p:txBody>
      </p:sp>
    </p:spTree>
    <p:extLst>
      <p:ext uri="{BB962C8B-B14F-4D97-AF65-F5344CB8AC3E}">
        <p14:creationId xmlns:p14="http://schemas.microsoft.com/office/powerpoint/2010/main" val="1775809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793">
          <p15:clr>
            <a:srgbClr val="FBAE40"/>
          </p15:clr>
        </p15:guide>
        <p15:guide id="2" orient="horz" pos="13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2 Content - Title, bullet text with pictur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612000" y="2133600"/>
            <a:ext cx="5484000" cy="3885415"/>
          </a:xfrm>
        </p:spPr>
        <p:txBody>
          <a:body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FC192742-642F-4C0B-8CB5-B5DC199C5930}" type="datetime1">
              <a:rPr lang="sv-SE" smtClean="0"/>
              <a:t>2025-08-25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BA/GF/TD | Department name | Document name/Issuer | Classification</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9" name="Picture Placeholder 5">
            <a:extLst>
              <a:ext uri="{FF2B5EF4-FFF2-40B4-BE49-F238E27FC236}">
                <a16:creationId xmlns:a16="http://schemas.microsoft.com/office/drawing/2014/main" id="{5625D45F-02D3-44E1-BD03-8D4E7CD63470}"/>
              </a:ext>
            </a:extLst>
          </p:cNvPr>
          <p:cNvSpPr>
            <a:spLocks noGrp="1"/>
          </p:cNvSpPr>
          <p:nvPr>
            <p:ph type="pic" sz="quarter" idx="15" hasCustomPrompt="1"/>
          </p:nvPr>
        </p:nvSpPr>
        <p:spPr>
          <a:xfrm>
            <a:off x="6496838" y="1089025"/>
            <a:ext cx="4928400" cy="4929990"/>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6" name="Title 5">
            <a:extLst>
              <a:ext uri="{FF2B5EF4-FFF2-40B4-BE49-F238E27FC236}">
                <a16:creationId xmlns:a16="http://schemas.microsoft.com/office/drawing/2014/main" id="{643A2E7B-DD02-A49B-4E3D-D7C2156FBD6D}"/>
              </a:ext>
            </a:extLst>
          </p:cNvPr>
          <p:cNvSpPr>
            <a:spLocks noGrp="1"/>
          </p:cNvSpPr>
          <p:nvPr>
            <p:ph type="title" hasCustomPrompt="1"/>
          </p:nvPr>
        </p:nvSpPr>
        <p:spPr>
          <a:xfrm>
            <a:off x="766763" y="947093"/>
            <a:ext cx="5329237" cy="493200"/>
          </a:xfrm>
        </p:spPr>
        <p:txBody>
          <a:bodyPr wrap="square" anchor="t" anchorCtr="0"/>
          <a:lstStyle/>
          <a:p>
            <a:r>
              <a:rPr lang="en-US"/>
              <a:t>Insert headline</a:t>
            </a:r>
          </a:p>
        </p:txBody>
      </p:sp>
    </p:spTree>
    <p:extLst>
      <p:ext uri="{BB962C8B-B14F-4D97-AF65-F5344CB8AC3E}">
        <p14:creationId xmlns:p14="http://schemas.microsoft.com/office/powerpoint/2010/main" val="683932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089">
          <p15:clr>
            <a:srgbClr val="FBAE40"/>
          </p15:clr>
        </p15:guide>
        <p15:guide id="2" orient="horz" pos="3793">
          <p15:clr>
            <a:srgbClr val="FBAE40"/>
          </p15:clr>
        </p15:guide>
        <p15:guide id="3" pos="3840">
          <p15:clr>
            <a:srgbClr val="FBAE40"/>
          </p15:clr>
        </p15:guide>
        <p15:guide id="4" orient="horz" pos="134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3 Content – 2 column picture with tex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785CA666-6C70-4EFB-B252-337286966A6F}"/>
              </a:ext>
            </a:extLst>
          </p:cNvPr>
          <p:cNvSpPr>
            <a:spLocks noGrp="1"/>
          </p:cNvSpPr>
          <p:nvPr>
            <p:ph type="pic" sz="quarter" idx="15" hasCustomPrompt="1"/>
          </p:nvPr>
        </p:nvSpPr>
        <p:spPr>
          <a:xfrm>
            <a:off x="766763" y="2133599"/>
            <a:ext cx="5147179" cy="2909889"/>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14" name="Picture Placeholder 5">
            <a:extLst>
              <a:ext uri="{FF2B5EF4-FFF2-40B4-BE49-F238E27FC236}">
                <a16:creationId xmlns:a16="http://schemas.microsoft.com/office/drawing/2014/main" id="{813A8910-5699-4EE0-A403-9991CA89EE9C}"/>
              </a:ext>
            </a:extLst>
          </p:cNvPr>
          <p:cNvSpPr>
            <a:spLocks noGrp="1"/>
          </p:cNvSpPr>
          <p:nvPr>
            <p:ph type="pic" sz="quarter" idx="16" hasCustomPrompt="1"/>
          </p:nvPr>
        </p:nvSpPr>
        <p:spPr>
          <a:xfrm>
            <a:off x="6278059" y="2133599"/>
            <a:ext cx="5147179" cy="2909889"/>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66762" y="5158324"/>
            <a:ext cx="5147179" cy="752583"/>
          </a:xfrm>
        </p:spPr>
        <p:txBody>
          <a:bodyPr>
            <a:noAutofit/>
          </a:bodyPr>
          <a:lstStyle>
            <a:lvl1pPr marL="0" indent="0" algn="ctr">
              <a:lnSpc>
                <a:spcPct val="114000"/>
              </a:lnSpc>
              <a:buFontTx/>
              <a:buNone/>
              <a:defRPr sz="16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centered text </a:t>
            </a:r>
            <a:br>
              <a:rPr lang="en-US"/>
            </a:br>
            <a:r>
              <a:rPr lang="en-US"/>
              <a:t>(max two rows)</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FC4444C6-07C7-4847-AAEB-C2C315ACEB45}" type="datetime1">
              <a:rPr lang="sv-SE" smtClean="0"/>
              <a:t>2025-08-25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BA/GF/TD | Department name | Document name/Issuer | Classification</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11" name="Text Placeholder 10">
            <a:extLst>
              <a:ext uri="{FF2B5EF4-FFF2-40B4-BE49-F238E27FC236}">
                <a16:creationId xmlns:a16="http://schemas.microsoft.com/office/drawing/2014/main" id="{1870C302-6050-4DB1-90EC-C732F2636C4E}"/>
              </a:ext>
            </a:extLst>
          </p:cNvPr>
          <p:cNvSpPr>
            <a:spLocks noGrp="1"/>
          </p:cNvSpPr>
          <p:nvPr>
            <p:ph type="body" sz="quarter" idx="14" hasCustomPrompt="1"/>
          </p:nvPr>
        </p:nvSpPr>
        <p:spPr>
          <a:xfrm>
            <a:off x="766763" y="1457437"/>
            <a:ext cx="10658475" cy="324000"/>
          </a:xfrm>
        </p:spPr>
        <p:txBody>
          <a:bodyPr lIns="0" tIns="0"/>
          <a:lstStyle>
            <a:lvl1pPr marL="0" indent="0">
              <a:buFontTx/>
              <a:buNone/>
              <a:defRPr sz="2000">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15" name="Text Placeholder 6">
            <a:extLst>
              <a:ext uri="{FF2B5EF4-FFF2-40B4-BE49-F238E27FC236}">
                <a16:creationId xmlns:a16="http://schemas.microsoft.com/office/drawing/2014/main" id="{434E44B9-8C04-47FC-8B4D-A7840BEE1D59}"/>
              </a:ext>
            </a:extLst>
          </p:cNvPr>
          <p:cNvSpPr>
            <a:spLocks noGrp="1"/>
          </p:cNvSpPr>
          <p:nvPr>
            <p:ph type="body" sz="quarter" idx="17" hasCustomPrompt="1"/>
          </p:nvPr>
        </p:nvSpPr>
        <p:spPr>
          <a:xfrm>
            <a:off x="6278059" y="5158324"/>
            <a:ext cx="5147179" cy="752583"/>
          </a:xfrm>
        </p:spPr>
        <p:txBody>
          <a:bodyPr>
            <a:noAutofit/>
          </a:bodyPr>
          <a:lstStyle>
            <a:lvl1pPr marL="0" indent="0" algn="ctr">
              <a:lnSpc>
                <a:spcPct val="114000"/>
              </a:lnSpc>
              <a:buFontTx/>
              <a:buNone/>
              <a:defRPr sz="16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centered text </a:t>
            </a:r>
            <a:br>
              <a:rPr lang="en-US"/>
            </a:br>
            <a:r>
              <a:rPr lang="en-US"/>
              <a:t>(max two rows)</a:t>
            </a:r>
          </a:p>
        </p:txBody>
      </p:sp>
      <p:sp>
        <p:nvSpPr>
          <p:cNvPr id="8" name="Title 7">
            <a:extLst>
              <a:ext uri="{FF2B5EF4-FFF2-40B4-BE49-F238E27FC236}">
                <a16:creationId xmlns:a16="http://schemas.microsoft.com/office/drawing/2014/main" id="{DE884710-AB51-5DC5-1CC1-D1D73E516DFA}"/>
              </a:ext>
            </a:extLst>
          </p:cNvPr>
          <p:cNvSpPr>
            <a:spLocks noGrp="1"/>
          </p:cNvSpPr>
          <p:nvPr>
            <p:ph type="title" hasCustomPrompt="1"/>
          </p:nvPr>
        </p:nvSpPr>
        <p:spPr>
          <a:xfrm>
            <a:off x="766763" y="938704"/>
            <a:ext cx="10658475" cy="493200"/>
          </a:xfrm>
        </p:spPr>
        <p:txBody>
          <a:bodyPr wrap="square" anchor="b" anchorCtr="0"/>
          <a:lstStyle>
            <a:lvl1pPr>
              <a:defRPr/>
            </a:lvl1pPr>
          </a:lstStyle>
          <a:p>
            <a:r>
              <a:rPr lang="en-US"/>
              <a:t>Insert headline on maximum one line</a:t>
            </a:r>
          </a:p>
        </p:txBody>
      </p:sp>
    </p:spTree>
    <p:extLst>
      <p:ext uri="{BB962C8B-B14F-4D97-AF65-F5344CB8AC3E}">
        <p14:creationId xmlns:p14="http://schemas.microsoft.com/office/powerpoint/2010/main" val="2255620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27">
          <p15:clr>
            <a:srgbClr val="FBAE40"/>
          </p15:clr>
        </p15:guide>
        <p15:guide id="2" pos="3953">
          <p15:clr>
            <a:srgbClr val="FBAE40"/>
          </p15:clr>
        </p15:guide>
        <p15:guide id="3" orient="horz" pos="1344">
          <p15:clr>
            <a:srgbClr val="FBAE40"/>
          </p15:clr>
        </p15:guide>
        <p15:guide id="4" orient="horz" pos="3249">
          <p15:clr>
            <a:srgbClr val="FBAE40"/>
          </p15:clr>
        </p15:guide>
        <p15:guide id="5" orient="horz" pos="3793">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4.1 Content – Content - Title, bullet text with left picture">
    <p:spTree>
      <p:nvGrpSpPr>
        <p:cNvPr id="1" name=""/>
        <p:cNvGrpSpPr/>
        <p:nvPr/>
      </p:nvGrpSpPr>
      <p:grpSpPr>
        <a:xfrm>
          <a:off x="0" y="0"/>
          <a:ext cx="0" cy="0"/>
          <a:chOff x="0" y="0"/>
          <a:chExt cx="0" cy="0"/>
        </a:xfrm>
      </p:grpSpPr>
      <p:sp>
        <p:nvSpPr>
          <p:cNvPr id="9" name="Picture Placeholder 5">
            <a:extLst>
              <a:ext uri="{FF2B5EF4-FFF2-40B4-BE49-F238E27FC236}">
                <a16:creationId xmlns:a16="http://schemas.microsoft.com/office/drawing/2014/main" id="{CC159C85-B2DF-448E-87B5-B6A0E0763223}"/>
              </a:ext>
            </a:extLst>
          </p:cNvPr>
          <p:cNvSpPr>
            <a:spLocks noGrp="1"/>
          </p:cNvSpPr>
          <p:nvPr>
            <p:ph type="pic" sz="quarter" idx="15" hasCustomPrompt="1"/>
          </p:nvPr>
        </p:nvSpPr>
        <p:spPr>
          <a:xfrm>
            <a:off x="766763" y="2133600"/>
            <a:ext cx="6527799" cy="3671888"/>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A9E4ED90-00A9-4671-AD4A-F27A9D218694}" type="datetime1">
              <a:rPr lang="sv-SE" smtClean="0"/>
              <a:t>2025-08-25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BA/GF/TD | Department name | Document name/Issuer | Classification</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11" name="Text Placeholder 10">
            <a:extLst>
              <a:ext uri="{FF2B5EF4-FFF2-40B4-BE49-F238E27FC236}">
                <a16:creationId xmlns:a16="http://schemas.microsoft.com/office/drawing/2014/main" id="{1870C302-6050-4DB1-90EC-C732F2636C4E}"/>
              </a:ext>
            </a:extLst>
          </p:cNvPr>
          <p:cNvSpPr>
            <a:spLocks noGrp="1"/>
          </p:cNvSpPr>
          <p:nvPr>
            <p:ph type="body" sz="quarter" idx="14" hasCustomPrompt="1"/>
          </p:nvPr>
        </p:nvSpPr>
        <p:spPr>
          <a:xfrm>
            <a:off x="766763" y="1457437"/>
            <a:ext cx="10658475" cy="324000"/>
          </a:xfrm>
        </p:spPr>
        <p:txBody>
          <a:bodyPr lIns="0" tIns="0"/>
          <a:lstStyle>
            <a:lvl1pPr marL="0" indent="0">
              <a:buFontTx/>
              <a:buNone/>
              <a:defRPr sz="2000">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5" name="Title 4">
            <a:extLst>
              <a:ext uri="{FF2B5EF4-FFF2-40B4-BE49-F238E27FC236}">
                <a16:creationId xmlns:a16="http://schemas.microsoft.com/office/drawing/2014/main" id="{4EC274FB-7C09-5323-A204-2D6A88A83528}"/>
              </a:ext>
            </a:extLst>
          </p:cNvPr>
          <p:cNvSpPr>
            <a:spLocks noGrp="1"/>
          </p:cNvSpPr>
          <p:nvPr>
            <p:ph type="title" hasCustomPrompt="1"/>
          </p:nvPr>
        </p:nvSpPr>
        <p:spPr>
          <a:xfrm>
            <a:off x="766763" y="938704"/>
            <a:ext cx="10658475" cy="493200"/>
          </a:xfrm>
        </p:spPr>
        <p:txBody>
          <a:bodyPr wrap="square" anchor="b" anchorCtr="0"/>
          <a:lstStyle/>
          <a:p>
            <a:r>
              <a:rPr lang="en-US"/>
              <a:t>Insert headline on maximum one line</a:t>
            </a:r>
          </a:p>
        </p:txBody>
      </p:sp>
      <p:sp>
        <p:nvSpPr>
          <p:cNvPr id="7" name="Text Placeholder 6">
            <a:extLst>
              <a:ext uri="{FF2B5EF4-FFF2-40B4-BE49-F238E27FC236}">
                <a16:creationId xmlns:a16="http://schemas.microsoft.com/office/drawing/2014/main" id="{98FDE158-E967-7D32-63E8-D25839B0358F}"/>
              </a:ext>
            </a:extLst>
          </p:cNvPr>
          <p:cNvSpPr>
            <a:spLocks noGrp="1"/>
          </p:cNvSpPr>
          <p:nvPr>
            <p:ph type="body" sz="quarter" idx="23"/>
          </p:nvPr>
        </p:nvSpPr>
        <p:spPr>
          <a:xfrm>
            <a:off x="7672388" y="2133600"/>
            <a:ext cx="3752850" cy="3671888"/>
          </a:xfrm>
        </p:spPr>
        <p:txBody>
          <a:body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22641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guide id="2" orient="horz" pos="3657">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4.2 Content – Content - Title, bullet text with right pictur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FD49079-BEB7-2F3D-F372-6B2AFAEB87F1}"/>
              </a:ext>
            </a:extLst>
          </p:cNvPr>
          <p:cNvSpPr>
            <a:spLocks noGrp="1"/>
          </p:cNvSpPr>
          <p:nvPr>
            <p:ph type="body" sz="quarter" idx="22"/>
          </p:nvPr>
        </p:nvSpPr>
        <p:spPr>
          <a:xfrm>
            <a:off x="612000" y="2133600"/>
            <a:ext cx="3908168" cy="3671889"/>
          </a:xfrm>
        </p:spPr>
        <p:txBody>
          <a:bodyPr/>
          <a:lstStyle/>
          <a:p>
            <a:pPr lvl="0"/>
            <a:r>
              <a:rPr lang="en-US"/>
              <a:t>Click to edit Master text styles</a:t>
            </a:r>
          </a:p>
          <a:p>
            <a:pPr lvl="1"/>
            <a:r>
              <a:rPr lang="en-US"/>
              <a:t>Second level</a:t>
            </a:r>
          </a:p>
        </p:txBody>
      </p:sp>
      <p:sp>
        <p:nvSpPr>
          <p:cNvPr id="9" name="Picture Placeholder 5">
            <a:extLst>
              <a:ext uri="{FF2B5EF4-FFF2-40B4-BE49-F238E27FC236}">
                <a16:creationId xmlns:a16="http://schemas.microsoft.com/office/drawing/2014/main" id="{CC159C85-B2DF-448E-87B5-B6A0E0763223}"/>
              </a:ext>
            </a:extLst>
          </p:cNvPr>
          <p:cNvSpPr>
            <a:spLocks noGrp="1"/>
          </p:cNvSpPr>
          <p:nvPr>
            <p:ph type="pic" sz="quarter" idx="15" hasCustomPrompt="1"/>
          </p:nvPr>
        </p:nvSpPr>
        <p:spPr>
          <a:xfrm>
            <a:off x="4897439" y="2133599"/>
            <a:ext cx="6527799" cy="3671889"/>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157A086B-88E9-43E0-BC11-0FDA072968FD}" type="datetime1">
              <a:rPr lang="sv-SE" smtClean="0"/>
              <a:t>2025-08-25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BA/GF/TD | Department name | Document name/Issuer | Classification</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11" name="Text Placeholder 10">
            <a:extLst>
              <a:ext uri="{FF2B5EF4-FFF2-40B4-BE49-F238E27FC236}">
                <a16:creationId xmlns:a16="http://schemas.microsoft.com/office/drawing/2014/main" id="{1870C302-6050-4DB1-90EC-C732F2636C4E}"/>
              </a:ext>
            </a:extLst>
          </p:cNvPr>
          <p:cNvSpPr>
            <a:spLocks noGrp="1"/>
          </p:cNvSpPr>
          <p:nvPr>
            <p:ph type="body" sz="quarter" idx="14" hasCustomPrompt="1"/>
          </p:nvPr>
        </p:nvSpPr>
        <p:spPr>
          <a:xfrm>
            <a:off x="766763" y="1457437"/>
            <a:ext cx="10658475" cy="324000"/>
          </a:xfrm>
        </p:spPr>
        <p:txBody>
          <a:bodyPr lIns="0" tIns="0"/>
          <a:lstStyle>
            <a:lvl1pPr marL="0" indent="0">
              <a:buFontTx/>
              <a:buNone/>
              <a:defRPr sz="2000">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5" name="Title 4">
            <a:extLst>
              <a:ext uri="{FF2B5EF4-FFF2-40B4-BE49-F238E27FC236}">
                <a16:creationId xmlns:a16="http://schemas.microsoft.com/office/drawing/2014/main" id="{4EC274FB-7C09-5323-A204-2D6A88A83528}"/>
              </a:ext>
            </a:extLst>
          </p:cNvPr>
          <p:cNvSpPr>
            <a:spLocks noGrp="1"/>
          </p:cNvSpPr>
          <p:nvPr>
            <p:ph type="title" hasCustomPrompt="1"/>
          </p:nvPr>
        </p:nvSpPr>
        <p:spPr>
          <a:xfrm>
            <a:off x="766763" y="938704"/>
            <a:ext cx="10658475" cy="493200"/>
          </a:xfrm>
        </p:spPr>
        <p:txBody>
          <a:bodyPr wrap="square" anchor="b" anchorCtr="0"/>
          <a:lstStyle/>
          <a:p>
            <a:r>
              <a:rPr lang="en-US"/>
              <a:t>Insert headline on maximum one line</a:t>
            </a:r>
          </a:p>
        </p:txBody>
      </p:sp>
    </p:spTree>
    <p:extLst>
      <p:ext uri="{BB962C8B-B14F-4D97-AF65-F5344CB8AC3E}">
        <p14:creationId xmlns:p14="http://schemas.microsoft.com/office/powerpoint/2010/main" val="140414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guide id="2" orient="horz" pos="365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5 Content - Title, text with large right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612001" y="1807535"/>
            <a:ext cx="3450968" cy="1007582"/>
          </a:xfrm>
        </p:spPr>
        <p:txBody>
          <a:bodyPr wrap="square" lIns="144000" bIns="0" anchor="b" anchorCtr="0"/>
          <a:lstStyle>
            <a:lvl1pPr>
              <a:defRPr/>
            </a:lvl1pPr>
          </a:lstStyle>
          <a:p>
            <a:r>
              <a:rPr lang="en-US"/>
              <a:t>Insert headline adjust upwards</a:t>
            </a:r>
          </a:p>
        </p:txBody>
      </p:sp>
      <p:sp>
        <p:nvSpPr>
          <p:cNvPr id="9" name="Picture Placeholder 5">
            <a:extLst>
              <a:ext uri="{FF2B5EF4-FFF2-40B4-BE49-F238E27FC236}">
                <a16:creationId xmlns:a16="http://schemas.microsoft.com/office/drawing/2014/main" id="{CC159C85-B2DF-448E-87B5-B6A0E0763223}"/>
              </a:ext>
            </a:extLst>
          </p:cNvPr>
          <p:cNvSpPr>
            <a:spLocks noGrp="1"/>
          </p:cNvSpPr>
          <p:nvPr>
            <p:ph type="pic" sz="quarter" idx="15" hasCustomPrompt="1"/>
          </p:nvPr>
        </p:nvSpPr>
        <p:spPr>
          <a:xfrm>
            <a:off x="4440238" y="1089025"/>
            <a:ext cx="6985000" cy="4716463"/>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612000" y="2916001"/>
            <a:ext cx="3450968" cy="2889488"/>
          </a:xfrm>
        </p:spPr>
        <p:txBody>
          <a:bodyPr/>
          <a:lstStyle>
            <a:lvl1pPr marL="0" indent="0">
              <a:lnSpc>
                <a:spcPct val="120000"/>
              </a:lnSpc>
              <a:buFontTx/>
              <a:buNone/>
              <a:defRPr/>
            </a:lvl1pPr>
            <a:lvl2pPr marL="163513" indent="0">
              <a:buFontTx/>
              <a:buNone/>
              <a:defRPr/>
            </a:lvl2pPr>
            <a:lvl3pPr marL="339725" indent="0">
              <a:buNone/>
              <a:defRPr/>
            </a:lvl3pPr>
          </a:lstStyle>
          <a:p>
            <a:pPr lvl="0"/>
            <a:r>
              <a:rPr lang="en-US"/>
              <a:t>Insert text</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C9AF43AE-A004-4BD4-88BC-6B20F1E6634D}" type="datetime1">
              <a:rPr lang="sv-SE" smtClean="0"/>
              <a:t>2025-08-25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BA/GF/TD | Department name | Document name/Issuer | Classification</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Tree>
    <p:extLst>
      <p:ext uri="{BB962C8B-B14F-4D97-AF65-F5344CB8AC3E}">
        <p14:creationId xmlns:p14="http://schemas.microsoft.com/office/powerpoint/2010/main" val="3739453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97">
          <p15:clr>
            <a:srgbClr val="FBAE40"/>
          </p15:clr>
        </p15:guide>
        <p15:guide id="2" orient="horz" pos="3657">
          <p15:clr>
            <a:srgbClr val="FBAE40"/>
          </p15:clr>
        </p15:guide>
        <p15:guide id="3" orient="horz" pos="172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6 Content - Title, text with large left picture">
    <p:spTree>
      <p:nvGrpSpPr>
        <p:cNvPr id="1" name=""/>
        <p:cNvGrpSpPr/>
        <p:nvPr/>
      </p:nvGrpSpPr>
      <p:grpSpPr>
        <a:xfrm>
          <a:off x="0" y="0"/>
          <a:ext cx="0" cy="0"/>
          <a:chOff x="0" y="0"/>
          <a:chExt cx="0" cy="0"/>
        </a:xfrm>
      </p:grpSpPr>
      <p:sp>
        <p:nvSpPr>
          <p:cNvPr id="9" name="Picture Placeholder 5">
            <a:extLst>
              <a:ext uri="{FF2B5EF4-FFF2-40B4-BE49-F238E27FC236}">
                <a16:creationId xmlns:a16="http://schemas.microsoft.com/office/drawing/2014/main" id="{CC159C85-B2DF-448E-87B5-B6A0E0763223}"/>
              </a:ext>
            </a:extLst>
          </p:cNvPr>
          <p:cNvSpPr>
            <a:spLocks noGrp="1"/>
          </p:cNvSpPr>
          <p:nvPr>
            <p:ph type="pic" sz="quarter" idx="15" hasCustomPrompt="1"/>
          </p:nvPr>
        </p:nvSpPr>
        <p:spPr>
          <a:xfrm>
            <a:off x="766762" y="1089025"/>
            <a:ext cx="6985000" cy="4716463"/>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981931" y="1807534"/>
            <a:ext cx="3443308" cy="1007581"/>
          </a:xfrm>
        </p:spPr>
        <p:txBody>
          <a:bodyPr wrap="square" lIns="144000" bIns="0" anchor="b" anchorCtr="0"/>
          <a:lstStyle>
            <a:lvl1pPr>
              <a:defRPr/>
            </a:lvl1pPr>
          </a:lstStyle>
          <a:p>
            <a:r>
              <a:rPr lang="en-US"/>
              <a:t>Insert headline adjust upwards</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981930" y="2916001"/>
            <a:ext cx="3443307" cy="2889488"/>
          </a:xfrm>
        </p:spPr>
        <p:txBody>
          <a:bodyPr/>
          <a:lstStyle>
            <a:lvl1pPr marL="0" indent="0">
              <a:lnSpc>
                <a:spcPct val="120000"/>
              </a:lnSpc>
              <a:buFontTx/>
              <a:buNone/>
              <a:defRPr/>
            </a:lvl1pPr>
            <a:lvl2pPr marL="163513" indent="0">
              <a:buFontTx/>
              <a:buNone/>
              <a:defRPr/>
            </a:lvl2pPr>
            <a:lvl3pPr marL="339725" indent="0">
              <a:buNone/>
              <a:defRPr/>
            </a:lvl3pPr>
          </a:lstStyle>
          <a:p>
            <a:pPr lvl="0"/>
            <a:r>
              <a:rPr lang="en-US"/>
              <a:t>Insert text</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F4C911B1-F5ED-4338-BAF4-6A5DA04C9B07}" type="datetime1">
              <a:rPr lang="sv-SE" smtClean="0"/>
              <a:t>2025-08-25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BA/GF/TD | Department name | Document name/Issuer | Classification</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Tree>
    <p:extLst>
      <p:ext uri="{BB962C8B-B14F-4D97-AF65-F5344CB8AC3E}">
        <p14:creationId xmlns:p14="http://schemas.microsoft.com/office/powerpoint/2010/main" val="1431470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97">
          <p15:clr>
            <a:srgbClr val="FBAE40"/>
          </p15:clr>
        </p15:guide>
        <p15:guide id="2" orient="horz" pos="3657">
          <p15:clr>
            <a:srgbClr val="FBAE40"/>
          </p15:clr>
        </p15:guide>
        <p15:guide id="3" orient="horz" pos="172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7 Content – Title, text with medium right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612001" y="1807535"/>
            <a:ext cx="5719968" cy="1007582"/>
          </a:xfrm>
        </p:spPr>
        <p:txBody>
          <a:bodyPr wrap="square" lIns="144000" bIns="0" anchor="b" anchorCtr="0"/>
          <a:lstStyle>
            <a:lvl1pPr>
              <a:defRPr/>
            </a:lvl1pPr>
          </a:lstStyle>
          <a:p>
            <a:r>
              <a:rPr lang="en-US"/>
              <a:t>Insert headline maximum two rows adjust upwards</a:t>
            </a:r>
          </a:p>
        </p:txBody>
      </p:sp>
      <p:sp>
        <p:nvSpPr>
          <p:cNvPr id="9" name="Picture Placeholder 5">
            <a:extLst>
              <a:ext uri="{FF2B5EF4-FFF2-40B4-BE49-F238E27FC236}">
                <a16:creationId xmlns:a16="http://schemas.microsoft.com/office/drawing/2014/main" id="{CC159C85-B2DF-448E-87B5-B6A0E0763223}"/>
              </a:ext>
            </a:extLst>
          </p:cNvPr>
          <p:cNvSpPr>
            <a:spLocks noGrp="1"/>
          </p:cNvSpPr>
          <p:nvPr>
            <p:ph type="pic" sz="quarter" idx="15" hasCustomPrompt="1"/>
          </p:nvPr>
        </p:nvSpPr>
        <p:spPr>
          <a:xfrm>
            <a:off x="6709237" y="1089025"/>
            <a:ext cx="4716000" cy="4716463"/>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612000" y="2916001"/>
            <a:ext cx="5719968" cy="2889488"/>
          </a:xfrm>
        </p:spPr>
        <p:txBody>
          <a:bodyPr/>
          <a:lstStyle>
            <a:lvl1pPr marL="0" indent="0">
              <a:lnSpc>
                <a:spcPct val="120000"/>
              </a:lnSpc>
              <a:buFontTx/>
              <a:buNone/>
              <a:defRPr/>
            </a:lvl1pPr>
            <a:lvl2pPr marL="163513" indent="0">
              <a:buFontTx/>
              <a:buNone/>
              <a:defRPr/>
            </a:lvl2pPr>
            <a:lvl3pPr marL="339725" indent="0">
              <a:buNone/>
              <a:defRPr/>
            </a:lvl3pPr>
          </a:lstStyle>
          <a:p>
            <a:pPr lvl="0"/>
            <a:r>
              <a:rPr lang="en-US"/>
              <a:t>Insert text</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9C8B763E-BB0B-4FA8-A35A-EB0A00F32DB2}" type="datetime1">
              <a:rPr lang="sv-SE" smtClean="0"/>
              <a:t>2025-08-25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BA/GF/TD | Department name | Document name/Issuer | Classification</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Tree>
    <p:extLst>
      <p:ext uri="{BB962C8B-B14F-4D97-AF65-F5344CB8AC3E}">
        <p14:creationId xmlns:p14="http://schemas.microsoft.com/office/powerpoint/2010/main" val="2537885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729">
          <p15:clr>
            <a:srgbClr val="FBAE40"/>
          </p15:clr>
        </p15:guide>
        <p15:guide id="2" orient="horz" pos="3657">
          <p15:clr>
            <a:srgbClr val="FBAE40"/>
          </p15:clr>
        </p15:guide>
        <p15:guide id="3" pos="422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8 Content – Centered text">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BCEC5F-5A41-204C-BA25-9D801C2D0DE2}"/>
              </a:ext>
            </a:extLst>
          </p:cNvPr>
          <p:cNvSpPr>
            <a:spLocks noGrp="1"/>
          </p:cNvSpPr>
          <p:nvPr>
            <p:ph type="dt" sz="half" idx="10"/>
          </p:nvPr>
        </p:nvSpPr>
        <p:spPr/>
        <p:txBody>
          <a:bodyPr/>
          <a:lstStyle/>
          <a:p>
            <a:fld id="{2E8DEE37-E226-40AC-8CA7-F70ED3558907}" type="datetime1">
              <a:rPr lang="sv-SE" smtClean="0"/>
              <a:t>2025-08-25</a:t>
            </a:fld>
            <a:endParaRPr lang="en-US"/>
          </a:p>
        </p:txBody>
      </p:sp>
      <p:sp>
        <p:nvSpPr>
          <p:cNvPr id="3" name="Footer Placeholder 2">
            <a:extLst>
              <a:ext uri="{FF2B5EF4-FFF2-40B4-BE49-F238E27FC236}">
                <a16:creationId xmlns:a16="http://schemas.microsoft.com/office/drawing/2014/main" id="{7E77DD3D-672A-FE4F-ACE9-A06A058BB8B5}"/>
              </a:ext>
            </a:extLst>
          </p:cNvPr>
          <p:cNvSpPr>
            <a:spLocks noGrp="1"/>
          </p:cNvSpPr>
          <p:nvPr>
            <p:ph type="ftr" sz="quarter" idx="11"/>
          </p:nvPr>
        </p:nvSpPr>
        <p:spPr/>
        <p:txBody>
          <a:bodyPr/>
          <a:lstStyle/>
          <a:p>
            <a:r>
              <a:rPr lang="en-US"/>
              <a:t>BA/GF/TD | Department name | Document name/Issuer | Classification</a:t>
            </a:r>
          </a:p>
        </p:txBody>
      </p:sp>
      <p:sp>
        <p:nvSpPr>
          <p:cNvPr id="5" name="Slide Number Placeholder 4">
            <a:extLst>
              <a:ext uri="{FF2B5EF4-FFF2-40B4-BE49-F238E27FC236}">
                <a16:creationId xmlns:a16="http://schemas.microsoft.com/office/drawing/2014/main" id="{8216A3F2-3D9F-6741-A9EE-0BA3021073B1}"/>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8" name="Rectangle 5">
            <a:extLst>
              <a:ext uri="{FF2B5EF4-FFF2-40B4-BE49-F238E27FC236}">
                <a16:creationId xmlns:a16="http://schemas.microsoft.com/office/drawing/2014/main" id="{4AF4158F-CCD6-4017-A03D-47E8978C22F8}"/>
              </a:ext>
            </a:extLst>
          </p:cNvPr>
          <p:cNvSpPr>
            <a:spLocks noGrp="1" noChangeArrowheads="1"/>
          </p:cNvSpPr>
          <p:nvPr>
            <p:ph type="ctrTitle" hasCustomPrompt="1"/>
          </p:nvPr>
        </p:nvSpPr>
        <p:spPr>
          <a:xfrm>
            <a:off x="2001673" y="1706526"/>
            <a:ext cx="8188654" cy="1006999"/>
          </a:xfrm>
          <a:prstGeom prst="rect">
            <a:avLst/>
          </a:prstGeom>
        </p:spPr>
        <p:txBody>
          <a:bodyPr wrap="square" rIns="0" anchor="b" anchorCtr="0"/>
          <a:lstStyle>
            <a:lvl1pPr algn="ctr">
              <a:lnSpc>
                <a:spcPct val="100000"/>
              </a:lnSpc>
              <a:defRPr sz="3200" b="1" i="0" spc="0" baseline="0">
                <a:solidFill>
                  <a:schemeClr val="tx1"/>
                </a:solidFill>
                <a:latin typeface="+mj-lt"/>
              </a:defRPr>
            </a:lvl1pPr>
          </a:lstStyle>
          <a:p>
            <a:pPr lvl="0"/>
            <a:r>
              <a:rPr lang="en-US" noProof="0"/>
              <a:t>Insert headline all text </a:t>
            </a:r>
            <a:br>
              <a:rPr lang="en-US" noProof="0"/>
            </a:br>
            <a:r>
              <a:rPr lang="en-US" noProof="0"/>
              <a:t>centered and adjust upwards</a:t>
            </a:r>
          </a:p>
        </p:txBody>
      </p:sp>
      <p:sp>
        <p:nvSpPr>
          <p:cNvPr id="9" name="Rectangle 6">
            <a:extLst>
              <a:ext uri="{FF2B5EF4-FFF2-40B4-BE49-F238E27FC236}">
                <a16:creationId xmlns:a16="http://schemas.microsoft.com/office/drawing/2014/main" id="{932CDCD1-B8C9-4D61-BD90-5AE5F3EBAFBA}"/>
              </a:ext>
            </a:extLst>
          </p:cNvPr>
          <p:cNvSpPr>
            <a:spLocks noGrp="1" noChangeArrowheads="1"/>
          </p:cNvSpPr>
          <p:nvPr>
            <p:ph type="subTitle" idx="1" hasCustomPrompt="1"/>
          </p:nvPr>
        </p:nvSpPr>
        <p:spPr>
          <a:xfrm>
            <a:off x="2668587" y="2914939"/>
            <a:ext cx="6854825" cy="2710709"/>
          </a:xfrm>
          <a:prstGeom prst="rect">
            <a:avLst/>
          </a:prstGeom>
        </p:spPr>
        <p:txBody>
          <a:bodyPr tIns="0">
            <a:noAutofit/>
          </a:bodyPr>
          <a:lstStyle>
            <a:lvl1pPr marL="0" indent="0" algn="ctr">
              <a:lnSpc>
                <a:spcPct val="114000"/>
              </a:lnSpc>
              <a:buFont typeface="Volvo Novum 3.1" pitchFamily="50" charset="0"/>
              <a:buNone/>
              <a:defRPr sz="1800" spc="0" baseline="0">
                <a:latin typeface="+mn-lt"/>
                <a:ea typeface="Volvo Novum 3.1" pitchFamily="50" charset="0"/>
                <a:cs typeface="+mn-cs"/>
              </a:defRPr>
            </a:lvl1pPr>
          </a:lstStyle>
          <a:p>
            <a:pPr lvl="0"/>
            <a:r>
              <a:rPr lang="en-US" noProof="0"/>
              <a:t>Insert text</a:t>
            </a:r>
          </a:p>
        </p:txBody>
      </p:sp>
    </p:spTree>
    <p:extLst>
      <p:ext uri="{BB962C8B-B14F-4D97-AF65-F5344CB8AC3E}">
        <p14:creationId xmlns:p14="http://schemas.microsoft.com/office/powerpoint/2010/main" val="1177700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9 Content – 3 column picture with tex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785CA666-6C70-4EFB-B252-337286966A6F}"/>
              </a:ext>
            </a:extLst>
          </p:cNvPr>
          <p:cNvSpPr>
            <a:spLocks noGrp="1"/>
          </p:cNvSpPr>
          <p:nvPr>
            <p:ph type="pic" sz="quarter" idx="15" hasCustomPrompt="1"/>
          </p:nvPr>
        </p:nvSpPr>
        <p:spPr>
          <a:xfrm>
            <a:off x="766764" y="2133600"/>
            <a:ext cx="3283200" cy="3284268"/>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14" name="Picture Placeholder 5">
            <a:extLst>
              <a:ext uri="{FF2B5EF4-FFF2-40B4-BE49-F238E27FC236}">
                <a16:creationId xmlns:a16="http://schemas.microsoft.com/office/drawing/2014/main" id="{813A8910-5699-4EE0-A403-9991CA89EE9C}"/>
              </a:ext>
            </a:extLst>
          </p:cNvPr>
          <p:cNvSpPr>
            <a:spLocks noGrp="1"/>
          </p:cNvSpPr>
          <p:nvPr>
            <p:ph type="pic" sz="quarter" idx="16" hasCustomPrompt="1"/>
          </p:nvPr>
        </p:nvSpPr>
        <p:spPr>
          <a:xfrm>
            <a:off x="4454401" y="2133600"/>
            <a:ext cx="3283200" cy="3284268"/>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66763" y="5531522"/>
            <a:ext cx="3283200" cy="627876"/>
          </a:xfrm>
        </p:spPr>
        <p:txBody>
          <a:bodyPr>
            <a:noAutofit/>
          </a:bodyPr>
          <a:lstStyle>
            <a:lvl1pPr marL="0" indent="0" algn="ctr">
              <a:lnSpc>
                <a:spcPct val="114000"/>
              </a:lnSpc>
              <a:spcBef>
                <a:spcPts val="0"/>
              </a:spcBef>
              <a:buFontTx/>
              <a:buNone/>
              <a:defRPr sz="14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 </a:t>
            </a:r>
            <a:br>
              <a:rPr lang="en-US"/>
            </a:br>
            <a:r>
              <a:rPr lang="en-US"/>
              <a:t>(max two rows)</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9D3D0EDB-6807-4A91-BB96-67B550AA65BC}" type="datetime1">
              <a:rPr lang="sv-SE" smtClean="0"/>
              <a:t>2025-08-25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BA/GF/TD | Department name | Document name/Issuer | Classification</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938704"/>
            <a:ext cx="10658475" cy="493200"/>
          </a:xfrm>
        </p:spPr>
        <p:txBody>
          <a:bodyPr wrap="square" anchor="b" anchorCtr="0"/>
          <a:lstStyle>
            <a:lvl1pPr>
              <a:defRPr/>
            </a:lvl1pPr>
          </a:lstStyle>
          <a:p>
            <a:r>
              <a:rPr lang="en-US"/>
              <a:t>Insert headline on maximum one line</a:t>
            </a:r>
          </a:p>
        </p:txBody>
      </p:sp>
      <p:sp>
        <p:nvSpPr>
          <p:cNvPr id="11" name="Text Placeholder 10">
            <a:extLst>
              <a:ext uri="{FF2B5EF4-FFF2-40B4-BE49-F238E27FC236}">
                <a16:creationId xmlns:a16="http://schemas.microsoft.com/office/drawing/2014/main" id="{1870C302-6050-4DB1-90EC-C732F2636C4E}"/>
              </a:ext>
            </a:extLst>
          </p:cNvPr>
          <p:cNvSpPr>
            <a:spLocks noGrp="1"/>
          </p:cNvSpPr>
          <p:nvPr>
            <p:ph type="body" sz="quarter" idx="14" hasCustomPrompt="1"/>
          </p:nvPr>
        </p:nvSpPr>
        <p:spPr>
          <a:xfrm>
            <a:off x="766763" y="1457437"/>
            <a:ext cx="10658475" cy="324000"/>
          </a:xfrm>
        </p:spPr>
        <p:txBody>
          <a:bodyPr lIns="0" tIns="0"/>
          <a:lstStyle>
            <a:lvl1pPr marL="0" indent="0">
              <a:buFontTx/>
              <a:buNone/>
              <a:defRPr sz="2000">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15" name="Text Placeholder 6">
            <a:extLst>
              <a:ext uri="{FF2B5EF4-FFF2-40B4-BE49-F238E27FC236}">
                <a16:creationId xmlns:a16="http://schemas.microsoft.com/office/drawing/2014/main" id="{434E44B9-8C04-47FC-8B4D-A7840BEE1D59}"/>
              </a:ext>
            </a:extLst>
          </p:cNvPr>
          <p:cNvSpPr>
            <a:spLocks noGrp="1"/>
          </p:cNvSpPr>
          <p:nvPr>
            <p:ph type="body" sz="quarter" idx="17" hasCustomPrompt="1"/>
          </p:nvPr>
        </p:nvSpPr>
        <p:spPr>
          <a:xfrm>
            <a:off x="4454401" y="5531522"/>
            <a:ext cx="3283200" cy="627876"/>
          </a:xfrm>
        </p:spPr>
        <p:txBody>
          <a:bodyPr>
            <a:noAutofit/>
          </a:bodyPr>
          <a:lstStyle>
            <a:lvl1pPr marL="0" indent="0" algn="ctr">
              <a:lnSpc>
                <a:spcPct val="114000"/>
              </a:lnSpc>
              <a:spcBef>
                <a:spcPts val="0"/>
              </a:spcBef>
              <a:buFontTx/>
              <a:buNone/>
              <a:defRPr sz="14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 </a:t>
            </a:r>
            <a:br>
              <a:rPr lang="en-US"/>
            </a:br>
            <a:r>
              <a:rPr lang="en-US"/>
              <a:t>(max two rows)</a:t>
            </a:r>
          </a:p>
        </p:txBody>
      </p:sp>
      <p:sp>
        <p:nvSpPr>
          <p:cNvPr id="18" name="Picture Placeholder 5">
            <a:extLst>
              <a:ext uri="{FF2B5EF4-FFF2-40B4-BE49-F238E27FC236}">
                <a16:creationId xmlns:a16="http://schemas.microsoft.com/office/drawing/2014/main" id="{64CDBF56-B658-420C-A173-629AC10AD794}"/>
              </a:ext>
            </a:extLst>
          </p:cNvPr>
          <p:cNvSpPr>
            <a:spLocks noGrp="1"/>
          </p:cNvSpPr>
          <p:nvPr>
            <p:ph type="pic" sz="quarter" idx="18" hasCustomPrompt="1"/>
          </p:nvPr>
        </p:nvSpPr>
        <p:spPr>
          <a:xfrm>
            <a:off x="8142038" y="2133600"/>
            <a:ext cx="3283200" cy="3284268"/>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19" name="Text Placeholder 6">
            <a:extLst>
              <a:ext uri="{FF2B5EF4-FFF2-40B4-BE49-F238E27FC236}">
                <a16:creationId xmlns:a16="http://schemas.microsoft.com/office/drawing/2014/main" id="{0CBDB873-2604-4753-94BB-6BB3846EB6BC}"/>
              </a:ext>
            </a:extLst>
          </p:cNvPr>
          <p:cNvSpPr>
            <a:spLocks noGrp="1"/>
          </p:cNvSpPr>
          <p:nvPr>
            <p:ph type="body" sz="quarter" idx="19" hasCustomPrompt="1"/>
          </p:nvPr>
        </p:nvSpPr>
        <p:spPr>
          <a:xfrm>
            <a:off x="8141567" y="5531522"/>
            <a:ext cx="3283671" cy="627876"/>
          </a:xfrm>
        </p:spPr>
        <p:txBody>
          <a:bodyPr>
            <a:noAutofit/>
          </a:bodyPr>
          <a:lstStyle>
            <a:lvl1pPr marL="0" indent="0" algn="ctr">
              <a:lnSpc>
                <a:spcPct val="114000"/>
              </a:lnSpc>
              <a:spcBef>
                <a:spcPts val="0"/>
              </a:spcBef>
              <a:buFontTx/>
              <a:buNone/>
              <a:defRPr sz="14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 </a:t>
            </a:r>
            <a:br>
              <a:rPr lang="en-US"/>
            </a:br>
            <a:r>
              <a:rPr lang="en-US"/>
              <a:t>(max two rows)</a:t>
            </a:r>
          </a:p>
        </p:txBody>
      </p:sp>
    </p:spTree>
    <p:extLst>
      <p:ext uri="{BB962C8B-B14F-4D97-AF65-F5344CB8AC3E}">
        <p14:creationId xmlns:p14="http://schemas.microsoft.com/office/powerpoint/2010/main" val="1304079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10 Content – 4 column circle picture with text">
    <p:spTree>
      <p:nvGrpSpPr>
        <p:cNvPr id="1" name=""/>
        <p:cNvGrpSpPr/>
        <p:nvPr/>
      </p:nvGrpSpPr>
      <p:grpSpPr>
        <a:xfrm>
          <a:off x="0" y="0"/>
          <a:ext cx="0" cy="0"/>
          <a:chOff x="0" y="0"/>
          <a:chExt cx="0" cy="0"/>
        </a:xfrm>
      </p:grpSpPr>
      <p:sp>
        <p:nvSpPr>
          <p:cNvPr id="35" name="Picture Placeholder 5">
            <a:extLst>
              <a:ext uri="{FF2B5EF4-FFF2-40B4-BE49-F238E27FC236}">
                <a16:creationId xmlns:a16="http://schemas.microsoft.com/office/drawing/2014/main" id="{5C0D2034-2B39-4DEA-A3A4-261CF9826EB8}"/>
              </a:ext>
            </a:extLst>
          </p:cNvPr>
          <p:cNvSpPr>
            <a:spLocks noGrp="1"/>
          </p:cNvSpPr>
          <p:nvPr>
            <p:ph type="pic" sz="quarter" idx="54" hasCustomPrompt="1"/>
          </p:nvPr>
        </p:nvSpPr>
        <p:spPr>
          <a:xfrm>
            <a:off x="9096369" y="2139385"/>
            <a:ext cx="2246400" cy="2246400"/>
          </a:xfrm>
          <a:prstGeom prst="ellipse">
            <a:avLst/>
          </a:prstGeom>
          <a:solidFill>
            <a:schemeClr val="bg1">
              <a:lumMod val="95000"/>
            </a:schemeClr>
          </a:solidFill>
        </p:spPr>
        <p:txBody>
          <a:bodyPr tIns="504000" anchor="ctr" anchorCtr="0">
            <a:noAutofit/>
          </a:bodyPr>
          <a:lstStyle>
            <a:lvl1pPr marL="0" indent="0" algn="ctr">
              <a:buFontTx/>
              <a:buNone/>
              <a:defRPr sz="1000"/>
            </a:lvl1pPr>
          </a:lstStyle>
          <a:p>
            <a:r>
              <a:rPr lang="en-US"/>
              <a:t>Insert picture</a:t>
            </a:r>
          </a:p>
        </p:txBody>
      </p:sp>
      <p:sp>
        <p:nvSpPr>
          <p:cNvPr id="13" name="Picture Placeholder 5">
            <a:extLst>
              <a:ext uri="{FF2B5EF4-FFF2-40B4-BE49-F238E27FC236}">
                <a16:creationId xmlns:a16="http://schemas.microsoft.com/office/drawing/2014/main" id="{785CA666-6C70-4EFB-B252-337286966A6F}"/>
              </a:ext>
            </a:extLst>
          </p:cNvPr>
          <p:cNvSpPr>
            <a:spLocks noGrp="1"/>
          </p:cNvSpPr>
          <p:nvPr>
            <p:ph type="pic" sz="quarter" idx="15" hasCustomPrompt="1"/>
          </p:nvPr>
        </p:nvSpPr>
        <p:spPr>
          <a:xfrm>
            <a:off x="847915" y="2139385"/>
            <a:ext cx="2246400" cy="2246400"/>
          </a:xfrm>
          <a:prstGeom prst="ellipse">
            <a:avLst/>
          </a:prstGeom>
          <a:solidFill>
            <a:schemeClr val="bg1">
              <a:lumMod val="95000"/>
            </a:schemeClr>
          </a:solidFill>
        </p:spPr>
        <p:txBody>
          <a:bodyPr tIns="504000" anchor="ctr" anchorCtr="0">
            <a:noAutofit/>
          </a:bodyPr>
          <a:lstStyle>
            <a:lvl1pPr marL="0" indent="0" algn="ctr">
              <a:buFontTx/>
              <a:buNone/>
              <a:defRPr sz="1000"/>
            </a:lvl1pPr>
          </a:lstStyle>
          <a:p>
            <a:r>
              <a:rPr lang="en-US"/>
              <a:t>Insert picture</a:t>
            </a:r>
          </a:p>
        </p:txBody>
      </p:sp>
      <p:sp>
        <p:nvSpPr>
          <p:cNvPr id="33" name="Picture Placeholder 5">
            <a:extLst>
              <a:ext uri="{FF2B5EF4-FFF2-40B4-BE49-F238E27FC236}">
                <a16:creationId xmlns:a16="http://schemas.microsoft.com/office/drawing/2014/main" id="{407623E6-F280-4454-AE2C-4100AFFCF668}"/>
              </a:ext>
            </a:extLst>
          </p:cNvPr>
          <p:cNvSpPr>
            <a:spLocks noGrp="1"/>
          </p:cNvSpPr>
          <p:nvPr>
            <p:ph type="pic" sz="quarter" idx="52" hasCustomPrompt="1"/>
          </p:nvPr>
        </p:nvSpPr>
        <p:spPr>
          <a:xfrm>
            <a:off x="3597400" y="2139385"/>
            <a:ext cx="2246400" cy="2246400"/>
          </a:xfrm>
          <a:prstGeom prst="ellipse">
            <a:avLst/>
          </a:prstGeom>
          <a:solidFill>
            <a:schemeClr val="bg1">
              <a:lumMod val="95000"/>
            </a:schemeClr>
          </a:solidFill>
        </p:spPr>
        <p:txBody>
          <a:bodyPr tIns="504000" anchor="ctr" anchorCtr="0">
            <a:noAutofit/>
          </a:bodyPr>
          <a:lstStyle>
            <a:lvl1pPr marL="0" indent="0" algn="ctr">
              <a:buFontTx/>
              <a:buNone/>
              <a:defRPr sz="1000"/>
            </a:lvl1pPr>
          </a:lstStyle>
          <a:p>
            <a:r>
              <a:rPr lang="en-US"/>
              <a:t>Insert picture</a:t>
            </a:r>
          </a:p>
        </p:txBody>
      </p:sp>
      <p:sp>
        <p:nvSpPr>
          <p:cNvPr id="34" name="Picture Placeholder 5">
            <a:extLst>
              <a:ext uri="{FF2B5EF4-FFF2-40B4-BE49-F238E27FC236}">
                <a16:creationId xmlns:a16="http://schemas.microsoft.com/office/drawing/2014/main" id="{1B164767-2CD3-412D-BF96-52D862A99439}"/>
              </a:ext>
            </a:extLst>
          </p:cNvPr>
          <p:cNvSpPr>
            <a:spLocks noGrp="1"/>
          </p:cNvSpPr>
          <p:nvPr>
            <p:ph type="pic" sz="quarter" idx="53" hasCustomPrompt="1"/>
          </p:nvPr>
        </p:nvSpPr>
        <p:spPr>
          <a:xfrm>
            <a:off x="6346885" y="2139385"/>
            <a:ext cx="2246400" cy="2246400"/>
          </a:xfrm>
          <a:prstGeom prst="ellipse">
            <a:avLst/>
          </a:prstGeom>
          <a:solidFill>
            <a:schemeClr val="bg1">
              <a:lumMod val="95000"/>
            </a:schemeClr>
          </a:solidFill>
        </p:spPr>
        <p:txBody>
          <a:bodyPr tIns="504000" anchor="ctr" anchorCtr="0">
            <a:no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66763" y="5048055"/>
            <a:ext cx="2457204" cy="965364"/>
          </a:xfrm>
        </p:spPr>
        <p:txBody>
          <a:bodyPr>
            <a:noAutofit/>
          </a:bodyPr>
          <a:lstStyle>
            <a:lvl1pPr marL="0" indent="0" algn="ctr">
              <a:lnSpc>
                <a:spcPct val="114000"/>
              </a:lnSpc>
              <a:buFontTx/>
              <a:buNone/>
              <a:defRPr sz="14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A201706B-2256-45DA-919D-1008D3345536}" type="datetime1">
              <a:rPr lang="sv-SE" smtClean="0"/>
              <a:t>2025-08-25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BA/GF/TD | Department name | Document name/Issuer | Classification</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938704"/>
            <a:ext cx="10658475" cy="493200"/>
          </a:xfrm>
        </p:spPr>
        <p:txBody>
          <a:bodyPr wrap="square" anchor="b" anchorCtr="0"/>
          <a:lstStyle>
            <a:lvl1pPr>
              <a:defRPr/>
            </a:lvl1pPr>
          </a:lstStyle>
          <a:p>
            <a:r>
              <a:rPr lang="en-US"/>
              <a:t>Insert headline on maximum one line</a:t>
            </a:r>
          </a:p>
        </p:txBody>
      </p:sp>
      <p:sp>
        <p:nvSpPr>
          <p:cNvPr id="11" name="Text Placeholder 10">
            <a:extLst>
              <a:ext uri="{FF2B5EF4-FFF2-40B4-BE49-F238E27FC236}">
                <a16:creationId xmlns:a16="http://schemas.microsoft.com/office/drawing/2014/main" id="{1870C302-6050-4DB1-90EC-C732F2636C4E}"/>
              </a:ext>
            </a:extLst>
          </p:cNvPr>
          <p:cNvSpPr>
            <a:spLocks noGrp="1"/>
          </p:cNvSpPr>
          <p:nvPr>
            <p:ph type="body" sz="quarter" idx="14" hasCustomPrompt="1"/>
          </p:nvPr>
        </p:nvSpPr>
        <p:spPr>
          <a:xfrm>
            <a:off x="766763" y="1457437"/>
            <a:ext cx="10658475" cy="324000"/>
          </a:xfrm>
        </p:spPr>
        <p:txBody>
          <a:bodyPr lIns="0" tIns="0"/>
          <a:lstStyle>
            <a:lvl1pPr marL="0" indent="0">
              <a:buFontTx/>
              <a:buNone/>
              <a:defRPr sz="2000">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36" name="Text Placeholder 6">
            <a:extLst>
              <a:ext uri="{FF2B5EF4-FFF2-40B4-BE49-F238E27FC236}">
                <a16:creationId xmlns:a16="http://schemas.microsoft.com/office/drawing/2014/main" id="{64A24264-54D8-461D-8B2E-876977318CDE}"/>
              </a:ext>
            </a:extLst>
          </p:cNvPr>
          <p:cNvSpPr>
            <a:spLocks noGrp="1"/>
          </p:cNvSpPr>
          <p:nvPr>
            <p:ph type="body" sz="quarter" idx="55" hasCustomPrompt="1"/>
          </p:nvPr>
        </p:nvSpPr>
        <p:spPr>
          <a:xfrm>
            <a:off x="766763" y="4463894"/>
            <a:ext cx="2457204" cy="555520"/>
          </a:xfrm>
        </p:spPr>
        <p:txBody>
          <a:bodyPr tIns="0" anchor="t" anchorCtr="0">
            <a:noAutofit/>
          </a:bodyPr>
          <a:lstStyle>
            <a:lvl1pPr marL="0" indent="0" algn="ctr">
              <a:lnSpc>
                <a:spcPct val="114000"/>
              </a:lnSpc>
              <a:spcBef>
                <a:spcPts val="0"/>
              </a:spcBef>
              <a:buFontTx/>
              <a:buNone/>
              <a:defRPr sz="1600" b="1">
                <a:latin typeface="+mj-lt"/>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 </a:t>
            </a:r>
            <a:br>
              <a:rPr lang="en-US"/>
            </a:br>
            <a:r>
              <a:rPr lang="en-US"/>
              <a:t>(max two rows)</a:t>
            </a:r>
          </a:p>
        </p:txBody>
      </p:sp>
      <p:sp>
        <p:nvSpPr>
          <p:cNvPr id="37" name="Text Placeholder 6">
            <a:extLst>
              <a:ext uri="{FF2B5EF4-FFF2-40B4-BE49-F238E27FC236}">
                <a16:creationId xmlns:a16="http://schemas.microsoft.com/office/drawing/2014/main" id="{FEF09CE1-0835-4758-9704-F4984A18FFD6}"/>
              </a:ext>
            </a:extLst>
          </p:cNvPr>
          <p:cNvSpPr>
            <a:spLocks noGrp="1"/>
          </p:cNvSpPr>
          <p:nvPr>
            <p:ph type="body" sz="quarter" idx="56" hasCustomPrompt="1"/>
          </p:nvPr>
        </p:nvSpPr>
        <p:spPr>
          <a:xfrm>
            <a:off x="3481683" y="5048055"/>
            <a:ext cx="2457204" cy="965364"/>
          </a:xfrm>
        </p:spPr>
        <p:txBody>
          <a:bodyPr>
            <a:noAutofit/>
          </a:bodyPr>
          <a:lstStyle>
            <a:lvl1pPr marL="0" indent="0" algn="ctr">
              <a:lnSpc>
                <a:spcPct val="114000"/>
              </a:lnSpc>
              <a:buFontTx/>
              <a:buNone/>
              <a:defRPr sz="14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a:t>
            </a:r>
          </a:p>
        </p:txBody>
      </p:sp>
      <p:sp>
        <p:nvSpPr>
          <p:cNvPr id="38" name="Text Placeholder 6">
            <a:extLst>
              <a:ext uri="{FF2B5EF4-FFF2-40B4-BE49-F238E27FC236}">
                <a16:creationId xmlns:a16="http://schemas.microsoft.com/office/drawing/2014/main" id="{6FD2973F-9F88-4FBD-B13A-3EA05952464E}"/>
              </a:ext>
            </a:extLst>
          </p:cNvPr>
          <p:cNvSpPr>
            <a:spLocks noGrp="1"/>
          </p:cNvSpPr>
          <p:nvPr>
            <p:ph type="body" sz="quarter" idx="57" hasCustomPrompt="1"/>
          </p:nvPr>
        </p:nvSpPr>
        <p:spPr>
          <a:xfrm>
            <a:off x="3481683" y="4463894"/>
            <a:ext cx="2457204" cy="555520"/>
          </a:xfrm>
        </p:spPr>
        <p:txBody>
          <a:bodyPr tIns="0" anchor="t" anchorCtr="0">
            <a:noAutofit/>
          </a:bodyPr>
          <a:lstStyle>
            <a:lvl1pPr marL="0" indent="0" algn="ctr">
              <a:lnSpc>
                <a:spcPct val="114000"/>
              </a:lnSpc>
              <a:spcBef>
                <a:spcPts val="0"/>
              </a:spcBef>
              <a:buFontTx/>
              <a:buNone/>
              <a:defRPr sz="1600" b="1">
                <a:latin typeface="+mj-lt"/>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 </a:t>
            </a:r>
            <a:br>
              <a:rPr lang="en-US"/>
            </a:br>
            <a:r>
              <a:rPr lang="en-US"/>
              <a:t>(max two rows)</a:t>
            </a:r>
          </a:p>
        </p:txBody>
      </p:sp>
      <p:sp>
        <p:nvSpPr>
          <p:cNvPr id="39" name="Text Placeholder 6">
            <a:extLst>
              <a:ext uri="{FF2B5EF4-FFF2-40B4-BE49-F238E27FC236}">
                <a16:creationId xmlns:a16="http://schemas.microsoft.com/office/drawing/2014/main" id="{F7B8F22C-8013-4700-A3F7-E7E7C72EEA2E}"/>
              </a:ext>
            </a:extLst>
          </p:cNvPr>
          <p:cNvSpPr>
            <a:spLocks noGrp="1"/>
          </p:cNvSpPr>
          <p:nvPr>
            <p:ph type="body" sz="quarter" idx="58" hasCustomPrompt="1"/>
          </p:nvPr>
        </p:nvSpPr>
        <p:spPr>
          <a:xfrm>
            <a:off x="6229596" y="5048055"/>
            <a:ext cx="2457204" cy="965364"/>
          </a:xfrm>
        </p:spPr>
        <p:txBody>
          <a:bodyPr>
            <a:noAutofit/>
          </a:bodyPr>
          <a:lstStyle>
            <a:lvl1pPr marL="0" indent="0" algn="ctr">
              <a:lnSpc>
                <a:spcPct val="114000"/>
              </a:lnSpc>
              <a:buFontTx/>
              <a:buNone/>
              <a:defRPr sz="14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a:t>
            </a:r>
          </a:p>
        </p:txBody>
      </p:sp>
      <p:sp>
        <p:nvSpPr>
          <p:cNvPr id="40" name="Text Placeholder 6">
            <a:extLst>
              <a:ext uri="{FF2B5EF4-FFF2-40B4-BE49-F238E27FC236}">
                <a16:creationId xmlns:a16="http://schemas.microsoft.com/office/drawing/2014/main" id="{C290C505-57DD-4CA4-81F5-D1AAFC3925C9}"/>
              </a:ext>
            </a:extLst>
          </p:cNvPr>
          <p:cNvSpPr>
            <a:spLocks noGrp="1"/>
          </p:cNvSpPr>
          <p:nvPr>
            <p:ph type="body" sz="quarter" idx="59" hasCustomPrompt="1"/>
          </p:nvPr>
        </p:nvSpPr>
        <p:spPr>
          <a:xfrm>
            <a:off x="6229596" y="4463894"/>
            <a:ext cx="2457204" cy="555520"/>
          </a:xfrm>
        </p:spPr>
        <p:txBody>
          <a:bodyPr tIns="0" anchor="t" anchorCtr="0">
            <a:noAutofit/>
          </a:bodyPr>
          <a:lstStyle>
            <a:lvl1pPr marL="0" indent="0" algn="ctr">
              <a:lnSpc>
                <a:spcPct val="114000"/>
              </a:lnSpc>
              <a:spcBef>
                <a:spcPts val="0"/>
              </a:spcBef>
              <a:buFontTx/>
              <a:buNone/>
              <a:defRPr sz="1600" b="1">
                <a:latin typeface="+mj-lt"/>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 </a:t>
            </a:r>
            <a:br>
              <a:rPr lang="en-US"/>
            </a:br>
            <a:r>
              <a:rPr lang="en-US"/>
              <a:t>(max two rows)</a:t>
            </a:r>
          </a:p>
        </p:txBody>
      </p:sp>
      <p:sp>
        <p:nvSpPr>
          <p:cNvPr id="41" name="Text Placeholder 6">
            <a:extLst>
              <a:ext uri="{FF2B5EF4-FFF2-40B4-BE49-F238E27FC236}">
                <a16:creationId xmlns:a16="http://schemas.microsoft.com/office/drawing/2014/main" id="{24BE01EB-413D-438E-BACF-1DE6C6485EE8}"/>
              </a:ext>
            </a:extLst>
          </p:cNvPr>
          <p:cNvSpPr>
            <a:spLocks noGrp="1"/>
          </p:cNvSpPr>
          <p:nvPr>
            <p:ph type="body" sz="quarter" idx="60" hasCustomPrompt="1"/>
          </p:nvPr>
        </p:nvSpPr>
        <p:spPr>
          <a:xfrm>
            <a:off x="9002851" y="5048055"/>
            <a:ext cx="2457204" cy="965364"/>
          </a:xfrm>
        </p:spPr>
        <p:txBody>
          <a:bodyPr>
            <a:noAutofit/>
          </a:bodyPr>
          <a:lstStyle>
            <a:lvl1pPr marL="0" indent="0" algn="ctr">
              <a:lnSpc>
                <a:spcPct val="114000"/>
              </a:lnSpc>
              <a:buFontTx/>
              <a:buNone/>
              <a:defRPr sz="14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a:t>
            </a:r>
          </a:p>
        </p:txBody>
      </p:sp>
      <p:sp>
        <p:nvSpPr>
          <p:cNvPr id="42" name="Text Placeholder 6">
            <a:extLst>
              <a:ext uri="{FF2B5EF4-FFF2-40B4-BE49-F238E27FC236}">
                <a16:creationId xmlns:a16="http://schemas.microsoft.com/office/drawing/2014/main" id="{06885BC2-38AA-411B-8E8E-648B7B3F5687}"/>
              </a:ext>
            </a:extLst>
          </p:cNvPr>
          <p:cNvSpPr>
            <a:spLocks noGrp="1"/>
          </p:cNvSpPr>
          <p:nvPr>
            <p:ph type="body" sz="quarter" idx="61" hasCustomPrompt="1"/>
          </p:nvPr>
        </p:nvSpPr>
        <p:spPr>
          <a:xfrm>
            <a:off x="9002851" y="4463894"/>
            <a:ext cx="2457204" cy="555520"/>
          </a:xfrm>
        </p:spPr>
        <p:txBody>
          <a:bodyPr tIns="0" anchor="t" anchorCtr="0">
            <a:noAutofit/>
          </a:bodyPr>
          <a:lstStyle>
            <a:lvl1pPr marL="0" indent="0" algn="ctr">
              <a:lnSpc>
                <a:spcPct val="114000"/>
              </a:lnSpc>
              <a:spcBef>
                <a:spcPts val="0"/>
              </a:spcBef>
              <a:buFontTx/>
              <a:buNone/>
              <a:defRPr sz="1600" b="1">
                <a:latin typeface="+mj-lt"/>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 </a:t>
            </a:r>
            <a:br>
              <a:rPr lang="en-US"/>
            </a:br>
            <a:r>
              <a:rPr lang="en-US"/>
              <a:t>(max two rows)</a:t>
            </a:r>
          </a:p>
        </p:txBody>
      </p:sp>
      <p:sp>
        <p:nvSpPr>
          <p:cNvPr id="5" name="Text Placeholder 6">
            <a:extLst>
              <a:ext uri="{FF2B5EF4-FFF2-40B4-BE49-F238E27FC236}">
                <a16:creationId xmlns:a16="http://schemas.microsoft.com/office/drawing/2014/main" id="{CF7767D9-C73C-9A04-A4B3-B1E38A46F4D1}"/>
              </a:ext>
            </a:extLst>
          </p:cNvPr>
          <p:cNvSpPr>
            <a:spLocks noGrp="1"/>
          </p:cNvSpPr>
          <p:nvPr>
            <p:ph type="body" sz="quarter" idx="62" hasCustomPrompt="1"/>
          </p:nvPr>
        </p:nvSpPr>
        <p:spPr>
          <a:xfrm>
            <a:off x="6088141" y="4705814"/>
            <a:ext cx="7200" cy="1318521"/>
          </a:xfrm>
          <a:solidFill>
            <a:schemeClr val="accent2"/>
          </a:solidFill>
        </p:spPr>
        <p:txBody>
          <a:bodyPr>
            <a:noAutofit/>
          </a:bodyPr>
          <a:lstStyle>
            <a:lvl1pPr marL="0" indent="0" algn="ctr">
              <a:lnSpc>
                <a:spcPct val="114000"/>
              </a:lnSpc>
              <a:buFontTx/>
              <a:buNone/>
              <a:defRPr sz="100">
                <a:solidFill>
                  <a:schemeClr val="tx1">
                    <a:alpha val="0"/>
                  </a:schemeClr>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 </a:t>
            </a:r>
          </a:p>
        </p:txBody>
      </p:sp>
      <p:sp>
        <p:nvSpPr>
          <p:cNvPr id="8" name="Text Placeholder 6">
            <a:extLst>
              <a:ext uri="{FF2B5EF4-FFF2-40B4-BE49-F238E27FC236}">
                <a16:creationId xmlns:a16="http://schemas.microsoft.com/office/drawing/2014/main" id="{310656ED-368C-A990-8AFE-271807743B68}"/>
              </a:ext>
            </a:extLst>
          </p:cNvPr>
          <p:cNvSpPr>
            <a:spLocks noGrp="1"/>
          </p:cNvSpPr>
          <p:nvPr>
            <p:ph type="body" sz="quarter" idx="63" hasCustomPrompt="1"/>
          </p:nvPr>
        </p:nvSpPr>
        <p:spPr>
          <a:xfrm>
            <a:off x="3345857" y="4705814"/>
            <a:ext cx="7200" cy="1318521"/>
          </a:xfrm>
          <a:solidFill>
            <a:schemeClr val="accent2"/>
          </a:solidFill>
        </p:spPr>
        <p:txBody>
          <a:bodyPr>
            <a:noAutofit/>
          </a:bodyPr>
          <a:lstStyle>
            <a:lvl1pPr marL="0" indent="0" algn="ctr">
              <a:lnSpc>
                <a:spcPct val="114000"/>
              </a:lnSpc>
              <a:buFontTx/>
              <a:buNone/>
              <a:defRPr sz="100">
                <a:solidFill>
                  <a:schemeClr val="tx1">
                    <a:alpha val="0"/>
                  </a:schemeClr>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 </a:t>
            </a:r>
          </a:p>
        </p:txBody>
      </p:sp>
      <p:sp>
        <p:nvSpPr>
          <p:cNvPr id="9" name="Text Placeholder 6">
            <a:extLst>
              <a:ext uri="{FF2B5EF4-FFF2-40B4-BE49-F238E27FC236}">
                <a16:creationId xmlns:a16="http://schemas.microsoft.com/office/drawing/2014/main" id="{6783C0C8-F18F-DDC2-CB28-A6F72AB42713}"/>
              </a:ext>
            </a:extLst>
          </p:cNvPr>
          <p:cNvSpPr>
            <a:spLocks noGrp="1"/>
          </p:cNvSpPr>
          <p:nvPr>
            <p:ph type="body" sz="quarter" idx="64" hasCustomPrompt="1"/>
          </p:nvPr>
        </p:nvSpPr>
        <p:spPr>
          <a:xfrm>
            <a:off x="8837625" y="4705814"/>
            <a:ext cx="7200" cy="1318521"/>
          </a:xfrm>
          <a:solidFill>
            <a:schemeClr val="accent2"/>
          </a:solidFill>
        </p:spPr>
        <p:txBody>
          <a:bodyPr>
            <a:noAutofit/>
          </a:bodyPr>
          <a:lstStyle>
            <a:lvl1pPr marL="0" indent="0" algn="ctr">
              <a:lnSpc>
                <a:spcPct val="114000"/>
              </a:lnSpc>
              <a:buFontTx/>
              <a:buNone/>
              <a:defRPr sz="100">
                <a:solidFill>
                  <a:schemeClr val="tx1">
                    <a:alpha val="0"/>
                  </a:schemeClr>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 </a:t>
            </a:r>
          </a:p>
        </p:txBody>
      </p:sp>
    </p:spTree>
    <p:extLst>
      <p:ext uri="{BB962C8B-B14F-4D97-AF65-F5344CB8AC3E}">
        <p14:creationId xmlns:p14="http://schemas.microsoft.com/office/powerpoint/2010/main" val="317867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11 Content – 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BCEC5F-5A41-204C-BA25-9D801C2D0DE2}"/>
              </a:ext>
            </a:extLst>
          </p:cNvPr>
          <p:cNvSpPr>
            <a:spLocks noGrp="1"/>
          </p:cNvSpPr>
          <p:nvPr>
            <p:ph type="dt" sz="half" idx="10"/>
          </p:nvPr>
        </p:nvSpPr>
        <p:spPr/>
        <p:txBody>
          <a:bodyPr/>
          <a:lstStyle/>
          <a:p>
            <a:fld id="{C411DF0F-92C8-4BC4-87FC-CE4531B2D45A}" type="datetime1">
              <a:rPr lang="sv-SE" smtClean="0"/>
              <a:t>2025-08-25</a:t>
            </a:fld>
            <a:endParaRPr lang="en-US"/>
          </a:p>
        </p:txBody>
      </p:sp>
      <p:sp>
        <p:nvSpPr>
          <p:cNvPr id="3" name="Footer Placeholder 2">
            <a:extLst>
              <a:ext uri="{FF2B5EF4-FFF2-40B4-BE49-F238E27FC236}">
                <a16:creationId xmlns:a16="http://schemas.microsoft.com/office/drawing/2014/main" id="{7E77DD3D-672A-FE4F-ACE9-A06A058BB8B5}"/>
              </a:ext>
            </a:extLst>
          </p:cNvPr>
          <p:cNvSpPr>
            <a:spLocks noGrp="1"/>
          </p:cNvSpPr>
          <p:nvPr>
            <p:ph type="ftr" sz="quarter" idx="11"/>
          </p:nvPr>
        </p:nvSpPr>
        <p:spPr/>
        <p:txBody>
          <a:bodyPr/>
          <a:lstStyle/>
          <a:p>
            <a:r>
              <a:rPr lang="en-US"/>
              <a:t>BA/GF/TD | Department name | Document name/Issuer | Classification</a:t>
            </a:r>
          </a:p>
        </p:txBody>
      </p:sp>
      <p:sp>
        <p:nvSpPr>
          <p:cNvPr id="5" name="Slide Number Placeholder 4">
            <a:extLst>
              <a:ext uri="{FF2B5EF4-FFF2-40B4-BE49-F238E27FC236}">
                <a16:creationId xmlns:a16="http://schemas.microsoft.com/office/drawing/2014/main" id="{8216A3F2-3D9F-6741-A9EE-0BA3021073B1}"/>
              </a:ext>
            </a:extLst>
          </p:cNvPr>
          <p:cNvSpPr>
            <a:spLocks noGrp="1"/>
          </p:cNvSpPr>
          <p:nvPr>
            <p:ph type="sldNum" sz="quarter" idx="12"/>
          </p:nvPr>
        </p:nvSpPr>
        <p:spPr/>
        <p:txBody>
          <a:bodyPr/>
          <a:lstStyle/>
          <a:p>
            <a:fld id="{F4BB9EDD-1740-4E4A-8601-A7D0893F42E6}" type="slidenum">
              <a:rPr lang="en-US" smtClean="0"/>
              <a:pPr/>
              <a:t>‹#›</a:t>
            </a:fld>
            <a:endParaRPr lang="en-US"/>
          </a:p>
        </p:txBody>
      </p:sp>
    </p:spTree>
    <p:extLst>
      <p:ext uri="{BB962C8B-B14F-4D97-AF65-F5344CB8AC3E}">
        <p14:creationId xmlns:p14="http://schemas.microsoft.com/office/powerpoint/2010/main" val="325119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12 Content – 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BCEC5F-5A41-204C-BA25-9D801C2D0DE2}"/>
              </a:ext>
            </a:extLst>
          </p:cNvPr>
          <p:cNvSpPr>
            <a:spLocks noGrp="1"/>
          </p:cNvSpPr>
          <p:nvPr>
            <p:ph type="dt" sz="half" idx="10"/>
          </p:nvPr>
        </p:nvSpPr>
        <p:spPr/>
        <p:txBody>
          <a:bodyPr/>
          <a:lstStyle/>
          <a:p>
            <a:fld id="{70CCE120-E727-4B19-B8F4-EAAD0FD1147E}" type="datetime1">
              <a:rPr lang="sv-SE" smtClean="0"/>
              <a:t>2025-08-25</a:t>
            </a:fld>
            <a:endParaRPr lang="en-US"/>
          </a:p>
        </p:txBody>
      </p:sp>
      <p:sp>
        <p:nvSpPr>
          <p:cNvPr id="3" name="Footer Placeholder 2">
            <a:extLst>
              <a:ext uri="{FF2B5EF4-FFF2-40B4-BE49-F238E27FC236}">
                <a16:creationId xmlns:a16="http://schemas.microsoft.com/office/drawing/2014/main" id="{7E77DD3D-672A-FE4F-ACE9-A06A058BB8B5}"/>
              </a:ext>
            </a:extLst>
          </p:cNvPr>
          <p:cNvSpPr>
            <a:spLocks noGrp="1"/>
          </p:cNvSpPr>
          <p:nvPr>
            <p:ph type="ftr" sz="quarter" idx="11"/>
          </p:nvPr>
        </p:nvSpPr>
        <p:spPr/>
        <p:txBody>
          <a:bodyPr/>
          <a:lstStyle/>
          <a:p>
            <a:r>
              <a:rPr lang="en-US"/>
              <a:t>BA/GF/TD | Department name | Document name/Issuer | Classification</a:t>
            </a:r>
          </a:p>
        </p:txBody>
      </p:sp>
      <p:sp>
        <p:nvSpPr>
          <p:cNvPr id="5" name="Slide Number Placeholder 4">
            <a:extLst>
              <a:ext uri="{FF2B5EF4-FFF2-40B4-BE49-F238E27FC236}">
                <a16:creationId xmlns:a16="http://schemas.microsoft.com/office/drawing/2014/main" id="{8216A3F2-3D9F-6741-A9EE-0BA3021073B1}"/>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ext Placeholder 10">
            <a:extLst>
              <a:ext uri="{FF2B5EF4-FFF2-40B4-BE49-F238E27FC236}">
                <a16:creationId xmlns:a16="http://schemas.microsoft.com/office/drawing/2014/main" id="{61A70294-B9EF-4EC7-85A6-7DDD1070A732}"/>
              </a:ext>
            </a:extLst>
          </p:cNvPr>
          <p:cNvSpPr>
            <a:spLocks noGrp="1"/>
          </p:cNvSpPr>
          <p:nvPr>
            <p:ph type="body" sz="quarter" idx="14" hasCustomPrompt="1"/>
          </p:nvPr>
        </p:nvSpPr>
        <p:spPr>
          <a:xfrm>
            <a:off x="766763" y="1457437"/>
            <a:ext cx="10658475" cy="324000"/>
          </a:xfrm>
        </p:spPr>
        <p:txBody>
          <a:bodyPr lIns="0" tIns="0"/>
          <a:lstStyle>
            <a:lvl1pPr marL="0" indent="0">
              <a:buFontTx/>
              <a:buNone/>
              <a:defRPr sz="2000">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7" name="Title 6">
            <a:extLst>
              <a:ext uri="{FF2B5EF4-FFF2-40B4-BE49-F238E27FC236}">
                <a16:creationId xmlns:a16="http://schemas.microsoft.com/office/drawing/2014/main" id="{F73D995C-F428-43C3-B49C-3AD7065F77C8}"/>
              </a:ext>
            </a:extLst>
          </p:cNvPr>
          <p:cNvSpPr>
            <a:spLocks noGrp="1"/>
          </p:cNvSpPr>
          <p:nvPr>
            <p:ph type="title" hasCustomPrompt="1"/>
          </p:nvPr>
        </p:nvSpPr>
        <p:spPr>
          <a:xfrm>
            <a:off x="766763" y="938704"/>
            <a:ext cx="10658475" cy="493200"/>
          </a:xfrm>
        </p:spPr>
        <p:txBody>
          <a:bodyPr wrap="square" anchor="b" anchorCtr="0"/>
          <a:lstStyle>
            <a:lvl1pPr>
              <a:defRPr/>
            </a:lvl1pPr>
          </a:lstStyle>
          <a:p>
            <a:r>
              <a:rPr lang="en-US"/>
              <a:t>Insert headline on maximum one line</a:t>
            </a:r>
          </a:p>
        </p:txBody>
      </p:sp>
    </p:spTree>
    <p:extLst>
      <p:ext uri="{BB962C8B-B14F-4D97-AF65-F5344CB8AC3E}">
        <p14:creationId xmlns:p14="http://schemas.microsoft.com/office/powerpoint/2010/main" val="1178883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12.1 Content - Title and 2 column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612000" y="2133600"/>
            <a:ext cx="5090400" cy="3887788"/>
          </a:xfrm>
        </p:spPr>
        <p:txBody>
          <a:body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D27ABFF9-DAE0-44DF-8419-8E0C3B73B943}" type="datetime1">
              <a:rPr lang="sv-SE" smtClean="0"/>
              <a:t>2025-08-25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BA/GF/TD | Department name | Document name/Issuer | Classification</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11" name="Text Placeholder 10">
            <a:extLst>
              <a:ext uri="{FF2B5EF4-FFF2-40B4-BE49-F238E27FC236}">
                <a16:creationId xmlns:a16="http://schemas.microsoft.com/office/drawing/2014/main" id="{1870C302-6050-4DB1-90EC-C732F2636C4E}"/>
              </a:ext>
            </a:extLst>
          </p:cNvPr>
          <p:cNvSpPr>
            <a:spLocks noGrp="1"/>
          </p:cNvSpPr>
          <p:nvPr>
            <p:ph type="body" sz="quarter" idx="14" hasCustomPrompt="1"/>
          </p:nvPr>
        </p:nvSpPr>
        <p:spPr>
          <a:xfrm>
            <a:off x="766763" y="1457437"/>
            <a:ext cx="10658475" cy="324000"/>
          </a:xfrm>
        </p:spPr>
        <p:txBody>
          <a:bodyPr lIns="0" tIns="0"/>
          <a:lstStyle>
            <a:lvl1pPr marL="0" indent="0">
              <a:buFontTx/>
              <a:buNone/>
              <a:defRPr sz="2000">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5" name="Title 4">
            <a:extLst>
              <a:ext uri="{FF2B5EF4-FFF2-40B4-BE49-F238E27FC236}">
                <a16:creationId xmlns:a16="http://schemas.microsoft.com/office/drawing/2014/main" id="{839CA0AD-E15C-FF0B-31DF-7DB280BC7E9B}"/>
              </a:ext>
            </a:extLst>
          </p:cNvPr>
          <p:cNvSpPr>
            <a:spLocks noGrp="1"/>
          </p:cNvSpPr>
          <p:nvPr>
            <p:ph type="title" hasCustomPrompt="1"/>
          </p:nvPr>
        </p:nvSpPr>
        <p:spPr>
          <a:xfrm>
            <a:off x="766763" y="938704"/>
            <a:ext cx="10658475" cy="493200"/>
          </a:xfrm>
        </p:spPr>
        <p:txBody>
          <a:bodyPr wrap="square" anchor="b" anchorCtr="0"/>
          <a:lstStyle/>
          <a:p>
            <a:r>
              <a:rPr lang="en-US"/>
              <a:t>Insert headline</a:t>
            </a:r>
          </a:p>
        </p:txBody>
      </p:sp>
      <p:sp>
        <p:nvSpPr>
          <p:cNvPr id="6" name="Text Placeholder 6">
            <a:extLst>
              <a:ext uri="{FF2B5EF4-FFF2-40B4-BE49-F238E27FC236}">
                <a16:creationId xmlns:a16="http://schemas.microsoft.com/office/drawing/2014/main" id="{58A3891C-D3E4-8C9D-3DCC-18DACEBB7FBF}"/>
              </a:ext>
            </a:extLst>
          </p:cNvPr>
          <p:cNvSpPr>
            <a:spLocks noGrp="1"/>
          </p:cNvSpPr>
          <p:nvPr>
            <p:ph type="body" sz="quarter" idx="22"/>
          </p:nvPr>
        </p:nvSpPr>
        <p:spPr>
          <a:xfrm>
            <a:off x="6334838" y="2133600"/>
            <a:ext cx="5090400" cy="3887788"/>
          </a:xfrm>
        </p:spPr>
        <p:txBody>
          <a:body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13930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793">
          <p15:clr>
            <a:srgbClr val="FBAE40"/>
          </p15:clr>
        </p15:guide>
        <p15:guide id="2" orient="horz" pos="134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12.2 Content - Title and 3 column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612000" y="2133600"/>
            <a:ext cx="3384000" cy="3887788"/>
          </a:xfrm>
        </p:spPr>
        <p:txBody>
          <a:body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792C01FE-B4F0-4F17-B643-587A9BAACA7C}" type="datetime1">
              <a:rPr lang="sv-SE" smtClean="0"/>
              <a:t>2025-08-25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BA/GF/TD | Department name | Document name/Issuer | Classification</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11" name="Text Placeholder 10">
            <a:extLst>
              <a:ext uri="{FF2B5EF4-FFF2-40B4-BE49-F238E27FC236}">
                <a16:creationId xmlns:a16="http://schemas.microsoft.com/office/drawing/2014/main" id="{1870C302-6050-4DB1-90EC-C732F2636C4E}"/>
              </a:ext>
            </a:extLst>
          </p:cNvPr>
          <p:cNvSpPr>
            <a:spLocks noGrp="1"/>
          </p:cNvSpPr>
          <p:nvPr>
            <p:ph type="body" sz="quarter" idx="14" hasCustomPrompt="1"/>
          </p:nvPr>
        </p:nvSpPr>
        <p:spPr>
          <a:xfrm>
            <a:off x="766763" y="1457437"/>
            <a:ext cx="10658475" cy="324000"/>
          </a:xfrm>
        </p:spPr>
        <p:txBody>
          <a:bodyPr lIns="0" tIns="0"/>
          <a:lstStyle>
            <a:lvl1pPr marL="0" indent="0">
              <a:buFontTx/>
              <a:buNone/>
              <a:defRPr sz="2000">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5" name="Title 4">
            <a:extLst>
              <a:ext uri="{FF2B5EF4-FFF2-40B4-BE49-F238E27FC236}">
                <a16:creationId xmlns:a16="http://schemas.microsoft.com/office/drawing/2014/main" id="{839CA0AD-E15C-FF0B-31DF-7DB280BC7E9B}"/>
              </a:ext>
            </a:extLst>
          </p:cNvPr>
          <p:cNvSpPr>
            <a:spLocks noGrp="1"/>
          </p:cNvSpPr>
          <p:nvPr>
            <p:ph type="title" hasCustomPrompt="1"/>
          </p:nvPr>
        </p:nvSpPr>
        <p:spPr>
          <a:xfrm>
            <a:off x="766763" y="938704"/>
            <a:ext cx="10658475" cy="493200"/>
          </a:xfrm>
        </p:spPr>
        <p:txBody>
          <a:bodyPr wrap="square" anchor="b" anchorCtr="0"/>
          <a:lstStyle/>
          <a:p>
            <a:r>
              <a:rPr lang="en-US"/>
              <a:t>Insert headline</a:t>
            </a:r>
          </a:p>
        </p:txBody>
      </p:sp>
      <p:sp>
        <p:nvSpPr>
          <p:cNvPr id="6" name="Text Placeholder 6">
            <a:extLst>
              <a:ext uri="{FF2B5EF4-FFF2-40B4-BE49-F238E27FC236}">
                <a16:creationId xmlns:a16="http://schemas.microsoft.com/office/drawing/2014/main" id="{58A3891C-D3E4-8C9D-3DCC-18DACEBB7FBF}"/>
              </a:ext>
            </a:extLst>
          </p:cNvPr>
          <p:cNvSpPr>
            <a:spLocks noGrp="1"/>
          </p:cNvSpPr>
          <p:nvPr>
            <p:ph type="body" sz="quarter" idx="22"/>
          </p:nvPr>
        </p:nvSpPr>
        <p:spPr>
          <a:xfrm>
            <a:off x="4326619" y="2133600"/>
            <a:ext cx="3384000" cy="3887788"/>
          </a:xfrm>
        </p:spPr>
        <p:txBody>
          <a:bodyPr/>
          <a:lstStyle/>
          <a:p>
            <a:pPr lvl="0"/>
            <a:r>
              <a:rPr lang="en-US"/>
              <a:t>Click to edit Master text styles</a:t>
            </a:r>
          </a:p>
          <a:p>
            <a:pPr lvl="1"/>
            <a:r>
              <a:rPr lang="en-US"/>
              <a:t>Second level</a:t>
            </a:r>
          </a:p>
        </p:txBody>
      </p:sp>
      <p:sp>
        <p:nvSpPr>
          <p:cNvPr id="9" name="Text Placeholder 6">
            <a:extLst>
              <a:ext uri="{FF2B5EF4-FFF2-40B4-BE49-F238E27FC236}">
                <a16:creationId xmlns:a16="http://schemas.microsoft.com/office/drawing/2014/main" id="{135DCE7F-B0EC-BA8C-1A4E-C75AD6D2A86A}"/>
              </a:ext>
            </a:extLst>
          </p:cNvPr>
          <p:cNvSpPr>
            <a:spLocks noGrp="1"/>
          </p:cNvSpPr>
          <p:nvPr>
            <p:ph type="body" sz="quarter" idx="23"/>
          </p:nvPr>
        </p:nvSpPr>
        <p:spPr>
          <a:xfrm>
            <a:off x="8041238" y="2133600"/>
            <a:ext cx="3384000" cy="3887788"/>
          </a:xfrm>
        </p:spPr>
        <p:txBody>
          <a:body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39354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793">
          <p15:clr>
            <a:srgbClr val="FBAE40"/>
          </p15:clr>
        </p15:guide>
        <p15:guide id="2" orient="horz" pos="134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13 Content - Light fullscreen picture">
    <p:bg>
      <p:bgPr>
        <a:solidFill>
          <a:schemeClr val="bg1"/>
        </a:solidFill>
        <a:effectLst/>
      </p:bgPr>
    </p:bg>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tx1">
                    <a:alpha val="0"/>
                  </a:schemeClr>
                </a:solidFill>
              </a:defRPr>
            </a:lvl1pPr>
          </a:lstStyle>
          <a:p>
            <a:fld id="{A99E76A5-CB72-4C8A-B17B-65EC3F4299BA}" type="datetime1">
              <a:rPr lang="sv-SE" smtClean="0"/>
              <a:t>2025-08-25</a:t>
            </a:fld>
            <a:endParaRPr lang="en-US"/>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tx1">
                    <a:alpha val="0"/>
                  </a:schemeClr>
                </a:solidFill>
              </a:defRPr>
            </a:lvl1pPr>
          </a:lstStyle>
          <a:p>
            <a:r>
              <a:rPr lang="en-US"/>
              <a:t>BA/GF/TD | Department name | Document name/Issuer | Classification</a:t>
            </a:r>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tx1">
                    <a:alpha val="0"/>
                  </a:schemeClr>
                </a:solidFill>
              </a:defRPr>
            </a:lvl1pPr>
          </a:lstStyle>
          <a:p>
            <a:fld id="{F4BB9EDD-1740-4E4A-8601-A7D0893F42E6}" type="slidenum">
              <a:rPr lang="en-US" smtClean="0"/>
              <a:pPr/>
              <a:t>‹#›</a:t>
            </a:fld>
            <a:endParaRPr lang="en-US"/>
          </a:p>
        </p:txBody>
      </p:sp>
      <p:sp>
        <p:nvSpPr>
          <p:cNvPr id="11" name="Picture Placeholder 10">
            <a:extLst>
              <a:ext uri="{FF2B5EF4-FFF2-40B4-BE49-F238E27FC236}">
                <a16:creationId xmlns:a16="http://schemas.microsoft.com/office/drawing/2014/main" id="{FA5436DE-E10A-497F-8688-2023D41941B3}"/>
              </a:ext>
            </a:extLst>
          </p:cNvPr>
          <p:cNvSpPr>
            <a:spLocks noGrp="1"/>
          </p:cNvSpPr>
          <p:nvPr>
            <p:ph type="pic" sz="quarter" idx="20" hasCustomPrompt="1"/>
          </p:nvPr>
        </p:nvSpPr>
        <p:spPr>
          <a:xfrm>
            <a:off x="0" y="0"/>
            <a:ext cx="12192000" cy="6858000"/>
          </a:xfrm>
          <a:solidFill>
            <a:schemeClr val="bg1"/>
          </a:solidFill>
        </p:spPr>
        <p:txBody>
          <a:bodyPr tIns="288000" anchor="ctr" anchorCtr="0">
            <a:normAutofit/>
          </a:bodyPr>
          <a:lstStyle>
            <a:lvl1pPr marL="0" indent="0" algn="ctr">
              <a:buFontTx/>
              <a:buNone/>
              <a:defRPr sz="800"/>
            </a:lvl1pPr>
          </a:lstStyle>
          <a:p>
            <a:r>
              <a:rPr lang="en-US"/>
              <a:t> </a:t>
            </a:r>
          </a:p>
        </p:txBody>
      </p:sp>
      <p:sp>
        <p:nvSpPr>
          <p:cNvPr id="15" name="Logotype">
            <a:extLst>
              <a:ext uri="{FF2B5EF4-FFF2-40B4-BE49-F238E27FC236}">
                <a16:creationId xmlns:a16="http://schemas.microsoft.com/office/drawing/2014/main" id="{8F79D799-CE37-47DE-8CD8-97AEC0AA3951}"/>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118705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14 Content - Dark fullscreen picture">
    <p:bg>
      <p:bgPr>
        <a:solidFill>
          <a:schemeClr val="bg1"/>
        </a:solidFill>
        <a:effectLst/>
      </p:bgPr>
    </p:bg>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bg1">
                    <a:alpha val="0"/>
                  </a:schemeClr>
                </a:solidFill>
              </a:defRPr>
            </a:lvl1pPr>
          </a:lstStyle>
          <a:p>
            <a:fld id="{26E41922-616C-44D8-9C6E-545293C5DDC1}" type="datetime1">
              <a:rPr lang="sv-SE" smtClean="0"/>
              <a:t>2025-08-25</a:t>
            </a:fld>
            <a:endParaRPr lang="en-US"/>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bg1">
                    <a:alpha val="0"/>
                  </a:schemeClr>
                </a:solidFill>
              </a:defRPr>
            </a:lvl1pPr>
          </a:lstStyle>
          <a:p>
            <a:r>
              <a:rPr lang="en-US"/>
              <a:t>BA/GF/TD | Department name | Document name/Issuer | Classification</a:t>
            </a:r>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bg1">
                    <a:alpha val="0"/>
                  </a:schemeClr>
                </a:solidFill>
              </a:defRPr>
            </a:lvl1pPr>
          </a:lstStyle>
          <a:p>
            <a:fld id="{F4BB9EDD-1740-4E4A-8601-A7D0893F42E6}" type="slidenum">
              <a:rPr lang="en-US" smtClean="0"/>
              <a:pPr/>
              <a:t>‹#›</a:t>
            </a:fld>
            <a:endParaRPr lang="en-US"/>
          </a:p>
        </p:txBody>
      </p:sp>
      <p:sp>
        <p:nvSpPr>
          <p:cNvPr id="11" name="Picture Placeholder 10">
            <a:extLst>
              <a:ext uri="{FF2B5EF4-FFF2-40B4-BE49-F238E27FC236}">
                <a16:creationId xmlns:a16="http://schemas.microsoft.com/office/drawing/2014/main" id="{FA5436DE-E10A-497F-8688-2023D41941B3}"/>
              </a:ext>
            </a:extLst>
          </p:cNvPr>
          <p:cNvSpPr>
            <a:spLocks noGrp="1"/>
          </p:cNvSpPr>
          <p:nvPr>
            <p:ph type="pic" sz="quarter" idx="20" hasCustomPrompt="1"/>
          </p:nvPr>
        </p:nvSpPr>
        <p:spPr>
          <a:xfrm>
            <a:off x="0" y="0"/>
            <a:ext cx="12192000" cy="6858000"/>
          </a:xfrm>
          <a:solidFill>
            <a:srgbClr val="888B8D"/>
          </a:solidFill>
        </p:spPr>
        <p:txBody>
          <a:bodyPr tIns="288000" anchor="ctr" anchorCtr="0">
            <a:normAutofit/>
          </a:bodyPr>
          <a:lstStyle>
            <a:lvl1pPr marL="0" indent="0" algn="ctr">
              <a:buFontTx/>
              <a:buNone/>
              <a:defRPr sz="800"/>
            </a:lvl1pPr>
          </a:lstStyle>
          <a:p>
            <a:r>
              <a:rPr lang="en-US"/>
              <a:t> </a:t>
            </a:r>
          </a:p>
        </p:txBody>
      </p:sp>
      <p:sp>
        <p:nvSpPr>
          <p:cNvPr id="15" name="Logotype">
            <a:extLst>
              <a:ext uri="{FF2B5EF4-FFF2-40B4-BE49-F238E27FC236}">
                <a16:creationId xmlns:a16="http://schemas.microsoft.com/office/drawing/2014/main" id="{8F79D799-CE37-47DE-8CD8-97AEC0AA3951}"/>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612492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15 Content – Fullscreen film">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D03F538E-95EC-495D-954E-A04123A26491}" type="datetime1">
              <a:rPr lang="sv-SE" smtClean="0"/>
              <a:t>2025-08-25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BA/GF/TD | Department name | Document name/Issuer | Classification</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8" name="Media Placeholder 7">
            <a:extLst>
              <a:ext uri="{FF2B5EF4-FFF2-40B4-BE49-F238E27FC236}">
                <a16:creationId xmlns:a16="http://schemas.microsoft.com/office/drawing/2014/main" id="{57A958D1-B83F-4A8E-B08D-F0EAC069463E}"/>
              </a:ext>
            </a:extLst>
          </p:cNvPr>
          <p:cNvSpPr>
            <a:spLocks noGrp="1"/>
          </p:cNvSpPr>
          <p:nvPr>
            <p:ph type="media" sz="quarter" idx="13" hasCustomPrompt="1"/>
          </p:nvPr>
        </p:nvSpPr>
        <p:spPr>
          <a:xfrm>
            <a:off x="0" y="0"/>
            <a:ext cx="12192000" cy="6858000"/>
          </a:xfrm>
          <a:solidFill>
            <a:schemeClr val="bg1"/>
          </a:solidFill>
        </p:spPr>
        <p:txBody>
          <a:bodyPr tIns="504000" anchor="ctr" anchorCtr="0">
            <a:normAutofit/>
          </a:bodyPr>
          <a:lstStyle>
            <a:lvl1pPr marL="0" indent="0" algn="ctr">
              <a:buFontTx/>
              <a:buNone/>
              <a:defRPr sz="1000"/>
            </a:lvl1pPr>
          </a:lstStyle>
          <a:p>
            <a:r>
              <a:rPr lang="en-US"/>
              <a:t>Insert film</a:t>
            </a:r>
          </a:p>
        </p:txBody>
      </p:sp>
    </p:spTree>
    <p:extLst>
      <p:ext uri="{BB962C8B-B14F-4D97-AF65-F5344CB8AC3E}">
        <p14:creationId xmlns:p14="http://schemas.microsoft.com/office/powerpoint/2010/main" val="116810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16 Content – Fullscreen picture no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AF319618-4208-4926-A73F-346A64EC475B}" type="datetime1">
              <a:rPr lang="sv-SE" smtClean="0"/>
              <a:t>2025-08-25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BA/GF/TD | Department name | Document name/Issuer | Classification</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Picture Placeholder 5">
            <a:extLst>
              <a:ext uri="{FF2B5EF4-FFF2-40B4-BE49-F238E27FC236}">
                <a16:creationId xmlns:a16="http://schemas.microsoft.com/office/drawing/2014/main" id="{B998408D-CE75-486B-B626-6554EBEBAD95}"/>
              </a:ext>
            </a:extLst>
          </p:cNvPr>
          <p:cNvSpPr>
            <a:spLocks noGrp="1"/>
          </p:cNvSpPr>
          <p:nvPr>
            <p:ph type="pic" sz="quarter" idx="13" hasCustomPrompt="1"/>
          </p:nvPr>
        </p:nvSpPr>
        <p:spPr>
          <a:xfrm>
            <a:off x="0" y="0"/>
            <a:ext cx="12192000" cy="6858000"/>
          </a:xfrm>
          <a:solidFill>
            <a:schemeClr val="bg1"/>
          </a:solidFill>
        </p:spPr>
        <p:txBody>
          <a:bodyPr tIns="504000" anchor="ctr" anchorCtr="0">
            <a:normAutofit/>
          </a:bodyPr>
          <a:lstStyle>
            <a:lvl1pPr marL="0" indent="0" algn="ctr">
              <a:buFontTx/>
              <a:buNone/>
              <a:defRPr sz="1000"/>
            </a:lvl1pPr>
          </a:lstStyle>
          <a:p>
            <a:r>
              <a:rPr lang="en-US"/>
              <a:t>Insert picture</a:t>
            </a:r>
          </a:p>
        </p:txBody>
      </p:sp>
    </p:spTree>
    <p:extLst>
      <p:ext uri="{BB962C8B-B14F-4D97-AF65-F5344CB8AC3E}">
        <p14:creationId xmlns:p14="http://schemas.microsoft.com/office/powerpoint/2010/main" val="262974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1 Statement - Black text and light background">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A5436DE-E10A-497F-8688-2023D41941B3}"/>
              </a:ext>
            </a:extLst>
          </p:cNvPr>
          <p:cNvSpPr>
            <a:spLocks noGrp="1"/>
          </p:cNvSpPr>
          <p:nvPr>
            <p:ph type="pic" sz="quarter" idx="20" hasCustomPrompt="1"/>
          </p:nvPr>
        </p:nvSpPr>
        <p:spPr>
          <a:xfrm>
            <a:off x="0" y="0"/>
            <a:ext cx="12192000" cy="6858000"/>
          </a:xfrm>
        </p:spPr>
        <p:txBody>
          <a:bodyPr tIns="288000" anchor="ctr" anchorCtr="0">
            <a:normAutofit/>
          </a:bodyPr>
          <a:lstStyle>
            <a:lvl1pPr marL="0" indent="0" algn="ctr">
              <a:buFontTx/>
              <a:buNone/>
              <a:defRPr sz="800"/>
            </a:lvl1pPr>
          </a:lstStyle>
          <a:p>
            <a:r>
              <a:rPr lang="en-US"/>
              <a:t> </a:t>
            </a:r>
          </a:p>
        </p:txBody>
      </p:sp>
      <p:sp>
        <p:nvSpPr>
          <p:cNvPr id="15" name="Logotype">
            <a:extLst>
              <a:ext uri="{FF2B5EF4-FFF2-40B4-BE49-F238E27FC236}">
                <a16:creationId xmlns:a16="http://schemas.microsoft.com/office/drawing/2014/main" id="{8F79D799-CE37-47DE-8CD8-97AEC0AA3951}"/>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7" name="Rectangle 5"/>
          <p:cNvSpPr>
            <a:spLocks noGrp="1" noChangeArrowheads="1"/>
          </p:cNvSpPr>
          <p:nvPr>
            <p:ph type="ctrTitle" hasCustomPrompt="1"/>
          </p:nvPr>
        </p:nvSpPr>
        <p:spPr>
          <a:xfrm>
            <a:off x="766762" y="3107985"/>
            <a:ext cx="10658476" cy="881796"/>
          </a:xfrm>
          <a:prstGeom prst="rect">
            <a:avLst/>
          </a:prstGeom>
        </p:spPr>
        <p:txBody>
          <a:bodyPr wrap="square" rIns="0" anchor="t" anchorCtr="0"/>
          <a:lstStyle>
            <a:lvl1pPr algn="ctr">
              <a:lnSpc>
                <a:spcPct val="90000"/>
              </a:lnSpc>
              <a:defRPr sz="5400" b="0" i="0" spc="0" baseline="0">
                <a:solidFill>
                  <a:schemeClr val="tx1"/>
                </a:solidFill>
                <a:latin typeface="Volvo Broad Spread" pitchFamily="50" charset="0"/>
              </a:defRPr>
            </a:lvl1pPr>
          </a:lstStyle>
          <a:p>
            <a:pPr lvl="0"/>
            <a:r>
              <a:rPr lang="en-US" noProof="0"/>
              <a:t>Short statement in Broad</a:t>
            </a:r>
          </a:p>
        </p:txBody>
      </p:sp>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p>
            <a:fld id="{FA9E8679-DFDD-4ACA-8772-8DA8A2C9193A}" type="datetime1">
              <a:rPr lang="sv-SE" smtClean="0"/>
              <a:t>2025-08-25</a:t>
            </a:fld>
            <a:endParaRPr lang="en-US"/>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p>
            <a:r>
              <a:rPr lang="en-US"/>
              <a:t>BA/GF/TD | Department name | Document name/Issuer | Classification</a:t>
            </a:r>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p>
            <a:fld id="{F4BB9EDD-1740-4E4A-8601-A7D0893F42E6}" type="slidenum">
              <a:rPr lang="en-US" smtClean="0"/>
              <a:pPr/>
              <a:t>‹#›</a:t>
            </a:fld>
            <a:endParaRPr lang="en-US"/>
          </a:p>
        </p:txBody>
      </p:sp>
      <p:sp>
        <p:nvSpPr>
          <p:cNvPr id="2" name="Subtitle 6">
            <a:extLst>
              <a:ext uri="{FF2B5EF4-FFF2-40B4-BE49-F238E27FC236}">
                <a16:creationId xmlns:a16="http://schemas.microsoft.com/office/drawing/2014/main" id="{D7E6AF59-ACE6-2C54-AD3B-E5BDC53ACF74}"/>
              </a:ext>
            </a:extLst>
          </p:cNvPr>
          <p:cNvSpPr>
            <a:spLocks noGrp="1" noChangeArrowheads="1"/>
          </p:cNvSpPr>
          <p:nvPr>
            <p:ph type="subTitle" idx="1" hasCustomPrompt="1"/>
          </p:nvPr>
        </p:nvSpPr>
        <p:spPr>
          <a:xfrm>
            <a:off x="2668587" y="2228525"/>
            <a:ext cx="6854825" cy="754236"/>
          </a:xfrm>
          <a:prstGeom prst="rect">
            <a:avLst/>
          </a:prstGeom>
        </p:spPr>
        <p:txBody>
          <a:bodyPr tIns="0" anchor="b" anchorCtr="0">
            <a:noAutofit/>
          </a:bodyPr>
          <a:lstStyle>
            <a:lvl1pPr marL="0" indent="0" algn="ctr">
              <a:lnSpc>
                <a:spcPct val="114000"/>
              </a:lnSpc>
              <a:spcBef>
                <a:spcPts val="0"/>
              </a:spcBef>
              <a:buFont typeface="Volvo Novum 3.1" pitchFamily="50" charset="0"/>
              <a:buNone/>
              <a:defRPr sz="2000" spc="0" baseline="0">
                <a:latin typeface="+mn-lt"/>
                <a:ea typeface="Volvo Novum 3.1" pitchFamily="50" charset="0"/>
                <a:cs typeface="+mn-cs"/>
              </a:defRPr>
            </a:lvl1pPr>
          </a:lstStyle>
          <a:p>
            <a:pPr lvl="0"/>
            <a:r>
              <a:rPr lang="en-GB" noProof="0"/>
              <a:t>Optional intro text will adjust upwards to keep </a:t>
            </a:r>
            <a:br>
              <a:rPr lang="en-GB" noProof="0"/>
            </a:br>
            <a:r>
              <a:rPr lang="en-GB" noProof="0"/>
              <a:t>position to short statement below</a:t>
            </a:r>
          </a:p>
        </p:txBody>
      </p:sp>
    </p:spTree>
    <p:extLst>
      <p:ext uri="{BB962C8B-B14F-4D97-AF65-F5344CB8AC3E}">
        <p14:creationId xmlns:p14="http://schemas.microsoft.com/office/powerpoint/2010/main" val="3626080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2 Statement - White text and dark background">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A5436DE-E10A-497F-8688-2023D41941B3}"/>
              </a:ext>
            </a:extLst>
          </p:cNvPr>
          <p:cNvSpPr>
            <a:spLocks noGrp="1"/>
          </p:cNvSpPr>
          <p:nvPr>
            <p:ph type="pic" sz="quarter" idx="20" hasCustomPrompt="1"/>
          </p:nvPr>
        </p:nvSpPr>
        <p:spPr>
          <a:xfrm>
            <a:off x="0" y="0"/>
            <a:ext cx="12192000" cy="6858000"/>
          </a:xfrm>
          <a:solidFill>
            <a:srgbClr val="888B8D"/>
          </a:solidFill>
        </p:spPr>
        <p:txBody>
          <a:bodyPr tIns="288000" anchor="ctr" anchorCtr="0">
            <a:normAutofit/>
          </a:bodyPr>
          <a:lstStyle>
            <a:lvl1pPr marL="0" indent="0" algn="ctr">
              <a:buFontTx/>
              <a:buNone/>
              <a:defRPr sz="800"/>
            </a:lvl1pPr>
          </a:lstStyle>
          <a:p>
            <a:r>
              <a:rPr lang="en-US"/>
              <a:t> </a:t>
            </a:r>
          </a:p>
        </p:txBody>
      </p:sp>
      <p:sp>
        <p:nvSpPr>
          <p:cNvPr id="15" name="Logotype">
            <a:extLst>
              <a:ext uri="{FF2B5EF4-FFF2-40B4-BE49-F238E27FC236}">
                <a16:creationId xmlns:a16="http://schemas.microsoft.com/office/drawing/2014/main" id="{8F79D799-CE37-47DE-8CD8-97AEC0AA3951}"/>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7" name="Rectangle 5"/>
          <p:cNvSpPr>
            <a:spLocks noGrp="1" noChangeArrowheads="1"/>
          </p:cNvSpPr>
          <p:nvPr>
            <p:ph type="ctrTitle" hasCustomPrompt="1"/>
          </p:nvPr>
        </p:nvSpPr>
        <p:spPr>
          <a:xfrm>
            <a:off x="766762" y="2870494"/>
            <a:ext cx="10658476" cy="789862"/>
          </a:xfrm>
          <a:prstGeom prst="rect">
            <a:avLst/>
          </a:prstGeom>
        </p:spPr>
        <p:txBody>
          <a:bodyPr wrap="square" rIns="0" anchor="b" anchorCtr="0"/>
          <a:lstStyle>
            <a:lvl1pPr algn="ctr">
              <a:lnSpc>
                <a:spcPct val="90000"/>
              </a:lnSpc>
              <a:defRPr sz="5400" b="0" i="0" spc="0" baseline="0">
                <a:solidFill>
                  <a:schemeClr val="bg1"/>
                </a:solidFill>
                <a:latin typeface="Volvo Broad Spread" pitchFamily="50" charset="0"/>
              </a:defRPr>
            </a:lvl1pPr>
          </a:lstStyle>
          <a:p>
            <a:pPr lvl="0"/>
            <a:r>
              <a:rPr lang="en-US" noProof="0"/>
              <a:t>Short statement in Broad</a:t>
            </a:r>
          </a:p>
        </p:txBody>
      </p:sp>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bg1"/>
                </a:solidFill>
              </a:defRPr>
            </a:lvl1pPr>
          </a:lstStyle>
          <a:p>
            <a:fld id="{9E1244D7-6250-4143-89BC-D3A70163110A}" type="datetime1">
              <a:rPr lang="sv-SE" smtClean="0"/>
              <a:t>2025-08-25</a:t>
            </a:fld>
            <a:endParaRPr lang="en-US"/>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bg1"/>
                </a:solidFill>
              </a:defRPr>
            </a:lvl1pPr>
          </a:lstStyle>
          <a:p>
            <a:r>
              <a:rPr lang="en-US"/>
              <a:t>BA/GF/TD | Department name | Document name/Issuer | Classification</a:t>
            </a:r>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bg1"/>
                </a:solidFill>
              </a:defRPr>
            </a:lvl1pPr>
          </a:lstStyle>
          <a:p>
            <a:fld id="{F4BB9EDD-1740-4E4A-8601-A7D0893F42E6}" type="slidenum">
              <a:rPr lang="en-US" smtClean="0"/>
              <a:pPr/>
              <a:t>‹#›</a:t>
            </a:fld>
            <a:endParaRPr lang="en-US"/>
          </a:p>
        </p:txBody>
      </p:sp>
      <p:sp>
        <p:nvSpPr>
          <p:cNvPr id="2" name="Subtitle 6">
            <a:extLst>
              <a:ext uri="{FF2B5EF4-FFF2-40B4-BE49-F238E27FC236}">
                <a16:creationId xmlns:a16="http://schemas.microsoft.com/office/drawing/2014/main" id="{DC33072A-7FA3-93A9-0544-A528CFD7B7BF}"/>
              </a:ext>
            </a:extLst>
          </p:cNvPr>
          <p:cNvSpPr>
            <a:spLocks noGrp="1" noChangeArrowheads="1"/>
          </p:cNvSpPr>
          <p:nvPr>
            <p:ph type="subTitle" idx="1" hasCustomPrompt="1"/>
          </p:nvPr>
        </p:nvSpPr>
        <p:spPr>
          <a:xfrm>
            <a:off x="2668587" y="3795635"/>
            <a:ext cx="6854825" cy="754236"/>
          </a:xfrm>
          <a:prstGeom prst="rect">
            <a:avLst/>
          </a:prstGeom>
        </p:spPr>
        <p:txBody>
          <a:bodyPr tIns="0">
            <a:noAutofit/>
          </a:bodyPr>
          <a:lstStyle>
            <a:lvl1pPr marL="0" indent="0" algn="ctr">
              <a:lnSpc>
                <a:spcPct val="114000"/>
              </a:lnSpc>
              <a:buFont typeface="Volvo Novum 3.1" pitchFamily="50" charset="0"/>
              <a:buNone/>
              <a:defRPr sz="2000" spc="0" baseline="0">
                <a:solidFill>
                  <a:schemeClr val="bg1"/>
                </a:solidFill>
                <a:latin typeface="+mn-lt"/>
                <a:ea typeface="Volvo Novum 3.1" pitchFamily="50" charset="0"/>
                <a:cs typeface="+mn-cs"/>
              </a:defRPr>
            </a:lvl1pPr>
          </a:lstStyle>
          <a:p>
            <a:pPr lvl="0"/>
            <a:r>
              <a:rPr lang="en-GB" noProof="0"/>
              <a:t>Optional sub header will adjust downwards to keep position to short statement above</a:t>
            </a:r>
          </a:p>
        </p:txBody>
      </p:sp>
    </p:spTree>
    <p:extLst>
      <p:ext uri="{BB962C8B-B14F-4D97-AF65-F5344CB8AC3E}">
        <p14:creationId xmlns:p14="http://schemas.microsoft.com/office/powerpoint/2010/main" val="141569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1 End slide blue">
    <p:bg>
      <p:bgPr>
        <a:solidFill>
          <a:schemeClr val="accent1"/>
        </a:solidFill>
        <a:effectLst/>
      </p:bgPr>
    </p:bg>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accent1"/>
                </a:solidFill>
              </a:defRPr>
            </a:lvl1pPr>
          </a:lstStyle>
          <a:p>
            <a:fld id="{36A7E224-E62A-4271-8ED1-A51A1F0C3213}" type="datetime1">
              <a:rPr lang="sv-SE" smtClean="0"/>
              <a:t>2025-08-25</a:t>
            </a:fld>
            <a:endParaRPr lang="en-US"/>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accent1"/>
                </a:solidFill>
              </a:defRPr>
            </a:lvl1pPr>
          </a:lstStyle>
          <a:p>
            <a:r>
              <a:rPr lang="en-US"/>
              <a:t>BA/GF/TD | Department name | Document name/Issuer | Classification</a:t>
            </a:r>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accent1"/>
                </a:solidFill>
              </a:defRPr>
            </a:lvl1pPr>
          </a:lstStyle>
          <a:p>
            <a:fld id="{F4BB9EDD-1740-4E4A-8601-A7D0893F42E6}" type="slidenum">
              <a:rPr lang="en-US" smtClean="0"/>
              <a:pPr/>
              <a:t>‹#›</a:t>
            </a:fld>
            <a:endParaRPr lang="en-US"/>
          </a:p>
        </p:txBody>
      </p:sp>
      <p:sp>
        <p:nvSpPr>
          <p:cNvPr id="2" name="Rectangle 1">
            <a:extLst>
              <a:ext uri="{FF2B5EF4-FFF2-40B4-BE49-F238E27FC236}">
                <a16:creationId xmlns:a16="http://schemas.microsoft.com/office/drawing/2014/main" id="{F16A25E9-D71E-439A-91EB-DCC71868A188}"/>
              </a:ext>
            </a:extLst>
          </p:cNvPr>
          <p:cNvSpPr>
            <a:spLocks/>
          </p:cNvSpPr>
          <p:nvPr userDrawn="1"/>
        </p:nvSpPr>
        <p:spPr>
          <a:xfrm>
            <a:off x="0" y="0"/>
            <a:ext cx="12192000" cy="6858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pic>
        <p:nvPicPr>
          <p:cNvPr id="3" name="Graphic 2">
            <a:extLst>
              <a:ext uri="{FF2B5EF4-FFF2-40B4-BE49-F238E27FC236}">
                <a16:creationId xmlns:a16="http://schemas.microsoft.com/office/drawing/2014/main" id="{9BF15062-7901-4957-880B-E2F376D6DE7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55666" y="3315983"/>
            <a:ext cx="2680669" cy="205597"/>
          </a:xfrm>
          <a:prstGeom prst="rect">
            <a:avLst/>
          </a:prstGeom>
        </p:spPr>
      </p:pic>
    </p:spTree>
    <p:extLst>
      <p:ext uri="{BB962C8B-B14F-4D97-AF65-F5344CB8AC3E}">
        <p14:creationId xmlns:p14="http://schemas.microsoft.com/office/powerpoint/2010/main" val="3587891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2 End slide white">
    <p:bg>
      <p:bgPr>
        <a:solidFill>
          <a:schemeClr val="accent1"/>
        </a:solidFill>
        <a:effectLst/>
      </p:bgPr>
    </p:bg>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bg1"/>
                </a:solidFill>
              </a:defRPr>
            </a:lvl1pPr>
          </a:lstStyle>
          <a:p>
            <a:fld id="{D3E3E9AB-4F31-4916-BE9D-D6CC8775DBE2}" type="datetime1">
              <a:rPr lang="sv-SE" smtClean="0"/>
              <a:t>2025-08-25</a:t>
            </a:fld>
            <a:endParaRPr lang="en-US"/>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bg1"/>
                </a:solidFill>
              </a:defRPr>
            </a:lvl1pPr>
          </a:lstStyle>
          <a:p>
            <a:r>
              <a:rPr lang="en-US"/>
              <a:t>BA/GF/TD | Department name | Document name/Issuer | Classification</a:t>
            </a:r>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bg1"/>
                </a:solidFill>
              </a:defRPr>
            </a:lvl1pPr>
          </a:lstStyle>
          <a:p>
            <a:fld id="{F4BB9EDD-1740-4E4A-8601-A7D0893F42E6}" type="slidenum">
              <a:rPr lang="en-US" smtClean="0"/>
              <a:pPr/>
              <a:t>‹#›</a:t>
            </a:fld>
            <a:endParaRPr lang="en-US"/>
          </a:p>
        </p:txBody>
      </p:sp>
      <p:sp>
        <p:nvSpPr>
          <p:cNvPr id="2" name="Rectangle 1">
            <a:extLst>
              <a:ext uri="{FF2B5EF4-FFF2-40B4-BE49-F238E27FC236}">
                <a16:creationId xmlns:a16="http://schemas.microsoft.com/office/drawing/2014/main" id="{F16A25E9-D71E-439A-91EB-DCC71868A188}"/>
              </a:ext>
            </a:extLst>
          </p:cNvPr>
          <p:cNvSpPr>
            <a:spLocks/>
          </p:cNvSpPr>
          <p:nvPr userDrawn="1"/>
        </p:nvSpPr>
        <p:spPr>
          <a:xfrm>
            <a:off x="0" y="0"/>
            <a:ext cx="12192000" cy="685800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pic>
        <p:nvPicPr>
          <p:cNvPr id="3" name="Graphic 2">
            <a:extLst>
              <a:ext uri="{FF2B5EF4-FFF2-40B4-BE49-F238E27FC236}">
                <a16:creationId xmlns:a16="http://schemas.microsoft.com/office/drawing/2014/main" id="{9BF15062-7901-4957-880B-E2F376D6DE7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777679" y="3315983"/>
            <a:ext cx="2636642" cy="205596"/>
          </a:xfrm>
          <a:prstGeom prst="rect">
            <a:avLst/>
          </a:prstGeom>
        </p:spPr>
      </p:pic>
    </p:spTree>
    <p:extLst>
      <p:ext uri="{BB962C8B-B14F-4D97-AF65-F5344CB8AC3E}">
        <p14:creationId xmlns:p14="http://schemas.microsoft.com/office/powerpoint/2010/main" val="2536385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3 End slide blue with tagline">
    <p:bg>
      <p:bgPr>
        <a:solidFill>
          <a:schemeClr val="accent1"/>
        </a:solidFill>
        <a:effectLst/>
      </p:bgPr>
    </p:bg>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accent1"/>
                </a:solidFill>
              </a:defRPr>
            </a:lvl1pPr>
          </a:lstStyle>
          <a:p>
            <a:fld id="{49C1F318-1E47-4C97-9D45-187FC10E2DBF}" type="datetime1">
              <a:rPr lang="sv-SE" smtClean="0"/>
              <a:t>2025-08-25</a:t>
            </a:fld>
            <a:endParaRPr lang="en-US"/>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accent1"/>
                </a:solidFill>
              </a:defRPr>
            </a:lvl1pPr>
          </a:lstStyle>
          <a:p>
            <a:r>
              <a:rPr lang="en-US"/>
              <a:t>BA/GF/TD | Department name | Document name/Issuer | Classification</a:t>
            </a:r>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accent1"/>
                </a:solidFill>
              </a:defRPr>
            </a:lvl1pPr>
          </a:lstStyle>
          <a:p>
            <a:fld id="{F4BB9EDD-1740-4E4A-8601-A7D0893F42E6}" type="slidenum">
              <a:rPr lang="en-US" smtClean="0"/>
              <a:pPr/>
              <a:t>‹#›</a:t>
            </a:fld>
            <a:endParaRPr lang="en-US"/>
          </a:p>
        </p:txBody>
      </p:sp>
      <p:sp>
        <p:nvSpPr>
          <p:cNvPr id="2" name="Rectangle 1">
            <a:extLst>
              <a:ext uri="{FF2B5EF4-FFF2-40B4-BE49-F238E27FC236}">
                <a16:creationId xmlns:a16="http://schemas.microsoft.com/office/drawing/2014/main" id="{F16A25E9-D71E-439A-91EB-DCC71868A188}"/>
              </a:ext>
            </a:extLst>
          </p:cNvPr>
          <p:cNvSpPr>
            <a:spLocks/>
          </p:cNvSpPr>
          <p:nvPr userDrawn="1"/>
        </p:nvSpPr>
        <p:spPr>
          <a:xfrm>
            <a:off x="0" y="0"/>
            <a:ext cx="12192000" cy="6858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pic>
        <p:nvPicPr>
          <p:cNvPr id="3" name="Graphic 2">
            <a:extLst>
              <a:ext uri="{FF2B5EF4-FFF2-40B4-BE49-F238E27FC236}">
                <a16:creationId xmlns:a16="http://schemas.microsoft.com/office/drawing/2014/main" id="{9BF15062-7901-4957-880B-E2F376D6DE7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55666" y="3315983"/>
            <a:ext cx="2680669" cy="205597"/>
          </a:xfrm>
          <a:prstGeom prst="rect">
            <a:avLst/>
          </a:prstGeom>
        </p:spPr>
      </p:pic>
      <p:sp>
        <p:nvSpPr>
          <p:cNvPr id="7" name="Text Placeholder 6">
            <a:extLst>
              <a:ext uri="{FF2B5EF4-FFF2-40B4-BE49-F238E27FC236}">
                <a16:creationId xmlns:a16="http://schemas.microsoft.com/office/drawing/2014/main" id="{5A046F7E-4018-1BAE-69FC-3C89091FEBBE}"/>
              </a:ext>
            </a:extLst>
          </p:cNvPr>
          <p:cNvSpPr>
            <a:spLocks noGrp="1"/>
          </p:cNvSpPr>
          <p:nvPr>
            <p:ph type="body" sz="quarter" idx="20" hasCustomPrompt="1"/>
          </p:nvPr>
        </p:nvSpPr>
        <p:spPr>
          <a:xfrm>
            <a:off x="766762" y="6120000"/>
            <a:ext cx="10658476" cy="278001"/>
          </a:xfrm>
        </p:spPr>
        <p:txBody>
          <a:bodyPr anchor="ctr" anchorCtr="0"/>
          <a:lstStyle>
            <a:lvl1pPr marL="0" indent="0" algn="ctr">
              <a:buFontTx/>
              <a:buNone/>
              <a:defRPr sz="1400">
                <a:solidFill>
                  <a:schemeClr val="bg1"/>
                </a:solidFill>
              </a:defRPr>
            </a:lvl1pPr>
            <a:lvl2pPr marL="182562" indent="0">
              <a:buFontTx/>
              <a:buNone/>
              <a:defRPr/>
            </a:lvl2pPr>
            <a:lvl3pPr marL="358775" indent="0">
              <a:buFontTx/>
              <a:buNone/>
              <a:defRPr/>
            </a:lvl3pPr>
            <a:lvl4pPr marL="482600" indent="0">
              <a:buFontTx/>
              <a:buNone/>
              <a:defRPr/>
            </a:lvl4pPr>
            <a:lvl5pPr marL="657225" indent="0">
              <a:buFontTx/>
              <a:buNone/>
              <a:defRPr/>
            </a:lvl5pPr>
          </a:lstStyle>
          <a:p>
            <a:pPr lvl="0"/>
            <a:r>
              <a:rPr lang="en-US"/>
              <a:t>Insert business descriptor and tagline e.g. Volvo Trucks. Driving Progress </a:t>
            </a:r>
          </a:p>
        </p:txBody>
      </p:sp>
    </p:spTree>
    <p:extLst>
      <p:ext uri="{BB962C8B-B14F-4D97-AF65-F5344CB8AC3E}">
        <p14:creationId xmlns:p14="http://schemas.microsoft.com/office/powerpoint/2010/main" val="1948993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4 End slide white with tagline">
    <p:bg>
      <p:bgPr>
        <a:solidFill>
          <a:schemeClr val="accent1"/>
        </a:solidFill>
        <a:effectLst/>
      </p:bgPr>
    </p:bg>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bg1"/>
                </a:solidFill>
              </a:defRPr>
            </a:lvl1pPr>
          </a:lstStyle>
          <a:p>
            <a:fld id="{0466123C-57C6-4314-BED7-2BBB255C1C64}" type="datetime1">
              <a:rPr lang="sv-SE" smtClean="0"/>
              <a:t>2025-08-25</a:t>
            </a:fld>
            <a:endParaRPr lang="en-US"/>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bg1"/>
                </a:solidFill>
              </a:defRPr>
            </a:lvl1pPr>
          </a:lstStyle>
          <a:p>
            <a:r>
              <a:rPr lang="en-US"/>
              <a:t>BA/GF/TD | Department name | Document name/Issuer | Classification</a:t>
            </a:r>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bg1"/>
                </a:solidFill>
              </a:defRPr>
            </a:lvl1pPr>
          </a:lstStyle>
          <a:p>
            <a:fld id="{F4BB9EDD-1740-4E4A-8601-A7D0893F42E6}" type="slidenum">
              <a:rPr lang="en-US" smtClean="0"/>
              <a:pPr/>
              <a:t>‹#›</a:t>
            </a:fld>
            <a:endParaRPr lang="en-US"/>
          </a:p>
        </p:txBody>
      </p:sp>
      <p:sp>
        <p:nvSpPr>
          <p:cNvPr id="2" name="Rectangle 1">
            <a:extLst>
              <a:ext uri="{FF2B5EF4-FFF2-40B4-BE49-F238E27FC236}">
                <a16:creationId xmlns:a16="http://schemas.microsoft.com/office/drawing/2014/main" id="{F16A25E9-D71E-439A-91EB-DCC71868A188}"/>
              </a:ext>
            </a:extLst>
          </p:cNvPr>
          <p:cNvSpPr>
            <a:spLocks/>
          </p:cNvSpPr>
          <p:nvPr userDrawn="1"/>
        </p:nvSpPr>
        <p:spPr>
          <a:xfrm>
            <a:off x="0" y="0"/>
            <a:ext cx="12192000" cy="685800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pic>
        <p:nvPicPr>
          <p:cNvPr id="3" name="Graphic 2">
            <a:extLst>
              <a:ext uri="{FF2B5EF4-FFF2-40B4-BE49-F238E27FC236}">
                <a16:creationId xmlns:a16="http://schemas.microsoft.com/office/drawing/2014/main" id="{9BF15062-7901-4957-880B-E2F376D6DE7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777679" y="3315983"/>
            <a:ext cx="2636642" cy="205596"/>
          </a:xfrm>
          <a:prstGeom prst="rect">
            <a:avLst/>
          </a:prstGeom>
        </p:spPr>
      </p:pic>
      <p:sp>
        <p:nvSpPr>
          <p:cNvPr id="4" name="Text Placeholder 6">
            <a:extLst>
              <a:ext uri="{FF2B5EF4-FFF2-40B4-BE49-F238E27FC236}">
                <a16:creationId xmlns:a16="http://schemas.microsoft.com/office/drawing/2014/main" id="{9C447E4A-1FA1-CD57-6AF6-4B689E3AFCBD}"/>
              </a:ext>
            </a:extLst>
          </p:cNvPr>
          <p:cNvSpPr>
            <a:spLocks noGrp="1"/>
          </p:cNvSpPr>
          <p:nvPr>
            <p:ph type="body" sz="quarter" idx="20" hasCustomPrompt="1"/>
          </p:nvPr>
        </p:nvSpPr>
        <p:spPr>
          <a:xfrm>
            <a:off x="766762" y="6120000"/>
            <a:ext cx="10658476" cy="278001"/>
          </a:xfrm>
        </p:spPr>
        <p:txBody>
          <a:bodyPr anchor="ctr" anchorCtr="0"/>
          <a:lstStyle>
            <a:lvl1pPr marL="0" indent="0" algn="ctr">
              <a:buFontTx/>
              <a:buNone/>
              <a:defRPr sz="1400">
                <a:solidFill>
                  <a:schemeClr val="tx1"/>
                </a:solidFill>
              </a:defRPr>
            </a:lvl1pPr>
            <a:lvl2pPr marL="182562" indent="0">
              <a:buFontTx/>
              <a:buNone/>
              <a:defRPr/>
            </a:lvl2pPr>
            <a:lvl3pPr marL="358775" indent="0">
              <a:buFontTx/>
              <a:buNone/>
              <a:defRPr/>
            </a:lvl3pPr>
            <a:lvl4pPr marL="482600" indent="0">
              <a:buFontTx/>
              <a:buNone/>
              <a:defRPr/>
            </a:lvl4pPr>
            <a:lvl5pPr marL="657225" indent="0">
              <a:buFontTx/>
              <a:buNone/>
              <a:defRPr/>
            </a:lvl5pPr>
          </a:lstStyle>
          <a:p>
            <a:pPr lvl="0"/>
            <a:r>
              <a:rPr lang="en-US"/>
              <a:t>Insert business descriptor and tagline e.g. Volvo Trucks. Driving Progress </a:t>
            </a:r>
          </a:p>
        </p:txBody>
      </p:sp>
    </p:spTree>
    <p:extLst>
      <p:ext uri="{BB962C8B-B14F-4D97-AF65-F5344CB8AC3E}">
        <p14:creationId xmlns:p14="http://schemas.microsoft.com/office/powerpoint/2010/main" val="3531160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320CFC-C152-6390-B095-3E55841FAEED}"/>
              </a:ext>
            </a:extLst>
          </p:cNvPr>
          <p:cNvSpPr>
            <a:spLocks noGrp="1"/>
          </p:cNvSpPr>
          <p:nvPr>
            <p:ph type="dt" sz="half" idx="10"/>
          </p:nvPr>
        </p:nvSpPr>
        <p:spPr/>
        <p:txBody>
          <a:bodyPr/>
          <a:lstStyle/>
          <a:p>
            <a:fld id="{6CE6465F-0BF1-427E-BFD0-9658444CC5B6}" type="datetimeFigureOut">
              <a:rPr lang="sv-SE" smtClean="0"/>
              <a:t>2025-08-25</a:t>
            </a:fld>
            <a:endParaRPr lang="sv-SE"/>
          </a:p>
        </p:txBody>
      </p:sp>
      <p:sp>
        <p:nvSpPr>
          <p:cNvPr id="3" name="Footer Placeholder 2">
            <a:extLst>
              <a:ext uri="{FF2B5EF4-FFF2-40B4-BE49-F238E27FC236}">
                <a16:creationId xmlns:a16="http://schemas.microsoft.com/office/drawing/2014/main" id="{D73ECFCC-FC48-8E8E-A14D-AA2AF1B770DA}"/>
              </a:ext>
            </a:extLst>
          </p:cNvPr>
          <p:cNvSpPr>
            <a:spLocks noGrp="1"/>
          </p:cNvSpPr>
          <p:nvPr>
            <p:ph type="ftr" sz="quarter" idx="11"/>
          </p:nvPr>
        </p:nvSpPr>
        <p:spPr/>
        <p:txBody>
          <a:bodyPr/>
          <a:lstStyle/>
          <a:p>
            <a:endParaRPr lang="sv-SE"/>
          </a:p>
        </p:txBody>
      </p:sp>
      <p:sp>
        <p:nvSpPr>
          <p:cNvPr id="4" name="Slide Number Placeholder 3">
            <a:extLst>
              <a:ext uri="{FF2B5EF4-FFF2-40B4-BE49-F238E27FC236}">
                <a16:creationId xmlns:a16="http://schemas.microsoft.com/office/drawing/2014/main" id="{F122402D-1235-F338-468E-5FA1B6F59467}"/>
              </a:ext>
            </a:extLst>
          </p:cNvPr>
          <p:cNvSpPr>
            <a:spLocks noGrp="1"/>
          </p:cNvSpPr>
          <p:nvPr>
            <p:ph type="sldNum" sz="quarter" idx="12"/>
          </p:nvPr>
        </p:nvSpPr>
        <p:spPr/>
        <p:txBody>
          <a:bodyPr/>
          <a:lstStyle/>
          <a:p>
            <a:fld id="{F63DBBFE-D356-40EE-AB26-CD26C427CC6F}" type="slidenum">
              <a:rPr lang="sv-SE" smtClean="0"/>
              <a:t>‹#›</a:t>
            </a:fld>
            <a:endParaRPr lang="sv-SE"/>
          </a:p>
        </p:txBody>
      </p:sp>
    </p:spTree>
    <p:extLst>
      <p:ext uri="{BB962C8B-B14F-4D97-AF65-F5344CB8AC3E}">
        <p14:creationId xmlns:p14="http://schemas.microsoft.com/office/powerpoint/2010/main" val="26418231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3.7 Content – Title, text with medium right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1961186"/>
            <a:ext cx="5681724" cy="853929"/>
          </a:xfrm>
        </p:spPr>
        <p:txBody>
          <a:bodyPr wrap="square" bIns="0" anchor="b" anchorCtr="0"/>
          <a:lstStyle>
            <a:lvl1pPr>
              <a:defRPr/>
            </a:lvl1pPr>
          </a:lstStyle>
          <a:p>
            <a:r>
              <a:rPr lang="en-US"/>
              <a:t>Insert headline</a:t>
            </a:r>
          </a:p>
        </p:txBody>
      </p:sp>
      <p:sp>
        <p:nvSpPr>
          <p:cNvPr id="9" name="Picture Placeholder 5">
            <a:extLst>
              <a:ext uri="{FF2B5EF4-FFF2-40B4-BE49-F238E27FC236}">
                <a16:creationId xmlns:a16="http://schemas.microsoft.com/office/drawing/2014/main" id="{CC159C85-B2DF-448E-87B5-B6A0E0763223}"/>
              </a:ext>
            </a:extLst>
          </p:cNvPr>
          <p:cNvSpPr>
            <a:spLocks noGrp="1"/>
          </p:cNvSpPr>
          <p:nvPr>
            <p:ph type="pic" sz="quarter" idx="15" hasCustomPrompt="1"/>
          </p:nvPr>
        </p:nvSpPr>
        <p:spPr>
          <a:xfrm>
            <a:off x="6709237" y="1089025"/>
            <a:ext cx="4716000" cy="4716463"/>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66762" y="2916001"/>
            <a:ext cx="5289648" cy="2889488"/>
          </a:xfrm>
        </p:spPr>
        <p:txBody>
          <a:bodyPr/>
          <a:lstStyle>
            <a:lvl1pPr marL="0" indent="0">
              <a:lnSpc>
                <a:spcPct val="120000"/>
              </a:lnSpc>
              <a:buFontTx/>
              <a:buNone/>
              <a:defRPr/>
            </a:lvl1pPr>
            <a:lvl2pPr marL="163513" indent="0">
              <a:buFontTx/>
              <a:buNone/>
              <a:defRPr/>
            </a:lvl2pPr>
            <a:lvl3pPr marL="339725" indent="0">
              <a:buNone/>
              <a:defRPr/>
            </a:lvl3pPr>
          </a:lstStyle>
          <a:p>
            <a:pPr lvl="0"/>
            <a:r>
              <a:rPr lang="en-US"/>
              <a:t>Insert text</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58568E77-7A0B-413D-AB20-9B6F0C98E0B7}" type="datetime3">
              <a:rPr lang="en-US" smtClean="0"/>
              <a:t>25 August 2025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Project and Product Strategy Office / Public Projects | Proposal Prioritization/ Maria L-Miskimin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8" name="Entity">
            <a:extLst>
              <a:ext uri="{FF2B5EF4-FFF2-40B4-BE49-F238E27FC236}">
                <a16:creationId xmlns:a16="http://schemas.microsoft.com/office/drawing/2014/main" id="{1B32B9F2-C1C8-4690-88B7-ABE271414917}"/>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514157153"/>
      </p:ext>
    </p:extLst>
  </p:cSld>
  <p:clrMapOvr>
    <a:masterClrMapping/>
  </p:clrMapOvr>
  <p:extLst>
    <p:ext uri="{DCECCB84-F9BA-43D5-87BE-67443E8EF086}">
      <p15:sldGuideLst xmlns:p15="http://schemas.microsoft.com/office/powerpoint/2012/main">
        <p15:guide id="1" orient="horz" pos="1729">
          <p15:clr>
            <a:srgbClr val="FBAE40"/>
          </p15:clr>
        </p15:guide>
        <p15:guide id="2" orient="horz" pos="3657">
          <p15:clr>
            <a:srgbClr val="FBAE40"/>
          </p15:clr>
        </p15:guide>
        <p15:guide id="3" pos="422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F86FA-87F9-1BA1-923B-9BFB986CEE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9CB02A-18B6-D718-8B8D-874089ADDF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D86ED-722B-17DF-5F80-068ACDF6BAE5}"/>
              </a:ext>
            </a:extLst>
          </p:cNvPr>
          <p:cNvSpPr>
            <a:spLocks noGrp="1"/>
          </p:cNvSpPr>
          <p:nvPr>
            <p:ph type="dt" sz="half" idx="10"/>
          </p:nvPr>
        </p:nvSpPr>
        <p:spPr/>
        <p:txBody>
          <a:bodyPr/>
          <a:lstStyle/>
          <a:p>
            <a:fld id="{4DDF9042-EEA0-4A6D-B3B1-E5FAD9E2EFCA}" type="datetimeFigureOut">
              <a:rPr lang="en-US" smtClean="0"/>
              <a:t>8/25/2025</a:t>
            </a:fld>
            <a:endParaRPr lang="en-US"/>
          </a:p>
        </p:txBody>
      </p:sp>
      <p:sp>
        <p:nvSpPr>
          <p:cNvPr id="5" name="Footer Placeholder 4">
            <a:extLst>
              <a:ext uri="{FF2B5EF4-FFF2-40B4-BE49-F238E27FC236}">
                <a16:creationId xmlns:a16="http://schemas.microsoft.com/office/drawing/2014/main" id="{888B0BF8-0372-CDC9-9346-687ABCB80B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617BB0-6BAA-4F65-8798-406BCE5E961A}"/>
              </a:ext>
            </a:extLst>
          </p:cNvPr>
          <p:cNvSpPr>
            <a:spLocks noGrp="1"/>
          </p:cNvSpPr>
          <p:nvPr>
            <p:ph type="sldNum" sz="quarter" idx="12"/>
          </p:nvPr>
        </p:nvSpPr>
        <p:spPr/>
        <p:txBody>
          <a:bodyPr/>
          <a:lstStyle/>
          <a:p>
            <a:fld id="{2BF537F5-2F5F-49E3-AA60-52A324CD87DF}" type="slidenum">
              <a:rPr lang="en-US" smtClean="0"/>
              <a:t>‹#›</a:t>
            </a:fld>
            <a:endParaRPr lang="en-US"/>
          </a:p>
        </p:txBody>
      </p:sp>
    </p:spTree>
    <p:extLst>
      <p:ext uri="{BB962C8B-B14F-4D97-AF65-F5344CB8AC3E}">
        <p14:creationId xmlns:p14="http://schemas.microsoft.com/office/powerpoint/2010/main" val="15310353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3.1 Content - Title and bullet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766763" y="1944000"/>
            <a:ext cx="6562725" cy="4077388"/>
          </a:xfrm>
        </p:spPr>
        <p:txBody>
          <a:body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CBAF264B-F47F-48F2-AFB7-E274AF2B0109}" type="datetime3">
              <a:rPr lang="en-US" smtClean="0"/>
              <a:t>25 August 2025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Project and Product Strategy Office / Public Projects | Proposal Prioritization/ Maria L-Miskimin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p:txBody>
          <a:bodyPr/>
          <a:lstStyle>
            <a:lvl1pPr>
              <a:defRPr/>
            </a:lvl1pPr>
          </a:lstStyle>
          <a:p>
            <a:r>
              <a:rPr lang="en-US"/>
              <a:t>Insert headline on maximum one line</a:t>
            </a:r>
          </a:p>
        </p:txBody>
      </p:sp>
      <p:sp>
        <p:nvSpPr>
          <p:cNvPr id="11" name="Text Placeholder 10">
            <a:extLst>
              <a:ext uri="{FF2B5EF4-FFF2-40B4-BE49-F238E27FC236}">
                <a16:creationId xmlns:a16="http://schemas.microsoft.com/office/drawing/2014/main" id="{1870C302-6050-4DB1-90EC-C732F2636C4E}"/>
              </a:ext>
            </a:extLst>
          </p:cNvPr>
          <p:cNvSpPr>
            <a:spLocks noGrp="1"/>
          </p:cNvSpPr>
          <p:nvPr>
            <p:ph type="body" sz="quarter" idx="14" hasCustomPrompt="1"/>
          </p:nvPr>
        </p:nvSpPr>
        <p:spPr>
          <a:xfrm>
            <a:off x="766763" y="1457438"/>
            <a:ext cx="6562725" cy="251205"/>
          </a:xfrm>
        </p:spPr>
        <p:txBody>
          <a:bodyPr tIns="0"/>
          <a:lstStyle>
            <a:lvl1pPr marL="0" indent="0">
              <a:buFontTx/>
              <a:buNone/>
              <a:defRPr>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8" name="Entity">
            <a:extLst>
              <a:ext uri="{FF2B5EF4-FFF2-40B4-BE49-F238E27FC236}">
                <a16:creationId xmlns:a16="http://schemas.microsoft.com/office/drawing/2014/main" id="{482DCAC8-4832-477B-8C58-B560F7F894A3}"/>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1587074721"/>
      </p:ext>
    </p:extLst>
  </p:cSld>
  <p:clrMapOvr>
    <a:masterClrMapping/>
  </p:clrMapOvr>
  <p:extLst>
    <p:ext uri="{DCECCB84-F9BA-43D5-87BE-67443E8EF086}">
      <p15:sldGuideLst xmlns:p15="http://schemas.microsoft.com/office/powerpoint/2012/main">
        <p15:guide id="1" orient="horz" pos="3793">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1_3.2 Content - Title, bullet text with pictur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766763" y="1616200"/>
            <a:ext cx="4969803" cy="4075015"/>
          </a:xfrm>
        </p:spPr>
        <p:txBody>
          <a:body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Connectivity | Anders Björklund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639248"/>
            <a:ext cx="10137026" cy="800478"/>
          </a:xfrm>
        </p:spPr>
        <p:txBody>
          <a:bodyPr wrap="square"/>
          <a:lstStyle>
            <a:lvl1pPr>
              <a:defRPr/>
            </a:lvl1pPr>
          </a:lstStyle>
          <a:p>
            <a:r>
              <a:rPr lang="en-US"/>
              <a:t>Insert headline</a:t>
            </a:r>
          </a:p>
        </p:txBody>
      </p:sp>
      <p:sp>
        <p:nvSpPr>
          <p:cNvPr id="8" name="Entity">
            <a:extLst>
              <a:ext uri="{FF2B5EF4-FFF2-40B4-BE49-F238E27FC236}">
                <a16:creationId xmlns:a16="http://schemas.microsoft.com/office/drawing/2014/main" id="{B30277E6-C1E2-41AB-BD2A-FFA132463CE8}"/>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10" name="Text Placeholder 6">
            <a:extLst>
              <a:ext uri="{FF2B5EF4-FFF2-40B4-BE49-F238E27FC236}">
                <a16:creationId xmlns:a16="http://schemas.microsoft.com/office/drawing/2014/main" id="{ED2DE234-6CDA-4746-9CA1-5465A36C9BF7}"/>
              </a:ext>
            </a:extLst>
          </p:cNvPr>
          <p:cNvSpPr>
            <a:spLocks noGrp="1"/>
          </p:cNvSpPr>
          <p:nvPr>
            <p:ph type="body" sz="quarter" idx="22"/>
          </p:nvPr>
        </p:nvSpPr>
        <p:spPr>
          <a:xfrm>
            <a:off x="5988105" y="1600757"/>
            <a:ext cx="4969803" cy="4075015"/>
          </a:xfrm>
        </p:spPr>
        <p:txBody>
          <a:body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990155475"/>
      </p:ext>
    </p:extLst>
  </p:cSld>
  <p:clrMapOvr>
    <a:masterClrMapping/>
  </p:clrMapOvr>
  <p:extLst>
    <p:ext uri="{DCECCB84-F9BA-43D5-87BE-67443E8EF086}">
      <p15:sldGuideLst xmlns:p15="http://schemas.microsoft.com/office/powerpoint/2012/main">
        <p15:guide id="1" pos="4089">
          <p15:clr>
            <a:srgbClr val="FBAE40"/>
          </p15:clr>
        </p15:guide>
        <p15:guide id="2" orient="horz" pos="3793">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1 Intro – Black text light backgrou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E15661-0B2E-4145-BFC7-96344832A046}"/>
              </a:ext>
            </a:extLst>
          </p:cNvPr>
          <p:cNvSpPr>
            <a:spLocks noGrp="1"/>
          </p:cNvSpPr>
          <p:nvPr>
            <p:ph type="sldNum" sz="quarter" idx="19"/>
          </p:nvPr>
        </p:nvSpPr>
        <p:spPr/>
        <p:txBody>
          <a:bodyPr/>
          <a:lstStyle>
            <a:lvl1pPr>
              <a:defRPr>
                <a:solidFill>
                  <a:schemeClr val="bg1"/>
                </a:solidFill>
              </a:defRPr>
            </a:lvl1pPr>
          </a:lstStyle>
          <a:p>
            <a:fld id="{F4BB9EDD-1740-4E4A-8601-A7D0893F42E6}" type="slidenum">
              <a:rPr lang="en-US" smtClean="0"/>
              <a:pPr/>
              <a:t>‹#›</a:t>
            </a:fld>
            <a:endParaRPr lang="en-US"/>
          </a:p>
        </p:txBody>
      </p:sp>
      <p:sp>
        <p:nvSpPr>
          <p:cNvPr id="11" name="Picture Placeholder 10">
            <a:extLst>
              <a:ext uri="{FF2B5EF4-FFF2-40B4-BE49-F238E27FC236}">
                <a16:creationId xmlns:a16="http://schemas.microsoft.com/office/drawing/2014/main" id="{FDBE988F-1BF4-472B-8755-57EAF869555F}"/>
              </a:ext>
            </a:extLst>
          </p:cNvPr>
          <p:cNvSpPr>
            <a:spLocks noGrp="1"/>
          </p:cNvSpPr>
          <p:nvPr>
            <p:ph type="pic" sz="quarter" idx="20" hasCustomPrompt="1"/>
          </p:nvPr>
        </p:nvSpPr>
        <p:spPr>
          <a:xfrm>
            <a:off x="0" y="0"/>
            <a:ext cx="12192000" cy="6858000"/>
          </a:xfrm>
        </p:spPr>
        <p:txBody>
          <a:bodyPr tIns="2088000" anchor="t" anchorCtr="0">
            <a:normAutofit/>
          </a:bodyPr>
          <a:lstStyle>
            <a:lvl1pPr marL="0" indent="0" algn="ctr">
              <a:buFontTx/>
              <a:buNone/>
              <a:defRPr sz="800">
                <a:solidFill>
                  <a:srgbClr val="A7A8A9"/>
                </a:solidFill>
              </a:defRPr>
            </a:lvl1pPr>
          </a:lstStyle>
          <a:p>
            <a:r>
              <a:rPr lang="en-US"/>
              <a:t>[Add light background picture or leave for white]</a:t>
            </a:r>
          </a:p>
        </p:txBody>
      </p:sp>
      <p:sp>
        <p:nvSpPr>
          <p:cNvPr id="15" name="Rectangle 14">
            <a:extLst>
              <a:ext uri="{FF2B5EF4-FFF2-40B4-BE49-F238E27FC236}">
                <a16:creationId xmlns:a16="http://schemas.microsoft.com/office/drawing/2014/main" id="{93CBD83D-FC01-4B5C-B1AF-BB19331DE3D2}"/>
              </a:ext>
            </a:extLst>
          </p:cNvPr>
          <p:cNvSpPr>
            <a:spLocks/>
          </p:cNvSpPr>
          <p:nvPr userDrawn="1"/>
        </p:nvSpPr>
        <p:spPr>
          <a:xfrm>
            <a:off x="0" y="0"/>
            <a:ext cx="12192000" cy="685800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2" name="Date Placeholder 1">
            <a:extLst>
              <a:ext uri="{FF2B5EF4-FFF2-40B4-BE49-F238E27FC236}">
                <a16:creationId xmlns:a16="http://schemas.microsoft.com/office/drawing/2014/main" id="{8B3D2978-24B0-4C69-9731-62579EDE9044}"/>
              </a:ext>
            </a:extLst>
          </p:cNvPr>
          <p:cNvSpPr>
            <a:spLocks noGrp="1"/>
          </p:cNvSpPr>
          <p:nvPr>
            <p:ph type="dt" sz="half" idx="17"/>
          </p:nvPr>
        </p:nvSpPr>
        <p:spPr>
          <a:xfrm>
            <a:off x="5380315" y="6379143"/>
            <a:ext cx="1431370" cy="180000"/>
          </a:xfrm>
        </p:spPr>
        <p:txBody>
          <a:bodyPr lIns="0" tIns="0" rIns="0" anchor="ctr" anchorCtr="0"/>
          <a:lstStyle>
            <a:lvl1pPr algn="ctr">
              <a:defRPr sz="1000"/>
            </a:lvl1pPr>
          </a:lstStyle>
          <a:p>
            <a:r>
              <a:rPr lang="en-US"/>
              <a:t>2023</a:t>
            </a:r>
          </a:p>
        </p:txBody>
      </p:sp>
      <p:sp>
        <p:nvSpPr>
          <p:cNvPr id="7" name="Rectangle 5"/>
          <p:cNvSpPr>
            <a:spLocks noGrp="1" noChangeArrowheads="1"/>
          </p:cNvSpPr>
          <p:nvPr>
            <p:ph type="ctrTitle" hasCustomPrompt="1"/>
          </p:nvPr>
        </p:nvSpPr>
        <p:spPr>
          <a:xfrm>
            <a:off x="2001672" y="2591846"/>
            <a:ext cx="8188656" cy="845214"/>
          </a:xfrm>
          <a:prstGeom prst="rect">
            <a:avLst/>
          </a:prstGeom>
        </p:spPr>
        <p:txBody>
          <a:bodyPr wrap="square" bIns="0" anchor="b" anchorCtr="0"/>
          <a:lstStyle>
            <a:lvl1pPr algn="ctr">
              <a:lnSpc>
                <a:spcPct val="80000"/>
              </a:lnSpc>
              <a:defRPr sz="5400" b="0" i="0" spc="317" baseline="0">
                <a:solidFill>
                  <a:schemeClr val="tx1"/>
                </a:solidFill>
                <a:latin typeface="Volvo Broad Pro" panose="02000606020000020004" pitchFamily="50" charset="0"/>
              </a:defRPr>
            </a:lvl1pPr>
          </a:lstStyle>
          <a:p>
            <a:pPr lvl="0"/>
            <a:r>
              <a:rPr lang="en-US" noProof="0"/>
              <a:t>Insert headline</a:t>
            </a:r>
          </a:p>
        </p:txBody>
      </p:sp>
      <p:sp>
        <p:nvSpPr>
          <p:cNvPr id="8" name="Rectangle 6"/>
          <p:cNvSpPr>
            <a:spLocks noGrp="1" noChangeArrowheads="1"/>
          </p:cNvSpPr>
          <p:nvPr>
            <p:ph type="subTitle" idx="1" hasCustomPrompt="1"/>
          </p:nvPr>
        </p:nvSpPr>
        <p:spPr>
          <a:xfrm>
            <a:off x="2668587" y="3527140"/>
            <a:ext cx="6854825" cy="754236"/>
          </a:xfrm>
          <a:prstGeom prst="rect">
            <a:avLst/>
          </a:prstGeom>
        </p:spPr>
        <p:txBody>
          <a:bodyPr tIns="0">
            <a:noAutofit/>
          </a:bodyPr>
          <a:lstStyle>
            <a:lvl1pPr marL="0" indent="0" algn="ctr">
              <a:lnSpc>
                <a:spcPct val="114000"/>
              </a:lnSpc>
              <a:buFont typeface="Volvo Novum" panose="020B0503040502060204" pitchFamily="34" charset="0"/>
              <a:buNone/>
              <a:defRPr sz="1400" spc="0" baseline="0">
                <a:latin typeface="+mj-lt"/>
                <a:ea typeface="Volvo Broad Pro" panose="02000606020000020004" pitchFamily="50" charset="0"/>
                <a:cs typeface="+mn-cs"/>
              </a:defRPr>
            </a:lvl1pPr>
          </a:lstStyle>
          <a:p>
            <a:pPr lvl="0"/>
            <a:r>
              <a:rPr lang="en-US" noProof="0"/>
              <a:t>Insert sub headline</a:t>
            </a:r>
          </a:p>
        </p:txBody>
      </p:sp>
      <p:sp>
        <p:nvSpPr>
          <p:cNvPr id="10" name="Logotype">
            <a:extLst>
              <a:ext uri="{FF2B5EF4-FFF2-40B4-BE49-F238E27FC236}">
                <a16:creationId xmlns:a16="http://schemas.microsoft.com/office/drawing/2014/main" id="{EFD490B4-D84C-4512-B0E3-BC38BE39F5C7}"/>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5" name="Footer Placeholder 4">
            <a:extLst>
              <a:ext uri="{FF2B5EF4-FFF2-40B4-BE49-F238E27FC236}">
                <a16:creationId xmlns:a16="http://schemas.microsoft.com/office/drawing/2014/main" id="{593539FA-75E5-47C4-A176-BCA731EF1FC8}"/>
              </a:ext>
            </a:extLst>
          </p:cNvPr>
          <p:cNvSpPr>
            <a:spLocks noGrp="1"/>
          </p:cNvSpPr>
          <p:nvPr>
            <p:ph type="ftr" sz="quarter" idx="23"/>
          </p:nvPr>
        </p:nvSpPr>
        <p:spPr>
          <a:xfrm>
            <a:off x="766764" y="6130859"/>
            <a:ext cx="10658474" cy="164442"/>
          </a:xfrm>
        </p:spPr>
        <p:txBody>
          <a:bodyPr anchor="ctr" anchorCtr="0"/>
          <a:lstStyle>
            <a:lvl1pPr algn="ctr">
              <a:defRPr sz="1000">
                <a:solidFill>
                  <a:schemeClr val="tx1"/>
                </a:solidFill>
              </a:defRPr>
            </a:lvl1pPr>
          </a:lstStyle>
          <a:p>
            <a:r>
              <a:rPr lang="en-US"/>
              <a:t>Connectivity | Anders Björklund | Internal</a:t>
            </a:r>
          </a:p>
        </p:txBody>
      </p:sp>
      <p:sp>
        <p:nvSpPr>
          <p:cNvPr id="13" name="Entity">
            <a:extLst>
              <a:ext uri="{FF2B5EF4-FFF2-40B4-BE49-F238E27FC236}">
                <a16:creationId xmlns:a16="http://schemas.microsoft.com/office/drawing/2014/main" id="{C74D9F74-0897-4A80-BE8D-B1DEDD026C1B}"/>
              </a:ext>
            </a:extLst>
          </p:cNvPr>
          <p:cNvSpPr>
            <a:spLocks noGrp="1"/>
          </p:cNvSpPr>
          <p:nvPr>
            <p:ph type="body" sz="quarter" idx="24" hasCustomPrompt="1"/>
          </p:nvPr>
        </p:nvSpPr>
        <p:spPr>
          <a:xfrm>
            <a:off x="5060816" y="5887220"/>
            <a:ext cx="2070368" cy="216429"/>
          </a:xfrm>
          <a:prstGeom prst="rect">
            <a:avLst/>
          </a:prstGeom>
          <a:blipFill>
            <a:blip r:embed="rId4">
              <a:extLst>
                <a:ext uri="{96DAC541-7B7A-43D3-8B79-37D633B846F1}">
                  <asvg:svgBlip xmlns:asvg="http://schemas.microsoft.com/office/drawing/2016/SVG/main" r:embed="rId5"/>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3762357017"/>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2 Intro – White text dark backgrou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E15661-0B2E-4145-BFC7-96344832A046}"/>
              </a:ext>
            </a:extLst>
          </p:cNvPr>
          <p:cNvSpPr>
            <a:spLocks noGrp="1"/>
          </p:cNvSpPr>
          <p:nvPr>
            <p:ph type="sldNum" sz="quarter" idx="19"/>
          </p:nvPr>
        </p:nvSpPr>
        <p:spPr/>
        <p:txBody>
          <a:bodyPr/>
          <a:lstStyle>
            <a:lvl1pPr>
              <a:defRPr>
                <a:solidFill>
                  <a:schemeClr val="accent1"/>
                </a:solidFill>
              </a:defRPr>
            </a:lvl1pPr>
          </a:lstStyle>
          <a:p>
            <a:fld id="{F4BB9EDD-1740-4E4A-8601-A7D0893F42E6}" type="slidenum">
              <a:rPr lang="en-US" smtClean="0"/>
              <a:pPr/>
              <a:t>‹#›</a:t>
            </a:fld>
            <a:endParaRPr lang="en-US"/>
          </a:p>
        </p:txBody>
      </p:sp>
      <p:sp>
        <p:nvSpPr>
          <p:cNvPr id="15" name="Rectangle 14">
            <a:extLst>
              <a:ext uri="{FF2B5EF4-FFF2-40B4-BE49-F238E27FC236}">
                <a16:creationId xmlns:a16="http://schemas.microsoft.com/office/drawing/2014/main" id="{93CBD83D-FC01-4B5C-B1AF-BB19331DE3D2}"/>
              </a:ext>
            </a:extLst>
          </p:cNvPr>
          <p:cNvSpPr>
            <a:spLocks/>
          </p:cNvSpPr>
          <p:nvPr userDrawn="1"/>
        </p:nvSpPr>
        <p:spPr>
          <a:xfrm>
            <a:off x="0" y="0"/>
            <a:ext cx="12192000" cy="6858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rgbClr val="396976"/>
              </a:solidFill>
            </a:endParaRPr>
          </a:p>
        </p:txBody>
      </p:sp>
      <p:sp>
        <p:nvSpPr>
          <p:cNvPr id="12" name="Picture Placeholder 10">
            <a:extLst>
              <a:ext uri="{FF2B5EF4-FFF2-40B4-BE49-F238E27FC236}">
                <a16:creationId xmlns:a16="http://schemas.microsoft.com/office/drawing/2014/main" id="{498F0748-BA9A-4992-B5FF-4C9A480B0F79}"/>
              </a:ext>
            </a:extLst>
          </p:cNvPr>
          <p:cNvSpPr>
            <a:spLocks noGrp="1"/>
          </p:cNvSpPr>
          <p:nvPr>
            <p:ph type="pic" sz="quarter" idx="20" hasCustomPrompt="1"/>
          </p:nvPr>
        </p:nvSpPr>
        <p:spPr>
          <a:xfrm>
            <a:off x="0" y="0"/>
            <a:ext cx="12192000" cy="6858000"/>
          </a:xfrm>
        </p:spPr>
        <p:txBody>
          <a:bodyPr tIns="2088000" anchor="t" anchorCtr="0">
            <a:normAutofit/>
          </a:bodyPr>
          <a:lstStyle>
            <a:lvl1pPr marL="0" indent="0" algn="ctr">
              <a:buFontTx/>
              <a:buNone/>
              <a:defRPr sz="800">
                <a:solidFill>
                  <a:srgbClr val="A7A8A9"/>
                </a:solidFill>
              </a:defRPr>
            </a:lvl1pPr>
          </a:lstStyle>
          <a:p>
            <a:r>
              <a:rPr lang="en-US"/>
              <a:t>[Add dark background picture or leave for blue]</a:t>
            </a:r>
          </a:p>
        </p:txBody>
      </p:sp>
      <p:sp>
        <p:nvSpPr>
          <p:cNvPr id="2" name="Date Placeholder 1">
            <a:extLst>
              <a:ext uri="{FF2B5EF4-FFF2-40B4-BE49-F238E27FC236}">
                <a16:creationId xmlns:a16="http://schemas.microsoft.com/office/drawing/2014/main" id="{8B3D2978-24B0-4C69-9731-62579EDE9044}"/>
              </a:ext>
            </a:extLst>
          </p:cNvPr>
          <p:cNvSpPr>
            <a:spLocks noGrp="1"/>
          </p:cNvSpPr>
          <p:nvPr>
            <p:ph type="dt" sz="half" idx="17"/>
          </p:nvPr>
        </p:nvSpPr>
        <p:spPr>
          <a:xfrm>
            <a:off x="5380315" y="6379143"/>
            <a:ext cx="1431370" cy="180000"/>
          </a:xfrm>
        </p:spPr>
        <p:txBody>
          <a:bodyPr lIns="0" tIns="0" rIns="0" anchor="ctr" anchorCtr="0"/>
          <a:lstStyle>
            <a:lvl1pPr algn="ctr">
              <a:defRPr sz="1000">
                <a:solidFill>
                  <a:schemeClr val="bg1"/>
                </a:solidFill>
              </a:defRPr>
            </a:lvl1pPr>
          </a:lstStyle>
          <a:p>
            <a:r>
              <a:rPr lang="en-US"/>
              <a:t>2023</a:t>
            </a:r>
          </a:p>
        </p:txBody>
      </p:sp>
      <p:sp>
        <p:nvSpPr>
          <p:cNvPr id="7" name="Rectangle 5"/>
          <p:cNvSpPr>
            <a:spLocks noGrp="1" noChangeArrowheads="1"/>
          </p:cNvSpPr>
          <p:nvPr>
            <p:ph type="ctrTitle" hasCustomPrompt="1"/>
          </p:nvPr>
        </p:nvSpPr>
        <p:spPr>
          <a:xfrm>
            <a:off x="2001672" y="2591846"/>
            <a:ext cx="8188656" cy="845214"/>
          </a:xfrm>
          <a:prstGeom prst="rect">
            <a:avLst/>
          </a:prstGeom>
        </p:spPr>
        <p:txBody>
          <a:bodyPr wrap="square" bIns="0" anchor="b" anchorCtr="0"/>
          <a:lstStyle>
            <a:lvl1pPr algn="ctr">
              <a:lnSpc>
                <a:spcPct val="80000"/>
              </a:lnSpc>
              <a:defRPr sz="5400" b="0" i="0" spc="317" baseline="0">
                <a:solidFill>
                  <a:schemeClr val="bg1"/>
                </a:solidFill>
                <a:latin typeface="Volvo Broad Pro" panose="02000606020000020004" pitchFamily="50" charset="0"/>
              </a:defRPr>
            </a:lvl1pPr>
          </a:lstStyle>
          <a:p>
            <a:pPr lvl="0"/>
            <a:r>
              <a:rPr lang="en-US" noProof="0"/>
              <a:t>Insert headline</a:t>
            </a:r>
          </a:p>
        </p:txBody>
      </p:sp>
      <p:sp>
        <p:nvSpPr>
          <p:cNvPr id="8" name="Rectangle 6"/>
          <p:cNvSpPr>
            <a:spLocks noGrp="1" noChangeArrowheads="1"/>
          </p:cNvSpPr>
          <p:nvPr>
            <p:ph type="subTitle" idx="1" hasCustomPrompt="1"/>
          </p:nvPr>
        </p:nvSpPr>
        <p:spPr>
          <a:xfrm>
            <a:off x="2668587" y="3527140"/>
            <a:ext cx="6854825" cy="754236"/>
          </a:xfrm>
          <a:prstGeom prst="rect">
            <a:avLst/>
          </a:prstGeom>
        </p:spPr>
        <p:txBody>
          <a:bodyPr tIns="0">
            <a:noAutofit/>
          </a:bodyPr>
          <a:lstStyle>
            <a:lvl1pPr marL="0" indent="0" algn="ctr">
              <a:lnSpc>
                <a:spcPct val="114000"/>
              </a:lnSpc>
              <a:buFont typeface="Volvo Novum" panose="020B0503040502060204" pitchFamily="34" charset="0"/>
              <a:buNone/>
              <a:defRPr sz="1400" spc="0" baseline="0">
                <a:solidFill>
                  <a:schemeClr val="bg1"/>
                </a:solidFill>
                <a:latin typeface="+mj-lt"/>
                <a:ea typeface="Volvo Broad Pro" panose="02000606020000020004" pitchFamily="50" charset="0"/>
                <a:cs typeface="+mn-cs"/>
              </a:defRPr>
            </a:lvl1pPr>
          </a:lstStyle>
          <a:p>
            <a:pPr lvl="0"/>
            <a:r>
              <a:rPr lang="en-US"/>
              <a:t>Insert sub headline</a:t>
            </a:r>
          </a:p>
        </p:txBody>
      </p:sp>
      <p:sp>
        <p:nvSpPr>
          <p:cNvPr id="3" name="Footer Placeholder 2">
            <a:extLst>
              <a:ext uri="{FF2B5EF4-FFF2-40B4-BE49-F238E27FC236}">
                <a16:creationId xmlns:a16="http://schemas.microsoft.com/office/drawing/2014/main" id="{2DE09822-E119-48C4-9E5A-1117F60A4992}"/>
              </a:ext>
            </a:extLst>
          </p:cNvPr>
          <p:cNvSpPr>
            <a:spLocks noGrp="1"/>
          </p:cNvSpPr>
          <p:nvPr>
            <p:ph type="ftr" sz="quarter" idx="23"/>
          </p:nvPr>
        </p:nvSpPr>
        <p:spPr>
          <a:xfrm>
            <a:off x="766762" y="6130859"/>
            <a:ext cx="10658475" cy="164442"/>
          </a:xfrm>
        </p:spPr>
        <p:txBody>
          <a:bodyPr anchor="ctr" anchorCtr="0"/>
          <a:lstStyle>
            <a:lvl1pPr algn="ctr">
              <a:defRPr sz="1000">
                <a:solidFill>
                  <a:schemeClr val="bg1"/>
                </a:solidFill>
              </a:defRPr>
            </a:lvl1pPr>
          </a:lstStyle>
          <a:p>
            <a:r>
              <a:rPr lang="en-US"/>
              <a:t>Connectivity | Anders Björklund | Internal</a:t>
            </a:r>
          </a:p>
        </p:txBody>
      </p:sp>
      <p:sp>
        <p:nvSpPr>
          <p:cNvPr id="10" name="Logotype">
            <a:extLst>
              <a:ext uri="{FF2B5EF4-FFF2-40B4-BE49-F238E27FC236}">
                <a16:creationId xmlns:a16="http://schemas.microsoft.com/office/drawing/2014/main" id="{EFD490B4-D84C-4512-B0E3-BC38BE39F5C7}"/>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13" name="Entity">
            <a:extLst>
              <a:ext uri="{FF2B5EF4-FFF2-40B4-BE49-F238E27FC236}">
                <a16:creationId xmlns:a16="http://schemas.microsoft.com/office/drawing/2014/main" id="{A90D8576-36E4-4ADE-89B2-64C9C7010491}"/>
              </a:ext>
            </a:extLst>
          </p:cNvPr>
          <p:cNvSpPr>
            <a:spLocks noGrp="1"/>
          </p:cNvSpPr>
          <p:nvPr>
            <p:ph type="body" sz="quarter" idx="24" hasCustomPrompt="1"/>
          </p:nvPr>
        </p:nvSpPr>
        <p:spPr>
          <a:xfrm>
            <a:off x="5060816" y="5887220"/>
            <a:ext cx="2070368" cy="216429"/>
          </a:xfrm>
          <a:prstGeom prst="rect">
            <a:avLst/>
          </a:prstGeom>
          <a:blipFill>
            <a:blip r:embed="rId4">
              <a:extLst>
                <a:ext uri="{96DAC541-7B7A-43D3-8B79-37D633B846F1}">
                  <asvg:svgBlip xmlns:asvg="http://schemas.microsoft.com/office/drawing/2016/SVG/main" r:embed="rId5"/>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3991498503"/>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1 Chapter - Headline with light background">
    <p:bg>
      <p:bgPr>
        <a:solidFill>
          <a:srgbClr val="E1DFDD"/>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04AE67-31E6-4B83-94BC-D89600871A4C}"/>
              </a:ext>
            </a:extLst>
          </p:cNvPr>
          <p:cNvSpPr>
            <a:spLocks noGrp="1"/>
          </p:cNvSpPr>
          <p:nvPr>
            <p:ph type="ftr" sz="quarter" idx="10"/>
          </p:nvPr>
        </p:nvSpPr>
        <p:spPr/>
        <p:txBody>
          <a:bodyPr/>
          <a:lstStyle/>
          <a:p>
            <a:r>
              <a:rPr lang="en-US"/>
              <a:t>Connectivity | Anders Björklund | Internal</a:t>
            </a:r>
          </a:p>
        </p:txBody>
      </p:sp>
      <p:sp>
        <p:nvSpPr>
          <p:cNvPr id="4" name="Slide Number Placeholder 3">
            <a:extLst>
              <a:ext uri="{FF2B5EF4-FFF2-40B4-BE49-F238E27FC236}">
                <a16:creationId xmlns:a16="http://schemas.microsoft.com/office/drawing/2014/main" id="{E26CFD90-A60F-4078-BB20-BB1424378529}"/>
              </a:ext>
            </a:extLst>
          </p:cNvPr>
          <p:cNvSpPr>
            <a:spLocks noGrp="1"/>
          </p:cNvSpPr>
          <p:nvPr>
            <p:ph type="sldNum" sz="quarter" idx="11"/>
          </p:nvPr>
        </p:nvSpPr>
        <p:spPr/>
        <p:txBody>
          <a:bodyPr/>
          <a:lstStyle/>
          <a:p>
            <a:fld id="{F4BB9EDD-1740-4E4A-8601-A7D0893F42E6}" type="slidenum">
              <a:rPr lang="en-US" smtClean="0"/>
              <a:pPr/>
              <a:t>‹#›</a:t>
            </a:fld>
            <a:endParaRPr lang="en-US"/>
          </a:p>
        </p:txBody>
      </p:sp>
      <p:sp>
        <p:nvSpPr>
          <p:cNvPr id="5" name="Date Placeholder 4">
            <a:extLst>
              <a:ext uri="{FF2B5EF4-FFF2-40B4-BE49-F238E27FC236}">
                <a16:creationId xmlns:a16="http://schemas.microsoft.com/office/drawing/2014/main" id="{C15C6101-0437-4F7A-9363-4B7E6C7BE385}"/>
              </a:ext>
            </a:extLst>
          </p:cNvPr>
          <p:cNvSpPr>
            <a:spLocks noGrp="1"/>
          </p:cNvSpPr>
          <p:nvPr>
            <p:ph type="dt" sz="half" idx="12"/>
          </p:nvPr>
        </p:nvSpPr>
        <p:spPr/>
        <p:txBody>
          <a:bodyPr/>
          <a:lstStyle/>
          <a:p>
            <a:r>
              <a:rPr lang="en-US"/>
              <a:t>2023</a:t>
            </a:r>
          </a:p>
        </p:txBody>
      </p:sp>
      <p:sp>
        <p:nvSpPr>
          <p:cNvPr id="7" name="Subtitle 6">
            <a:extLst>
              <a:ext uri="{FF2B5EF4-FFF2-40B4-BE49-F238E27FC236}">
                <a16:creationId xmlns:a16="http://schemas.microsoft.com/office/drawing/2014/main" id="{380F1236-AB04-4B51-92A3-C5004390C03D}"/>
              </a:ext>
            </a:extLst>
          </p:cNvPr>
          <p:cNvSpPr>
            <a:spLocks noGrp="1" noChangeArrowheads="1"/>
          </p:cNvSpPr>
          <p:nvPr>
            <p:ph type="subTitle" idx="1" hasCustomPrompt="1"/>
          </p:nvPr>
        </p:nvSpPr>
        <p:spPr>
          <a:xfrm>
            <a:off x="2668587" y="3600000"/>
            <a:ext cx="6854825" cy="754236"/>
          </a:xfrm>
          <a:prstGeom prst="rect">
            <a:avLst/>
          </a:prstGeom>
        </p:spPr>
        <p:txBody>
          <a:bodyPr tIns="0">
            <a:noAutofit/>
          </a:bodyPr>
          <a:lstStyle>
            <a:lvl1pPr marL="0" indent="0" algn="ctr">
              <a:lnSpc>
                <a:spcPct val="114000"/>
              </a:lnSpc>
              <a:buFont typeface="Volvo Novum" panose="020B0503040502060204" pitchFamily="34" charset="0"/>
              <a:buNone/>
              <a:defRPr sz="1400" spc="0" baseline="0">
                <a:latin typeface="+mn-lt"/>
                <a:ea typeface="Volvo Broad Pro" panose="02000606020000020004" pitchFamily="50" charset="0"/>
                <a:cs typeface="+mn-cs"/>
              </a:defRPr>
            </a:lvl1pPr>
          </a:lstStyle>
          <a:p>
            <a:pPr lvl="0"/>
            <a:r>
              <a:rPr lang="en-US" noProof="0"/>
              <a:t>Insert sub headline</a:t>
            </a:r>
          </a:p>
        </p:txBody>
      </p:sp>
      <p:sp>
        <p:nvSpPr>
          <p:cNvPr id="2" name="Title 1">
            <a:extLst>
              <a:ext uri="{FF2B5EF4-FFF2-40B4-BE49-F238E27FC236}">
                <a16:creationId xmlns:a16="http://schemas.microsoft.com/office/drawing/2014/main" id="{2489EA45-A61D-4DBE-8226-13D071120F62}"/>
              </a:ext>
            </a:extLst>
          </p:cNvPr>
          <p:cNvSpPr>
            <a:spLocks noGrp="1"/>
          </p:cNvSpPr>
          <p:nvPr>
            <p:ph type="title" hasCustomPrompt="1"/>
          </p:nvPr>
        </p:nvSpPr>
        <p:spPr>
          <a:xfrm>
            <a:off x="2001669" y="2337420"/>
            <a:ext cx="8188657" cy="1135374"/>
          </a:xfrm>
        </p:spPr>
        <p:txBody>
          <a:bodyPr anchor="b" anchorCtr="0"/>
          <a:lstStyle>
            <a:lvl1pPr algn="ctr">
              <a:lnSpc>
                <a:spcPct val="113000"/>
              </a:lnSpc>
              <a:defRPr sz="3200"/>
            </a:lvl1pPr>
          </a:lstStyle>
          <a:p>
            <a:r>
              <a:rPr lang="en-US"/>
              <a:t>Insert headline</a:t>
            </a:r>
            <a:endParaRPr lang="sv-SE"/>
          </a:p>
        </p:txBody>
      </p:sp>
      <p:sp>
        <p:nvSpPr>
          <p:cNvPr id="8" name="Logotype">
            <a:extLst>
              <a:ext uri="{FF2B5EF4-FFF2-40B4-BE49-F238E27FC236}">
                <a16:creationId xmlns:a16="http://schemas.microsoft.com/office/drawing/2014/main" id="{81232A66-82D4-4B81-8D26-92D4F4FF2530}"/>
              </a:ext>
            </a:extLst>
          </p:cNvPr>
          <p:cNvSpPr>
            <a:spLocks noGrp="1" noChangeAspect="1"/>
          </p:cNvSpPr>
          <p:nvPr>
            <p:ph type="body" sz="quarter" idx="16" hasCustomPrompt="1"/>
          </p:nvPr>
        </p:nvSpPr>
        <p:spPr>
          <a:xfrm>
            <a:off x="287927"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300610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2 Chapter - Headline with dark background">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04AE67-31E6-4B83-94BC-D89600871A4C}"/>
              </a:ext>
            </a:extLst>
          </p:cNvPr>
          <p:cNvSpPr>
            <a:spLocks noGrp="1"/>
          </p:cNvSpPr>
          <p:nvPr>
            <p:ph type="ftr" sz="quarter" idx="10"/>
          </p:nvPr>
        </p:nvSpPr>
        <p:spPr/>
        <p:txBody>
          <a:bodyPr/>
          <a:lstStyle>
            <a:lvl1pPr>
              <a:defRPr>
                <a:solidFill>
                  <a:schemeClr val="bg1"/>
                </a:solidFill>
              </a:defRPr>
            </a:lvl1pPr>
          </a:lstStyle>
          <a:p>
            <a:r>
              <a:rPr lang="en-US"/>
              <a:t>Connectivity | Anders Björklund | Internal</a:t>
            </a:r>
          </a:p>
        </p:txBody>
      </p:sp>
      <p:sp>
        <p:nvSpPr>
          <p:cNvPr id="4" name="Slide Number Placeholder 3">
            <a:extLst>
              <a:ext uri="{FF2B5EF4-FFF2-40B4-BE49-F238E27FC236}">
                <a16:creationId xmlns:a16="http://schemas.microsoft.com/office/drawing/2014/main" id="{E26CFD90-A60F-4078-BB20-BB1424378529}"/>
              </a:ext>
            </a:extLst>
          </p:cNvPr>
          <p:cNvSpPr>
            <a:spLocks noGrp="1"/>
          </p:cNvSpPr>
          <p:nvPr>
            <p:ph type="sldNum" sz="quarter" idx="11"/>
          </p:nvPr>
        </p:nvSpPr>
        <p:spPr/>
        <p:txBody>
          <a:bodyPr/>
          <a:lstStyle>
            <a:lvl1pPr>
              <a:defRPr>
                <a:solidFill>
                  <a:schemeClr val="bg1"/>
                </a:solidFill>
              </a:defRPr>
            </a:lvl1pPr>
          </a:lstStyle>
          <a:p>
            <a:fld id="{F4BB9EDD-1740-4E4A-8601-A7D0893F42E6}" type="slidenum">
              <a:rPr lang="en-US" smtClean="0"/>
              <a:pPr/>
              <a:t>‹#›</a:t>
            </a:fld>
            <a:endParaRPr lang="en-US"/>
          </a:p>
        </p:txBody>
      </p:sp>
      <p:sp>
        <p:nvSpPr>
          <p:cNvPr id="5" name="Date Placeholder 4">
            <a:extLst>
              <a:ext uri="{FF2B5EF4-FFF2-40B4-BE49-F238E27FC236}">
                <a16:creationId xmlns:a16="http://schemas.microsoft.com/office/drawing/2014/main" id="{C15C6101-0437-4F7A-9363-4B7E6C7BE385}"/>
              </a:ext>
            </a:extLst>
          </p:cNvPr>
          <p:cNvSpPr>
            <a:spLocks noGrp="1"/>
          </p:cNvSpPr>
          <p:nvPr>
            <p:ph type="dt" sz="half" idx="12"/>
          </p:nvPr>
        </p:nvSpPr>
        <p:spPr/>
        <p:txBody>
          <a:bodyPr/>
          <a:lstStyle>
            <a:lvl1pPr>
              <a:defRPr>
                <a:solidFill>
                  <a:schemeClr val="bg1"/>
                </a:solidFill>
              </a:defRPr>
            </a:lvl1pPr>
          </a:lstStyle>
          <a:p>
            <a:r>
              <a:rPr lang="en-US"/>
              <a:t>2023</a:t>
            </a:r>
          </a:p>
        </p:txBody>
      </p:sp>
      <p:sp>
        <p:nvSpPr>
          <p:cNvPr id="7" name="Subtitle 6">
            <a:extLst>
              <a:ext uri="{FF2B5EF4-FFF2-40B4-BE49-F238E27FC236}">
                <a16:creationId xmlns:a16="http://schemas.microsoft.com/office/drawing/2014/main" id="{380F1236-AB04-4B51-92A3-C5004390C03D}"/>
              </a:ext>
            </a:extLst>
          </p:cNvPr>
          <p:cNvSpPr>
            <a:spLocks noGrp="1" noChangeArrowheads="1"/>
          </p:cNvSpPr>
          <p:nvPr>
            <p:ph type="subTitle" idx="1" hasCustomPrompt="1"/>
          </p:nvPr>
        </p:nvSpPr>
        <p:spPr>
          <a:xfrm>
            <a:off x="2668587" y="3600000"/>
            <a:ext cx="6854825" cy="754236"/>
          </a:xfrm>
          <a:prstGeom prst="rect">
            <a:avLst/>
          </a:prstGeom>
        </p:spPr>
        <p:txBody>
          <a:bodyPr tIns="0">
            <a:noAutofit/>
          </a:bodyPr>
          <a:lstStyle>
            <a:lvl1pPr marL="0" indent="0" algn="ctr">
              <a:lnSpc>
                <a:spcPct val="114000"/>
              </a:lnSpc>
              <a:buFont typeface="Volvo Novum" panose="020B0503040502060204" pitchFamily="34" charset="0"/>
              <a:buNone/>
              <a:defRPr sz="1400" spc="0" baseline="0">
                <a:solidFill>
                  <a:schemeClr val="bg1"/>
                </a:solidFill>
                <a:latin typeface="+mn-lt"/>
                <a:ea typeface="Volvo Broad Pro" panose="02000606020000020004" pitchFamily="50" charset="0"/>
                <a:cs typeface="+mn-cs"/>
              </a:defRPr>
            </a:lvl1pPr>
          </a:lstStyle>
          <a:p>
            <a:pPr lvl="0"/>
            <a:r>
              <a:rPr lang="en-US" noProof="0"/>
              <a:t>Insert sub headline</a:t>
            </a:r>
          </a:p>
        </p:txBody>
      </p:sp>
      <p:sp>
        <p:nvSpPr>
          <p:cNvPr id="2" name="Title 1">
            <a:extLst>
              <a:ext uri="{FF2B5EF4-FFF2-40B4-BE49-F238E27FC236}">
                <a16:creationId xmlns:a16="http://schemas.microsoft.com/office/drawing/2014/main" id="{2489EA45-A61D-4DBE-8226-13D071120F62}"/>
              </a:ext>
            </a:extLst>
          </p:cNvPr>
          <p:cNvSpPr>
            <a:spLocks noGrp="1"/>
          </p:cNvSpPr>
          <p:nvPr>
            <p:ph type="title" hasCustomPrompt="1"/>
          </p:nvPr>
        </p:nvSpPr>
        <p:spPr>
          <a:xfrm>
            <a:off x="2001669" y="2337420"/>
            <a:ext cx="8188657" cy="1135374"/>
          </a:xfrm>
        </p:spPr>
        <p:txBody>
          <a:bodyPr anchor="b" anchorCtr="0"/>
          <a:lstStyle>
            <a:lvl1pPr algn="ctr">
              <a:lnSpc>
                <a:spcPct val="113000"/>
              </a:lnSpc>
              <a:defRPr sz="3200">
                <a:solidFill>
                  <a:schemeClr val="bg1"/>
                </a:solidFill>
              </a:defRPr>
            </a:lvl1pPr>
          </a:lstStyle>
          <a:p>
            <a:r>
              <a:rPr lang="en-US"/>
              <a:t>Insert headline</a:t>
            </a:r>
            <a:endParaRPr lang="sv-SE"/>
          </a:p>
        </p:txBody>
      </p:sp>
      <p:pic>
        <p:nvPicPr>
          <p:cNvPr id="8" name="Graphic 7">
            <a:extLst>
              <a:ext uri="{FF2B5EF4-FFF2-40B4-BE49-F238E27FC236}">
                <a16:creationId xmlns:a16="http://schemas.microsoft.com/office/drawing/2014/main" id="{A1B19DDB-28DE-477F-A297-CD8DA8470CB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85800" y="278990"/>
            <a:ext cx="1220400" cy="93600"/>
          </a:xfrm>
          <a:prstGeom prst="rect">
            <a:avLst/>
          </a:prstGeom>
        </p:spPr>
      </p:pic>
      <p:sp>
        <p:nvSpPr>
          <p:cNvPr id="10" name="Logotype">
            <a:extLst>
              <a:ext uri="{FF2B5EF4-FFF2-40B4-BE49-F238E27FC236}">
                <a16:creationId xmlns:a16="http://schemas.microsoft.com/office/drawing/2014/main" id="{4B9937C0-739B-4C80-86D0-F72887398C6F}"/>
              </a:ext>
            </a:extLst>
          </p:cNvPr>
          <p:cNvSpPr>
            <a:spLocks noGrp="1" noChangeAspect="1"/>
          </p:cNvSpPr>
          <p:nvPr>
            <p:ph type="body" sz="quarter" idx="21" hasCustomPrompt="1"/>
          </p:nvPr>
        </p:nvSpPr>
        <p:spPr>
          <a:xfrm>
            <a:off x="287927" y="6218305"/>
            <a:ext cx="1540800" cy="162000"/>
          </a:xfrm>
          <a:prstGeom prst="rect">
            <a:avLst/>
          </a:prstGeom>
          <a:blipFill>
            <a:blip r:embed="rId4">
              <a:extLst>
                <a:ext uri="{96DAC541-7B7A-43D3-8B79-37D633B846F1}">
                  <asvg:svgBlip xmlns:asvg="http://schemas.microsoft.com/office/drawing/2016/SVG/main" r:embed="rId5"/>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71237068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1 Content - Title and bullet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766763" y="1616198"/>
            <a:ext cx="6562725" cy="4077388"/>
          </a:xfrm>
        </p:spPr>
        <p:txBody>
          <a:body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Connectivity | Anders Björklund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639246"/>
            <a:ext cx="8986837" cy="913510"/>
          </a:xfrm>
        </p:spPr>
        <p:txBody>
          <a:bodyPr/>
          <a:lstStyle>
            <a:lvl1pPr>
              <a:defRPr/>
            </a:lvl1pPr>
          </a:lstStyle>
          <a:p>
            <a:r>
              <a:rPr lang="en-US"/>
              <a:t>Insert headline on maximum one line</a:t>
            </a:r>
          </a:p>
        </p:txBody>
      </p:sp>
      <p:sp>
        <p:nvSpPr>
          <p:cNvPr id="8" name="Entity">
            <a:extLst>
              <a:ext uri="{FF2B5EF4-FFF2-40B4-BE49-F238E27FC236}">
                <a16:creationId xmlns:a16="http://schemas.microsoft.com/office/drawing/2014/main" id="{482DCAC8-4832-477B-8C58-B560F7F894A3}"/>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720192773"/>
      </p:ext>
    </p:extLst>
  </p:cSld>
  <p:clrMapOvr>
    <a:masterClrMapping/>
  </p:clrMapOvr>
  <p:extLst>
    <p:ext uri="{DCECCB84-F9BA-43D5-87BE-67443E8EF086}">
      <p15:sldGuideLst xmlns:p15="http://schemas.microsoft.com/office/powerpoint/2012/main">
        <p15:guide id="1" orient="horz" pos="3793">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2 Content - Title, bullet text with pictur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766763" y="1616200"/>
            <a:ext cx="5319018" cy="4402814"/>
          </a:xfrm>
        </p:spPr>
        <p:txBody>
          <a:body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Connectivity | Anders Björklund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639248"/>
            <a:ext cx="10137026" cy="800478"/>
          </a:xfrm>
        </p:spPr>
        <p:txBody>
          <a:bodyPr wrap="square"/>
          <a:lstStyle>
            <a:lvl1pPr>
              <a:defRPr/>
            </a:lvl1pPr>
          </a:lstStyle>
          <a:p>
            <a:r>
              <a:rPr lang="en-US"/>
              <a:t>Insert headline</a:t>
            </a:r>
          </a:p>
        </p:txBody>
      </p:sp>
      <p:sp>
        <p:nvSpPr>
          <p:cNvPr id="9" name="Picture Placeholder 5">
            <a:extLst>
              <a:ext uri="{FF2B5EF4-FFF2-40B4-BE49-F238E27FC236}">
                <a16:creationId xmlns:a16="http://schemas.microsoft.com/office/drawing/2014/main" id="{5625D45F-02D3-44E1-BD03-8D4E7CD63470}"/>
              </a:ext>
            </a:extLst>
          </p:cNvPr>
          <p:cNvSpPr>
            <a:spLocks noGrp="1"/>
          </p:cNvSpPr>
          <p:nvPr>
            <p:ph type="pic" sz="quarter" idx="15" hasCustomPrompt="1"/>
          </p:nvPr>
        </p:nvSpPr>
        <p:spPr>
          <a:xfrm>
            <a:off x="6496838" y="1708029"/>
            <a:ext cx="4928400" cy="4310985"/>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8" name="Entity">
            <a:extLst>
              <a:ext uri="{FF2B5EF4-FFF2-40B4-BE49-F238E27FC236}">
                <a16:creationId xmlns:a16="http://schemas.microsoft.com/office/drawing/2014/main" id="{B30277E6-C1E2-41AB-BD2A-FFA132463CE8}"/>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3264162002"/>
      </p:ext>
    </p:extLst>
  </p:cSld>
  <p:clrMapOvr>
    <a:masterClrMapping/>
  </p:clrMapOvr>
  <p:extLst>
    <p:ext uri="{DCECCB84-F9BA-43D5-87BE-67443E8EF086}">
      <p15:sldGuideLst xmlns:p15="http://schemas.microsoft.com/office/powerpoint/2012/main">
        <p15:guide id="1" pos="4089">
          <p15:clr>
            <a:srgbClr val="FBAE40"/>
          </p15:clr>
        </p15:guide>
        <p15:guide id="2" orient="horz" pos="3793">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3.2 Content - Title, bullet text with pictur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766763" y="1616200"/>
            <a:ext cx="4969803" cy="4075015"/>
          </a:xfrm>
        </p:spPr>
        <p:txBody>
          <a:body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Connectivity | Anders Björklund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639248"/>
            <a:ext cx="10137026" cy="800478"/>
          </a:xfrm>
        </p:spPr>
        <p:txBody>
          <a:bodyPr wrap="square"/>
          <a:lstStyle>
            <a:lvl1pPr>
              <a:defRPr/>
            </a:lvl1pPr>
          </a:lstStyle>
          <a:p>
            <a:r>
              <a:rPr lang="en-US"/>
              <a:t>Insert headline</a:t>
            </a:r>
          </a:p>
        </p:txBody>
      </p:sp>
      <p:sp>
        <p:nvSpPr>
          <p:cNvPr id="8" name="Entity">
            <a:extLst>
              <a:ext uri="{FF2B5EF4-FFF2-40B4-BE49-F238E27FC236}">
                <a16:creationId xmlns:a16="http://schemas.microsoft.com/office/drawing/2014/main" id="{B30277E6-C1E2-41AB-BD2A-FFA132463CE8}"/>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10" name="Text Placeholder 6">
            <a:extLst>
              <a:ext uri="{FF2B5EF4-FFF2-40B4-BE49-F238E27FC236}">
                <a16:creationId xmlns:a16="http://schemas.microsoft.com/office/drawing/2014/main" id="{ED2DE234-6CDA-4746-9CA1-5465A36C9BF7}"/>
              </a:ext>
            </a:extLst>
          </p:cNvPr>
          <p:cNvSpPr>
            <a:spLocks noGrp="1"/>
          </p:cNvSpPr>
          <p:nvPr>
            <p:ph type="body" sz="quarter" idx="22"/>
          </p:nvPr>
        </p:nvSpPr>
        <p:spPr>
          <a:xfrm>
            <a:off x="5988105" y="1600757"/>
            <a:ext cx="4969803" cy="4075015"/>
          </a:xfrm>
        </p:spPr>
        <p:txBody>
          <a:body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24064447"/>
      </p:ext>
    </p:extLst>
  </p:cSld>
  <p:clrMapOvr>
    <a:masterClrMapping/>
  </p:clrMapOvr>
  <p:extLst>
    <p:ext uri="{DCECCB84-F9BA-43D5-87BE-67443E8EF086}">
      <p15:sldGuideLst xmlns:p15="http://schemas.microsoft.com/office/powerpoint/2012/main">
        <p15:guide id="1" pos="4089">
          <p15:clr>
            <a:srgbClr val="FBAE40"/>
          </p15:clr>
        </p15:guide>
        <p15:guide id="2" orient="horz" pos="3793">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3 Content – Two column picture with tex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785CA666-6C70-4EFB-B252-337286966A6F}"/>
              </a:ext>
            </a:extLst>
          </p:cNvPr>
          <p:cNvSpPr>
            <a:spLocks noGrp="1"/>
          </p:cNvSpPr>
          <p:nvPr>
            <p:ph type="pic" sz="quarter" idx="15" hasCustomPrompt="1"/>
          </p:nvPr>
        </p:nvSpPr>
        <p:spPr>
          <a:xfrm>
            <a:off x="766763" y="2133599"/>
            <a:ext cx="5147179" cy="2909889"/>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14" name="Picture Placeholder 5">
            <a:extLst>
              <a:ext uri="{FF2B5EF4-FFF2-40B4-BE49-F238E27FC236}">
                <a16:creationId xmlns:a16="http://schemas.microsoft.com/office/drawing/2014/main" id="{813A8910-5699-4EE0-A403-9991CA89EE9C}"/>
              </a:ext>
            </a:extLst>
          </p:cNvPr>
          <p:cNvSpPr>
            <a:spLocks noGrp="1"/>
          </p:cNvSpPr>
          <p:nvPr>
            <p:ph type="pic" sz="quarter" idx="16" hasCustomPrompt="1"/>
          </p:nvPr>
        </p:nvSpPr>
        <p:spPr>
          <a:xfrm>
            <a:off x="6278059" y="2133599"/>
            <a:ext cx="5147179" cy="2909889"/>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66762" y="5158324"/>
            <a:ext cx="5147179" cy="538451"/>
          </a:xfrm>
        </p:spPr>
        <p:txBody>
          <a:bodyPr>
            <a:noAutofit/>
          </a:bodyPr>
          <a:lstStyle>
            <a:lvl1pPr marL="0" indent="0">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 (max two rows)</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Connectivity | Anders Björklund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967047"/>
            <a:ext cx="8986837" cy="1011689"/>
          </a:xfrm>
        </p:spPr>
        <p:txBody>
          <a:bodyPr/>
          <a:lstStyle>
            <a:lvl1pPr>
              <a:defRPr/>
            </a:lvl1pPr>
          </a:lstStyle>
          <a:p>
            <a:r>
              <a:rPr lang="en-US"/>
              <a:t>Insert headline on maximum one line</a:t>
            </a:r>
          </a:p>
        </p:txBody>
      </p:sp>
      <p:sp>
        <p:nvSpPr>
          <p:cNvPr id="15" name="Text Placeholder 6">
            <a:extLst>
              <a:ext uri="{FF2B5EF4-FFF2-40B4-BE49-F238E27FC236}">
                <a16:creationId xmlns:a16="http://schemas.microsoft.com/office/drawing/2014/main" id="{434E44B9-8C04-47FC-8B4D-A7840BEE1D59}"/>
              </a:ext>
            </a:extLst>
          </p:cNvPr>
          <p:cNvSpPr>
            <a:spLocks noGrp="1"/>
          </p:cNvSpPr>
          <p:nvPr>
            <p:ph type="body" sz="quarter" idx="17" hasCustomPrompt="1"/>
          </p:nvPr>
        </p:nvSpPr>
        <p:spPr>
          <a:xfrm>
            <a:off x="6278059" y="5158324"/>
            <a:ext cx="5147179" cy="538451"/>
          </a:xfrm>
        </p:spPr>
        <p:txBody>
          <a:bodyPr>
            <a:noAutofit/>
          </a:bodyPr>
          <a:lstStyle>
            <a:lvl1pPr marL="0" indent="0">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 (max two rows)</a:t>
            </a:r>
          </a:p>
        </p:txBody>
      </p:sp>
      <p:sp>
        <p:nvSpPr>
          <p:cNvPr id="12" name="Entity">
            <a:extLst>
              <a:ext uri="{FF2B5EF4-FFF2-40B4-BE49-F238E27FC236}">
                <a16:creationId xmlns:a16="http://schemas.microsoft.com/office/drawing/2014/main" id="{F3B2098D-1055-43BE-81EB-9C6A31EC23A6}"/>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403282432"/>
      </p:ext>
    </p:extLst>
  </p:cSld>
  <p:clrMapOvr>
    <a:masterClrMapping/>
  </p:clrMapOvr>
  <p:extLst>
    <p:ext uri="{DCECCB84-F9BA-43D5-87BE-67443E8EF086}">
      <p15:sldGuideLst xmlns:p15="http://schemas.microsoft.com/office/powerpoint/2012/main">
        <p15:guide id="1" pos="3727">
          <p15:clr>
            <a:srgbClr val="FBAE40"/>
          </p15:clr>
        </p15:guide>
        <p15:guide id="2" pos="3953">
          <p15:clr>
            <a:srgbClr val="FBAE40"/>
          </p15:clr>
        </p15:guide>
        <p15:guide id="3" orient="horz" pos="1344">
          <p15:clr>
            <a:srgbClr val="FBAE40"/>
          </p15:clr>
        </p15:guide>
        <p15:guide id="4" orient="horz" pos="3249">
          <p15:clr>
            <a:srgbClr val="FBAE40"/>
          </p15:clr>
        </p15:guide>
        <p15:guide id="5" orient="horz" pos="3793">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4 Content – Content - Title, bullet text with left pictur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7671831" y="2022491"/>
            <a:ext cx="3753407" cy="3782997"/>
          </a:xfrm>
        </p:spPr>
        <p:txBody>
          <a:bodyPr/>
          <a:lstStyle>
            <a:lvl1pPr>
              <a:lnSpc>
                <a:spcPct val="120000"/>
              </a:lnSpc>
              <a:defRPr/>
            </a:lvl1pPr>
            <a:lvl2pPr>
              <a:lnSpc>
                <a:spcPct val="120000"/>
              </a:lnSpc>
              <a:defRPr/>
            </a:lvl2pPr>
            <a:lvl3pPr marL="339725" indent="0">
              <a:buNone/>
              <a:defRPr/>
            </a:lvl3pPr>
          </a:lstStyle>
          <a:p>
            <a:pPr lvl="0"/>
            <a:r>
              <a:rPr lang="en-US"/>
              <a:t>Click to edit Master text styles</a:t>
            </a:r>
          </a:p>
          <a:p>
            <a:pPr lvl="1"/>
            <a:r>
              <a:rPr lang="en-US"/>
              <a:t>Second level</a:t>
            </a:r>
          </a:p>
        </p:txBody>
      </p:sp>
      <p:sp>
        <p:nvSpPr>
          <p:cNvPr id="9" name="Picture Placeholder 5">
            <a:extLst>
              <a:ext uri="{FF2B5EF4-FFF2-40B4-BE49-F238E27FC236}">
                <a16:creationId xmlns:a16="http://schemas.microsoft.com/office/drawing/2014/main" id="{CC159C85-B2DF-448E-87B5-B6A0E0763223}"/>
              </a:ext>
            </a:extLst>
          </p:cNvPr>
          <p:cNvSpPr>
            <a:spLocks noGrp="1"/>
          </p:cNvSpPr>
          <p:nvPr>
            <p:ph type="pic" sz="quarter" idx="15" hasCustomPrompt="1"/>
          </p:nvPr>
        </p:nvSpPr>
        <p:spPr>
          <a:xfrm>
            <a:off x="766763" y="2133599"/>
            <a:ext cx="6527799" cy="3671889"/>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Connectivity | Anders Björklund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967047"/>
            <a:ext cx="8986837" cy="1011689"/>
          </a:xfrm>
        </p:spPr>
        <p:txBody>
          <a:bodyPr/>
          <a:lstStyle>
            <a:lvl1pPr>
              <a:defRPr/>
            </a:lvl1pPr>
          </a:lstStyle>
          <a:p>
            <a:r>
              <a:rPr lang="en-US"/>
              <a:t>Insert headline on maximum one line</a:t>
            </a:r>
          </a:p>
        </p:txBody>
      </p:sp>
      <p:sp>
        <p:nvSpPr>
          <p:cNvPr id="10" name="Entity">
            <a:extLst>
              <a:ext uri="{FF2B5EF4-FFF2-40B4-BE49-F238E27FC236}">
                <a16:creationId xmlns:a16="http://schemas.microsoft.com/office/drawing/2014/main" id="{D93476B7-5CBA-4765-B23A-B679AEB232A0}"/>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1535362544"/>
      </p:ext>
    </p:extLst>
  </p:cSld>
  <p:clrMapOvr>
    <a:masterClrMapping/>
  </p:clrMapOvr>
  <p:extLst>
    <p:ext uri="{DCECCB84-F9BA-43D5-87BE-67443E8EF086}">
      <p15:sldGuideLst xmlns:p15="http://schemas.microsoft.com/office/powerpoint/2012/main">
        <p15:guide id="1" orient="horz" pos="1344">
          <p15:clr>
            <a:srgbClr val="FBAE40"/>
          </p15:clr>
        </p15:guide>
        <p15:guide id="2" orient="horz" pos="365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5 Content - Title, text with large right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1961186"/>
            <a:ext cx="3419999" cy="853929"/>
          </a:xfrm>
        </p:spPr>
        <p:txBody>
          <a:bodyPr wrap="square" bIns="0" anchor="b" anchorCtr="0"/>
          <a:lstStyle>
            <a:lvl1pPr>
              <a:defRPr/>
            </a:lvl1pPr>
          </a:lstStyle>
          <a:p>
            <a:r>
              <a:rPr lang="en-US"/>
              <a:t>Insert headline</a:t>
            </a:r>
          </a:p>
        </p:txBody>
      </p:sp>
      <p:sp>
        <p:nvSpPr>
          <p:cNvPr id="9" name="Picture Placeholder 5">
            <a:extLst>
              <a:ext uri="{FF2B5EF4-FFF2-40B4-BE49-F238E27FC236}">
                <a16:creationId xmlns:a16="http://schemas.microsoft.com/office/drawing/2014/main" id="{CC159C85-B2DF-448E-87B5-B6A0E0763223}"/>
              </a:ext>
            </a:extLst>
          </p:cNvPr>
          <p:cNvSpPr>
            <a:spLocks noGrp="1"/>
          </p:cNvSpPr>
          <p:nvPr>
            <p:ph type="pic" sz="quarter" idx="15" hasCustomPrompt="1"/>
          </p:nvPr>
        </p:nvSpPr>
        <p:spPr>
          <a:xfrm>
            <a:off x="4440238" y="1089025"/>
            <a:ext cx="6985000" cy="4716463"/>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66762" y="2916001"/>
            <a:ext cx="3027923" cy="2889488"/>
          </a:xfrm>
        </p:spPr>
        <p:txBody>
          <a:bodyPr/>
          <a:lstStyle>
            <a:lvl1pPr marL="0" indent="0">
              <a:lnSpc>
                <a:spcPct val="120000"/>
              </a:lnSpc>
              <a:buFontTx/>
              <a:buNone/>
              <a:defRPr/>
            </a:lvl1pPr>
            <a:lvl2pPr marL="163513" indent="0">
              <a:buFontTx/>
              <a:buNone/>
              <a:defRPr/>
            </a:lvl2pPr>
            <a:lvl3pPr marL="339725" indent="0">
              <a:buNone/>
              <a:defRPr/>
            </a:lvl3pPr>
          </a:lstStyle>
          <a:p>
            <a:pPr lvl="0"/>
            <a:r>
              <a:rPr lang="en-US"/>
              <a:t>Insert text</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Connectivity | Anders Björklund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8" name="Entity">
            <a:extLst>
              <a:ext uri="{FF2B5EF4-FFF2-40B4-BE49-F238E27FC236}">
                <a16:creationId xmlns:a16="http://schemas.microsoft.com/office/drawing/2014/main" id="{789750BC-27DF-4F27-993F-6C59438B859F}"/>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3793864958"/>
      </p:ext>
    </p:extLst>
  </p:cSld>
  <p:clrMapOvr>
    <a:masterClrMapping/>
  </p:clrMapOvr>
  <p:extLst>
    <p:ext uri="{DCECCB84-F9BA-43D5-87BE-67443E8EF086}">
      <p15:sldGuideLst xmlns:p15="http://schemas.microsoft.com/office/powerpoint/2012/main">
        <p15:guide id="1" pos="2797">
          <p15:clr>
            <a:srgbClr val="FBAE40"/>
          </p15:clr>
        </p15:guide>
        <p15:guide id="2" orient="horz" pos="3657">
          <p15:clr>
            <a:srgbClr val="FBAE40"/>
          </p15:clr>
        </p15:guide>
        <p15:guide id="3" orient="horz" pos="1729">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6 Content - Title, text with large left picture">
    <p:spTree>
      <p:nvGrpSpPr>
        <p:cNvPr id="1" name=""/>
        <p:cNvGrpSpPr/>
        <p:nvPr/>
      </p:nvGrpSpPr>
      <p:grpSpPr>
        <a:xfrm>
          <a:off x="0" y="0"/>
          <a:ext cx="0" cy="0"/>
          <a:chOff x="0" y="0"/>
          <a:chExt cx="0" cy="0"/>
        </a:xfrm>
      </p:grpSpPr>
      <p:sp>
        <p:nvSpPr>
          <p:cNvPr id="9" name="Picture Placeholder 5">
            <a:extLst>
              <a:ext uri="{FF2B5EF4-FFF2-40B4-BE49-F238E27FC236}">
                <a16:creationId xmlns:a16="http://schemas.microsoft.com/office/drawing/2014/main" id="{CC159C85-B2DF-448E-87B5-B6A0E0763223}"/>
              </a:ext>
            </a:extLst>
          </p:cNvPr>
          <p:cNvSpPr>
            <a:spLocks noGrp="1"/>
          </p:cNvSpPr>
          <p:nvPr>
            <p:ph type="pic" sz="quarter" idx="15" hasCustomPrompt="1"/>
          </p:nvPr>
        </p:nvSpPr>
        <p:spPr>
          <a:xfrm>
            <a:off x="766762" y="1089025"/>
            <a:ext cx="6985000" cy="4716463"/>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8005239" y="1961186"/>
            <a:ext cx="3419999" cy="853929"/>
          </a:xfrm>
        </p:spPr>
        <p:txBody>
          <a:bodyPr wrap="square" bIns="0" anchor="b" anchorCtr="0"/>
          <a:lstStyle>
            <a:lvl1pPr>
              <a:defRPr/>
            </a:lvl1pPr>
          </a:lstStyle>
          <a:p>
            <a:r>
              <a:rPr lang="en-US"/>
              <a:t>Insert headline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8005238" y="2916001"/>
            <a:ext cx="3027923" cy="2889488"/>
          </a:xfrm>
        </p:spPr>
        <p:txBody>
          <a:bodyPr/>
          <a:lstStyle>
            <a:lvl1pPr marL="0" indent="0">
              <a:lnSpc>
                <a:spcPct val="120000"/>
              </a:lnSpc>
              <a:buFontTx/>
              <a:buNone/>
              <a:defRPr/>
            </a:lvl1pPr>
            <a:lvl2pPr marL="163513" indent="0">
              <a:buFontTx/>
              <a:buNone/>
              <a:defRPr/>
            </a:lvl2pPr>
            <a:lvl3pPr marL="339725" indent="0">
              <a:buNone/>
              <a:defRPr/>
            </a:lvl3pPr>
          </a:lstStyle>
          <a:p>
            <a:pPr lvl="0"/>
            <a:r>
              <a:rPr lang="en-US"/>
              <a:t>Insert text</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Connectivity | Anders Björklund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8" name="Entity">
            <a:extLst>
              <a:ext uri="{FF2B5EF4-FFF2-40B4-BE49-F238E27FC236}">
                <a16:creationId xmlns:a16="http://schemas.microsoft.com/office/drawing/2014/main" id="{B0A5FA72-DEF0-4E13-B77D-CF2CD972ABC2}"/>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4115257659"/>
      </p:ext>
    </p:extLst>
  </p:cSld>
  <p:clrMapOvr>
    <a:masterClrMapping/>
  </p:clrMapOvr>
  <p:extLst>
    <p:ext uri="{DCECCB84-F9BA-43D5-87BE-67443E8EF086}">
      <p15:sldGuideLst xmlns:p15="http://schemas.microsoft.com/office/powerpoint/2012/main">
        <p15:guide id="1" pos="2797">
          <p15:clr>
            <a:srgbClr val="FBAE40"/>
          </p15:clr>
        </p15:guide>
        <p15:guide id="2" orient="horz" pos="3657">
          <p15:clr>
            <a:srgbClr val="FBAE40"/>
          </p15:clr>
        </p15:guide>
        <p15:guide id="3" orient="horz" pos="1729">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7 Content – Title, text with medium right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1961186"/>
            <a:ext cx="5681724" cy="853929"/>
          </a:xfrm>
        </p:spPr>
        <p:txBody>
          <a:bodyPr wrap="square" bIns="0" anchor="b" anchorCtr="0"/>
          <a:lstStyle>
            <a:lvl1pPr>
              <a:defRPr/>
            </a:lvl1pPr>
          </a:lstStyle>
          <a:p>
            <a:r>
              <a:rPr lang="en-US"/>
              <a:t>Insert headline</a:t>
            </a:r>
          </a:p>
        </p:txBody>
      </p:sp>
      <p:sp>
        <p:nvSpPr>
          <p:cNvPr id="9" name="Picture Placeholder 5">
            <a:extLst>
              <a:ext uri="{FF2B5EF4-FFF2-40B4-BE49-F238E27FC236}">
                <a16:creationId xmlns:a16="http://schemas.microsoft.com/office/drawing/2014/main" id="{CC159C85-B2DF-448E-87B5-B6A0E0763223}"/>
              </a:ext>
            </a:extLst>
          </p:cNvPr>
          <p:cNvSpPr>
            <a:spLocks noGrp="1"/>
          </p:cNvSpPr>
          <p:nvPr>
            <p:ph type="pic" sz="quarter" idx="15" hasCustomPrompt="1"/>
          </p:nvPr>
        </p:nvSpPr>
        <p:spPr>
          <a:xfrm>
            <a:off x="6709237" y="1089025"/>
            <a:ext cx="4716000" cy="4716463"/>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66762" y="2916001"/>
            <a:ext cx="5289648" cy="2889488"/>
          </a:xfrm>
        </p:spPr>
        <p:txBody>
          <a:bodyPr/>
          <a:lstStyle>
            <a:lvl1pPr marL="0" indent="0">
              <a:lnSpc>
                <a:spcPct val="120000"/>
              </a:lnSpc>
              <a:buFontTx/>
              <a:buNone/>
              <a:defRPr/>
            </a:lvl1pPr>
            <a:lvl2pPr marL="163513" indent="0">
              <a:buFontTx/>
              <a:buNone/>
              <a:defRPr/>
            </a:lvl2pPr>
            <a:lvl3pPr marL="339725" indent="0">
              <a:buNone/>
              <a:defRPr/>
            </a:lvl3pPr>
          </a:lstStyle>
          <a:p>
            <a:pPr lvl="0"/>
            <a:r>
              <a:rPr lang="en-US"/>
              <a:t>Insert text</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Connectivity | Anders Björklund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8" name="Entity">
            <a:extLst>
              <a:ext uri="{FF2B5EF4-FFF2-40B4-BE49-F238E27FC236}">
                <a16:creationId xmlns:a16="http://schemas.microsoft.com/office/drawing/2014/main" id="{1B32B9F2-C1C8-4690-88B7-ABE271414917}"/>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595723710"/>
      </p:ext>
    </p:extLst>
  </p:cSld>
  <p:clrMapOvr>
    <a:masterClrMapping/>
  </p:clrMapOvr>
  <p:extLst>
    <p:ext uri="{DCECCB84-F9BA-43D5-87BE-67443E8EF086}">
      <p15:sldGuideLst xmlns:p15="http://schemas.microsoft.com/office/powerpoint/2012/main">
        <p15:guide id="1" orient="horz" pos="1729">
          <p15:clr>
            <a:srgbClr val="FBAE40"/>
          </p15:clr>
        </p15:guide>
        <p15:guide id="2" orient="horz" pos="3657">
          <p15:clr>
            <a:srgbClr val="FBAE40"/>
          </p15:clr>
        </p15:guide>
        <p15:guide id="3" pos="422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8 Content – Centered text">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BCEC5F-5A41-204C-BA25-9D801C2D0DE2}"/>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7E77DD3D-672A-FE4F-ACE9-A06A058BB8B5}"/>
              </a:ext>
            </a:extLst>
          </p:cNvPr>
          <p:cNvSpPr>
            <a:spLocks noGrp="1"/>
          </p:cNvSpPr>
          <p:nvPr>
            <p:ph type="ftr" sz="quarter" idx="11"/>
          </p:nvPr>
        </p:nvSpPr>
        <p:spPr/>
        <p:txBody>
          <a:bodyPr/>
          <a:lstStyle/>
          <a:p>
            <a:r>
              <a:rPr lang="en-US"/>
              <a:t>Connectivity | Anders Björklund | Internal</a:t>
            </a:r>
          </a:p>
        </p:txBody>
      </p:sp>
      <p:sp>
        <p:nvSpPr>
          <p:cNvPr id="5" name="Slide Number Placeholder 4">
            <a:extLst>
              <a:ext uri="{FF2B5EF4-FFF2-40B4-BE49-F238E27FC236}">
                <a16:creationId xmlns:a16="http://schemas.microsoft.com/office/drawing/2014/main" id="{8216A3F2-3D9F-6741-A9EE-0BA3021073B1}"/>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8" name="Rectangle 5">
            <a:extLst>
              <a:ext uri="{FF2B5EF4-FFF2-40B4-BE49-F238E27FC236}">
                <a16:creationId xmlns:a16="http://schemas.microsoft.com/office/drawing/2014/main" id="{4AF4158F-CCD6-4017-A03D-47E8978C22F8}"/>
              </a:ext>
            </a:extLst>
          </p:cNvPr>
          <p:cNvSpPr>
            <a:spLocks noGrp="1" noChangeArrowheads="1"/>
          </p:cNvSpPr>
          <p:nvPr>
            <p:ph type="ctrTitle" hasCustomPrompt="1"/>
          </p:nvPr>
        </p:nvSpPr>
        <p:spPr>
          <a:xfrm>
            <a:off x="2001673" y="1578152"/>
            <a:ext cx="8188654" cy="1135374"/>
          </a:xfrm>
          <a:prstGeom prst="rect">
            <a:avLst/>
          </a:prstGeom>
        </p:spPr>
        <p:txBody>
          <a:bodyPr anchor="b" anchorCtr="0"/>
          <a:lstStyle>
            <a:lvl1pPr algn="ctr">
              <a:lnSpc>
                <a:spcPct val="114000"/>
              </a:lnSpc>
              <a:defRPr sz="2400" b="0" i="0" spc="0" baseline="0">
                <a:solidFill>
                  <a:schemeClr val="tx1"/>
                </a:solidFill>
                <a:latin typeface="+mj-lt"/>
              </a:defRPr>
            </a:lvl1pPr>
          </a:lstStyle>
          <a:p>
            <a:pPr lvl="0"/>
            <a:r>
              <a:rPr lang="en-US" noProof="0"/>
              <a:t>Insert headline</a:t>
            </a:r>
          </a:p>
        </p:txBody>
      </p:sp>
      <p:sp>
        <p:nvSpPr>
          <p:cNvPr id="9" name="Rectangle 6">
            <a:extLst>
              <a:ext uri="{FF2B5EF4-FFF2-40B4-BE49-F238E27FC236}">
                <a16:creationId xmlns:a16="http://schemas.microsoft.com/office/drawing/2014/main" id="{932CDCD1-B8C9-4D61-BD90-5AE5F3EBAFBA}"/>
              </a:ext>
            </a:extLst>
          </p:cNvPr>
          <p:cNvSpPr>
            <a:spLocks noGrp="1" noChangeArrowheads="1"/>
          </p:cNvSpPr>
          <p:nvPr>
            <p:ph type="subTitle" idx="1" hasCustomPrompt="1"/>
          </p:nvPr>
        </p:nvSpPr>
        <p:spPr>
          <a:xfrm>
            <a:off x="2668587" y="2914939"/>
            <a:ext cx="6854825" cy="2710709"/>
          </a:xfrm>
          <a:prstGeom prst="rect">
            <a:avLst/>
          </a:prstGeom>
        </p:spPr>
        <p:txBody>
          <a:bodyPr tIns="0">
            <a:noAutofit/>
          </a:bodyPr>
          <a:lstStyle>
            <a:lvl1pPr marL="0" indent="0" algn="ctr">
              <a:lnSpc>
                <a:spcPct val="114000"/>
              </a:lnSpc>
              <a:buFont typeface="Volvo Novum" panose="020B0503040502060204" pitchFamily="34" charset="0"/>
              <a:buNone/>
              <a:defRPr sz="1600" spc="0" baseline="0">
                <a:latin typeface="+mn-lt"/>
                <a:ea typeface="Volvo Broad Pro" panose="02000606020000020004" pitchFamily="50" charset="0"/>
                <a:cs typeface="+mn-cs"/>
              </a:defRPr>
            </a:lvl1pPr>
          </a:lstStyle>
          <a:p>
            <a:pPr lvl="0"/>
            <a:r>
              <a:rPr lang="en-US" noProof="0"/>
              <a:t>Insert text</a:t>
            </a:r>
          </a:p>
        </p:txBody>
      </p:sp>
      <p:sp>
        <p:nvSpPr>
          <p:cNvPr id="7" name="Entity">
            <a:extLst>
              <a:ext uri="{FF2B5EF4-FFF2-40B4-BE49-F238E27FC236}">
                <a16:creationId xmlns:a16="http://schemas.microsoft.com/office/drawing/2014/main" id="{6F195526-DABA-4F22-900D-D9C4F2C2177B}"/>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7455367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9 Content – Three column picture with tex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785CA666-6C70-4EFB-B252-337286966A6F}"/>
              </a:ext>
            </a:extLst>
          </p:cNvPr>
          <p:cNvSpPr>
            <a:spLocks noGrp="1"/>
          </p:cNvSpPr>
          <p:nvPr>
            <p:ph type="pic" sz="quarter" idx="15" hasCustomPrompt="1"/>
          </p:nvPr>
        </p:nvSpPr>
        <p:spPr>
          <a:xfrm>
            <a:off x="766764" y="2133600"/>
            <a:ext cx="3283200" cy="3284268"/>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14" name="Picture Placeholder 5">
            <a:extLst>
              <a:ext uri="{FF2B5EF4-FFF2-40B4-BE49-F238E27FC236}">
                <a16:creationId xmlns:a16="http://schemas.microsoft.com/office/drawing/2014/main" id="{813A8910-5699-4EE0-A403-9991CA89EE9C}"/>
              </a:ext>
            </a:extLst>
          </p:cNvPr>
          <p:cNvSpPr>
            <a:spLocks noGrp="1"/>
          </p:cNvSpPr>
          <p:nvPr>
            <p:ph type="pic" sz="quarter" idx="16" hasCustomPrompt="1"/>
          </p:nvPr>
        </p:nvSpPr>
        <p:spPr>
          <a:xfrm>
            <a:off x="4454401" y="2133600"/>
            <a:ext cx="3283200" cy="3284268"/>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66763" y="5531522"/>
            <a:ext cx="3283200" cy="481897"/>
          </a:xfrm>
        </p:spPr>
        <p:txBody>
          <a:bodyPr>
            <a:noAutofit/>
          </a:bodyPr>
          <a:lstStyle>
            <a:lvl1pPr marL="0" indent="0" algn="ctr">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 (max two rows)</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Connectivity | Anders Björklund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p:txBody>
          <a:bodyPr/>
          <a:lstStyle>
            <a:lvl1pPr>
              <a:defRPr/>
            </a:lvl1pPr>
          </a:lstStyle>
          <a:p>
            <a:r>
              <a:rPr lang="en-US"/>
              <a:t>Insert headline on maximum one line</a:t>
            </a:r>
          </a:p>
        </p:txBody>
      </p:sp>
      <p:sp>
        <p:nvSpPr>
          <p:cNvPr id="11" name="Text Placeholder 10">
            <a:extLst>
              <a:ext uri="{FF2B5EF4-FFF2-40B4-BE49-F238E27FC236}">
                <a16:creationId xmlns:a16="http://schemas.microsoft.com/office/drawing/2014/main" id="{1870C302-6050-4DB1-90EC-C732F2636C4E}"/>
              </a:ext>
            </a:extLst>
          </p:cNvPr>
          <p:cNvSpPr>
            <a:spLocks noGrp="1"/>
          </p:cNvSpPr>
          <p:nvPr>
            <p:ph type="body" sz="quarter" idx="14" hasCustomPrompt="1"/>
          </p:nvPr>
        </p:nvSpPr>
        <p:spPr>
          <a:xfrm>
            <a:off x="766763" y="1457438"/>
            <a:ext cx="6562725" cy="251205"/>
          </a:xfrm>
        </p:spPr>
        <p:txBody>
          <a:bodyPr tIns="0"/>
          <a:lstStyle>
            <a:lvl1pPr marL="0" indent="0">
              <a:buFontTx/>
              <a:buNone/>
              <a:defRPr>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15" name="Text Placeholder 6">
            <a:extLst>
              <a:ext uri="{FF2B5EF4-FFF2-40B4-BE49-F238E27FC236}">
                <a16:creationId xmlns:a16="http://schemas.microsoft.com/office/drawing/2014/main" id="{434E44B9-8C04-47FC-8B4D-A7840BEE1D59}"/>
              </a:ext>
            </a:extLst>
          </p:cNvPr>
          <p:cNvSpPr>
            <a:spLocks noGrp="1"/>
          </p:cNvSpPr>
          <p:nvPr>
            <p:ph type="body" sz="quarter" idx="17" hasCustomPrompt="1"/>
          </p:nvPr>
        </p:nvSpPr>
        <p:spPr>
          <a:xfrm>
            <a:off x="4454401" y="5531522"/>
            <a:ext cx="3283200" cy="481897"/>
          </a:xfrm>
        </p:spPr>
        <p:txBody>
          <a:bodyPr>
            <a:noAutofit/>
          </a:bodyPr>
          <a:lstStyle>
            <a:lvl1pPr marL="0" indent="0" algn="ctr">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 (max two rows)</a:t>
            </a:r>
          </a:p>
        </p:txBody>
      </p:sp>
      <p:sp>
        <p:nvSpPr>
          <p:cNvPr id="18" name="Picture Placeholder 5">
            <a:extLst>
              <a:ext uri="{FF2B5EF4-FFF2-40B4-BE49-F238E27FC236}">
                <a16:creationId xmlns:a16="http://schemas.microsoft.com/office/drawing/2014/main" id="{64CDBF56-B658-420C-A173-629AC10AD794}"/>
              </a:ext>
            </a:extLst>
          </p:cNvPr>
          <p:cNvSpPr>
            <a:spLocks noGrp="1"/>
          </p:cNvSpPr>
          <p:nvPr>
            <p:ph type="pic" sz="quarter" idx="18" hasCustomPrompt="1"/>
          </p:nvPr>
        </p:nvSpPr>
        <p:spPr>
          <a:xfrm>
            <a:off x="8142038" y="2133600"/>
            <a:ext cx="3283200" cy="3284268"/>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19" name="Text Placeholder 6">
            <a:extLst>
              <a:ext uri="{FF2B5EF4-FFF2-40B4-BE49-F238E27FC236}">
                <a16:creationId xmlns:a16="http://schemas.microsoft.com/office/drawing/2014/main" id="{0CBDB873-2604-4753-94BB-6BB3846EB6BC}"/>
              </a:ext>
            </a:extLst>
          </p:cNvPr>
          <p:cNvSpPr>
            <a:spLocks noGrp="1"/>
          </p:cNvSpPr>
          <p:nvPr>
            <p:ph type="body" sz="quarter" idx="19" hasCustomPrompt="1"/>
          </p:nvPr>
        </p:nvSpPr>
        <p:spPr>
          <a:xfrm>
            <a:off x="8141567" y="5531522"/>
            <a:ext cx="3283671" cy="481897"/>
          </a:xfrm>
        </p:spPr>
        <p:txBody>
          <a:bodyPr>
            <a:noAutofit/>
          </a:bodyPr>
          <a:lstStyle>
            <a:lvl1pPr marL="0" indent="0" algn="ctr">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 (max two rows)</a:t>
            </a:r>
          </a:p>
        </p:txBody>
      </p:sp>
      <p:sp>
        <p:nvSpPr>
          <p:cNvPr id="16" name="Entity">
            <a:extLst>
              <a:ext uri="{FF2B5EF4-FFF2-40B4-BE49-F238E27FC236}">
                <a16:creationId xmlns:a16="http://schemas.microsoft.com/office/drawing/2014/main" id="{DE8A5798-B1A2-4B5A-BCE2-C6D5B2F3F437}"/>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196157636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10 Content – Four column circle picture with text">
    <p:spTree>
      <p:nvGrpSpPr>
        <p:cNvPr id="1" name=""/>
        <p:cNvGrpSpPr/>
        <p:nvPr/>
      </p:nvGrpSpPr>
      <p:grpSpPr>
        <a:xfrm>
          <a:off x="0" y="0"/>
          <a:ext cx="0" cy="0"/>
          <a:chOff x="0" y="0"/>
          <a:chExt cx="0" cy="0"/>
        </a:xfrm>
      </p:grpSpPr>
      <p:sp>
        <p:nvSpPr>
          <p:cNvPr id="35" name="Picture Placeholder 5">
            <a:extLst>
              <a:ext uri="{FF2B5EF4-FFF2-40B4-BE49-F238E27FC236}">
                <a16:creationId xmlns:a16="http://schemas.microsoft.com/office/drawing/2014/main" id="{5C0D2034-2B39-4DEA-A3A4-261CF9826EB8}"/>
              </a:ext>
            </a:extLst>
          </p:cNvPr>
          <p:cNvSpPr>
            <a:spLocks noGrp="1"/>
          </p:cNvSpPr>
          <p:nvPr>
            <p:ph type="pic" sz="quarter" idx="54" hasCustomPrompt="1"/>
          </p:nvPr>
        </p:nvSpPr>
        <p:spPr>
          <a:xfrm>
            <a:off x="9096369" y="2102484"/>
            <a:ext cx="2246400" cy="2246400"/>
          </a:xfrm>
          <a:prstGeom prst="ellipse">
            <a:avLst/>
          </a:prstGeom>
          <a:solidFill>
            <a:schemeClr val="bg1">
              <a:lumMod val="95000"/>
            </a:schemeClr>
          </a:solidFill>
        </p:spPr>
        <p:txBody>
          <a:bodyPr tIns="504000" anchor="ctr" anchorCtr="0">
            <a:noAutofit/>
          </a:bodyPr>
          <a:lstStyle>
            <a:lvl1pPr marL="0" indent="0" algn="ctr">
              <a:buFontTx/>
              <a:buNone/>
              <a:defRPr sz="1000"/>
            </a:lvl1pPr>
          </a:lstStyle>
          <a:p>
            <a:r>
              <a:rPr lang="en-US"/>
              <a:t>Insert picture</a:t>
            </a:r>
          </a:p>
        </p:txBody>
      </p:sp>
      <p:sp>
        <p:nvSpPr>
          <p:cNvPr id="13" name="Picture Placeholder 5">
            <a:extLst>
              <a:ext uri="{FF2B5EF4-FFF2-40B4-BE49-F238E27FC236}">
                <a16:creationId xmlns:a16="http://schemas.microsoft.com/office/drawing/2014/main" id="{785CA666-6C70-4EFB-B252-337286966A6F}"/>
              </a:ext>
            </a:extLst>
          </p:cNvPr>
          <p:cNvSpPr>
            <a:spLocks noGrp="1"/>
          </p:cNvSpPr>
          <p:nvPr>
            <p:ph type="pic" sz="quarter" idx="15" hasCustomPrompt="1"/>
          </p:nvPr>
        </p:nvSpPr>
        <p:spPr>
          <a:xfrm>
            <a:off x="847915" y="2102484"/>
            <a:ext cx="2246400" cy="2246400"/>
          </a:xfrm>
          <a:prstGeom prst="ellipse">
            <a:avLst/>
          </a:prstGeom>
          <a:solidFill>
            <a:schemeClr val="bg1">
              <a:lumMod val="95000"/>
            </a:schemeClr>
          </a:solidFill>
        </p:spPr>
        <p:txBody>
          <a:bodyPr tIns="504000" anchor="ctr" anchorCtr="0">
            <a:noAutofit/>
          </a:bodyPr>
          <a:lstStyle>
            <a:lvl1pPr marL="0" indent="0" algn="ctr">
              <a:buFontTx/>
              <a:buNone/>
              <a:defRPr sz="1000"/>
            </a:lvl1pPr>
          </a:lstStyle>
          <a:p>
            <a:r>
              <a:rPr lang="en-US"/>
              <a:t>Insert picture</a:t>
            </a:r>
          </a:p>
        </p:txBody>
      </p:sp>
      <p:sp>
        <p:nvSpPr>
          <p:cNvPr id="33" name="Picture Placeholder 5">
            <a:extLst>
              <a:ext uri="{FF2B5EF4-FFF2-40B4-BE49-F238E27FC236}">
                <a16:creationId xmlns:a16="http://schemas.microsoft.com/office/drawing/2014/main" id="{407623E6-F280-4454-AE2C-4100AFFCF668}"/>
              </a:ext>
            </a:extLst>
          </p:cNvPr>
          <p:cNvSpPr>
            <a:spLocks noGrp="1"/>
          </p:cNvSpPr>
          <p:nvPr>
            <p:ph type="pic" sz="quarter" idx="52" hasCustomPrompt="1"/>
          </p:nvPr>
        </p:nvSpPr>
        <p:spPr>
          <a:xfrm>
            <a:off x="3597400" y="2102484"/>
            <a:ext cx="2246400" cy="2246400"/>
          </a:xfrm>
          <a:prstGeom prst="ellipse">
            <a:avLst/>
          </a:prstGeom>
          <a:solidFill>
            <a:schemeClr val="bg1">
              <a:lumMod val="95000"/>
            </a:schemeClr>
          </a:solidFill>
        </p:spPr>
        <p:txBody>
          <a:bodyPr tIns="504000" anchor="ctr" anchorCtr="0">
            <a:noAutofit/>
          </a:bodyPr>
          <a:lstStyle>
            <a:lvl1pPr marL="0" indent="0" algn="ctr">
              <a:buFontTx/>
              <a:buNone/>
              <a:defRPr sz="1000"/>
            </a:lvl1pPr>
          </a:lstStyle>
          <a:p>
            <a:r>
              <a:rPr lang="en-US"/>
              <a:t>Insert picture</a:t>
            </a:r>
          </a:p>
        </p:txBody>
      </p:sp>
      <p:sp>
        <p:nvSpPr>
          <p:cNvPr id="34" name="Picture Placeholder 5">
            <a:extLst>
              <a:ext uri="{FF2B5EF4-FFF2-40B4-BE49-F238E27FC236}">
                <a16:creationId xmlns:a16="http://schemas.microsoft.com/office/drawing/2014/main" id="{1B164767-2CD3-412D-BF96-52D862A99439}"/>
              </a:ext>
            </a:extLst>
          </p:cNvPr>
          <p:cNvSpPr>
            <a:spLocks noGrp="1"/>
          </p:cNvSpPr>
          <p:nvPr>
            <p:ph type="pic" sz="quarter" idx="53" hasCustomPrompt="1"/>
          </p:nvPr>
        </p:nvSpPr>
        <p:spPr>
          <a:xfrm>
            <a:off x="6346885" y="2102484"/>
            <a:ext cx="2246400" cy="2246400"/>
          </a:xfrm>
          <a:prstGeom prst="ellipse">
            <a:avLst/>
          </a:prstGeom>
          <a:solidFill>
            <a:schemeClr val="bg1">
              <a:lumMod val="95000"/>
            </a:schemeClr>
          </a:solidFill>
        </p:spPr>
        <p:txBody>
          <a:bodyPr tIns="504000" anchor="ctr" anchorCtr="0">
            <a:no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66763" y="5048055"/>
            <a:ext cx="2457204" cy="965364"/>
          </a:xfrm>
        </p:spPr>
        <p:txBody>
          <a:bodyPr>
            <a:noAutofit/>
          </a:bodyPr>
          <a:lstStyle>
            <a:lvl1pPr marL="0" indent="0" algn="ctr">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Connectivity | Anders Björklund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p:txBody>
          <a:bodyPr/>
          <a:lstStyle>
            <a:lvl1pPr>
              <a:defRPr/>
            </a:lvl1pPr>
          </a:lstStyle>
          <a:p>
            <a:r>
              <a:rPr lang="en-US"/>
              <a:t>Insert headline on maximum one line</a:t>
            </a:r>
          </a:p>
        </p:txBody>
      </p:sp>
      <p:sp>
        <p:nvSpPr>
          <p:cNvPr id="11" name="Text Placeholder 10">
            <a:extLst>
              <a:ext uri="{FF2B5EF4-FFF2-40B4-BE49-F238E27FC236}">
                <a16:creationId xmlns:a16="http://schemas.microsoft.com/office/drawing/2014/main" id="{1870C302-6050-4DB1-90EC-C732F2636C4E}"/>
              </a:ext>
            </a:extLst>
          </p:cNvPr>
          <p:cNvSpPr>
            <a:spLocks noGrp="1"/>
          </p:cNvSpPr>
          <p:nvPr>
            <p:ph type="body" sz="quarter" idx="14" hasCustomPrompt="1"/>
          </p:nvPr>
        </p:nvSpPr>
        <p:spPr>
          <a:xfrm>
            <a:off x="766763" y="1457438"/>
            <a:ext cx="6562725" cy="251205"/>
          </a:xfrm>
        </p:spPr>
        <p:txBody>
          <a:bodyPr tIns="0"/>
          <a:lstStyle>
            <a:lvl1pPr marL="0" indent="0">
              <a:buFontTx/>
              <a:buNone/>
              <a:defRPr>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cxnSp>
        <p:nvCxnSpPr>
          <p:cNvPr id="30" name="Rak 4">
            <a:extLst>
              <a:ext uri="{FF2B5EF4-FFF2-40B4-BE49-F238E27FC236}">
                <a16:creationId xmlns:a16="http://schemas.microsoft.com/office/drawing/2014/main" id="{39990578-CDAD-42D1-A581-FB9EFA30DBCF}"/>
              </a:ext>
            </a:extLst>
          </p:cNvPr>
          <p:cNvCxnSpPr>
            <a:cxnSpLocks/>
          </p:cNvCxnSpPr>
          <p:nvPr userDrawn="1"/>
        </p:nvCxnSpPr>
        <p:spPr>
          <a:xfrm>
            <a:off x="3345857" y="4705814"/>
            <a:ext cx="0" cy="1315574"/>
          </a:xfrm>
          <a:prstGeom prst="line">
            <a:avLst/>
          </a:prstGeom>
          <a:ln w="6350">
            <a:solidFill>
              <a:srgbClr val="888B8D"/>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31" name="Rak 22">
            <a:extLst>
              <a:ext uri="{FF2B5EF4-FFF2-40B4-BE49-F238E27FC236}">
                <a16:creationId xmlns:a16="http://schemas.microsoft.com/office/drawing/2014/main" id="{C3C69160-5A98-4F0F-AE03-BFEC4187883B}"/>
              </a:ext>
            </a:extLst>
          </p:cNvPr>
          <p:cNvCxnSpPr>
            <a:cxnSpLocks/>
          </p:cNvCxnSpPr>
          <p:nvPr userDrawn="1"/>
        </p:nvCxnSpPr>
        <p:spPr>
          <a:xfrm>
            <a:off x="6095341" y="4705814"/>
            <a:ext cx="0" cy="1315574"/>
          </a:xfrm>
          <a:prstGeom prst="line">
            <a:avLst/>
          </a:prstGeom>
          <a:ln w="6350">
            <a:solidFill>
              <a:srgbClr val="888B8D"/>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32" name="Rak 23">
            <a:extLst>
              <a:ext uri="{FF2B5EF4-FFF2-40B4-BE49-F238E27FC236}">
                <a16:creationId xmlns:a16="http://schemas.microsoft.com/office/drawing/2014/main" id="{354EDF22-B5CF-4154-983B-DE8CE27E50A2}"/>
              </a:ext>
            </a:extLst>
          </p:cNvPr>
          <p:cNvCxnSpPr>
            <a:cxnSpLocks/>
          </p:cNvCxnSpPr>
          <p:nvPr userDrawn="1"/>
        </p:nvCxnSpPr>
        <p:spPr>
          <a:xfrm>
            <a:off x="8844825" y="4705815"/>
            <a:ext cx="0" cy="1315573"/>
          </a:xfrm>
          <a:prstGeom prst="line">
            <a:avLst/>
          </a:prstGeom>
          <a:ln w="6350">
            <a:solidFill>
              <a:srgbClr val="888B8D"/>
            </a:solidFill>
            <a:headEnd type="none" w="med" len="med"/>
            <a:tailEnd type="none"/>
          </a:ln>
        </p:spPr>
        <p:style>
          <a:lnRef idx="1">
            <a:schemeClr val="accent1"/>
          </a:lnRef>
          <a:fillRef idx="0">
            <a:schemeClr val="accent1"/>
          </a:fillRef>
          <a:effectRef idx="0">
            <a:schemeClr val="accent1"/>
          </a:effectRef>
          <a:fontRef idx="minor">
            <a:schemeClr val="tx1"/>
          </a:fontRef>
        </p:style>
      </p:cxnSp>
      <p:sp>
        <p:nvSpPr>
          <p:cNvPr id="36" name="Text Placeholder 6">
            <a:extLst>
              <a:ext uri="{FF2B5EF4-FFF2-40B4-BE49-F238E27FC236}">
                <a16:creationId xmlns:a16="http://schemas.microsoft.com/office/drawing/2014/main" id="{64A24264-54D8-461D-8B2E-876977318CDE}"/>
              </a:ext>
            </a:extLst>
          </p:cNvPr>
          <p:cNvSpPr>
            <a:spLocks noGrp="1"/>
          </p:cNvSpPr>
          <p:nvPr>
            <p:ph type="body" sz="quarter" idx="55" hasCustomPrompt="1"/>
          </p:nvPr>
        </p:nvSpPr>
        <p:spPr>
          <a:xfrm>
            <a:off x="766763" y="4463894"/>
            <a:ext cx="2457204" cy="555520"/>
          </a:xfrm>
        </p:spPr>
        <p:txBody>
          <a:bodyPr anchor="b" anchorCtr="0">
            <a:noAutofit/>
          </a:bodyPr>
          <a:lstStyle>
            <a:lvl1pPr marL="0" indent="0" algn="ctr">
              <a:lnSpc>
                <a:spcPct val="114000"/>
              </a:lnSpc>
              <a:spcBef>
                <a:spcPts val="0"/>
              </a:spcBef>
              <a:buFontTx/>
              <a:buNone/>
              <a:defRPr sz="1400">
                <a:latin typeface="+mj-lt"/>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 </a:t>
            </a:r>
            <a:br>
              <a:rPr lang="en-US"/>
            </a:br>
            <a:r>
              <a:rPr lang="en-US"/>
              <a:t>(max two rows)</a:t>
            </a:r>
          </a:p>
        </p:txBody>
      </p:sp>
      <p:sp>
        <p:nvSpPr>
          <p:cNvPr id="37" name="Text Placeholder 6">
            <a:extLst>
              <a:ext uri="{FF2B5EF4-FFF2-40B4-BE49-F238E27FC236}">
                <a16:creationId xmlns:a16="http://schemas.microsoft.com/office/drawing/2014/main" id="{FEF09CE1-0835-4758-9704-F4984A18FFD6}"/>
              </a:ext>
            </a:extLst>
          </p:cNvPr>
          <p:cNvSpPr>
            <a:spLocks noGrp="1"/>
          </p:cNvSpPr>
          <p:nvPr>
            <p:ph type="body" sz="quarter" idx="56" hasCustomPrompt="1"/>
          </p:nvPr>
        </p:nvSpPr>
        <p:spPr>
          <a:xfrm>
            <a:off x="3481683" y="5048055"/>
            <a:ext cx="2457204" cy="965364"/>
          </a:xfrm>
        </p:spPr>
        <p:txBody>
          <a:bodyPr>
            <a:noAutofit/>
          </a:bodyPr>
          <a:lstStyle>
            <a:lvl1pPr marL="0" indent="0" algn="ctr">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a:t>
            </a:r>
          </a:p>
        </p:txBody>
      </p:sp>
      <p:sp>
        <p:nvSpPr>
          <p:cNvPr id="38" name="Text Placeholder 6">
            <a:extLst>
              <a:ext uri="{FF2B5EF4-FFF2-40B4-BE49-F238E27FC236}">
                <a16:creationId xmlns:a16="http://schemas.microsoft.com/office/drawing/2014/main" id="{6FD2973F-9F88-4FBD-B13A-3EA05952464E}"/>
              </a:ext>
            </a:extLst>
          </p:cNvPr>
          <p:cNvSpPr>
            <a:spLocks noGrp="1"/>
          </p:cNvSpPr>
          <p:nvPr>
            <p:ph type="body" sz="quarter" idx="57" hasCustomPrompt="1"/>
          </p:nvPr>
        </p:nvSpPr>
        <p:spPr>
          <a:xfrm>
            <a:off x="3481683" y="4463894"/>
            <a:ext cx="2457204" cy="555520"/>
          </a:xfrm>
        </p:spPr>
        <p:txBody>
          <a:bodyPr anchor="b" anchorCtr="0">
            <a:noAutofit/>
          </a:bodyPr>
          <a:lstStyle>
            <a:lvl1pPr marL="0" indent="0" algn="ctr">
              <a:lnSpc>
                <a:spcPct val="114000"/>
              </a:lnSpc>
              <a:spcBef>
                <a:spcPts val="0"/>
              </a:spcBef>
              <a:buFontTx/>
              <a:buNone/>
              <a:defRPr sz="1400">
                <a:latin typeface="+mj-lt"/>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 </a:t>
            </a:r>
            <a:br>
              <a:rPr lang="en-US"/>
            </a:br>
            <a:r>
              <a:rPr lang="en-US"/>
              <a:t>(max two rows)</a:t>
            </a:r>
          </a:p>
        </p:txBody>
      </p:sp>
      <p:sp>
        <p:nvSpPr>
          <p:cNvPr id="39" name="Text Placeholder 6">
            <a:extLst>
              <a:ext uri="{FF2B5EF4-FFF2-40B4-BE49-F238E27FC236}">
                <a16:creationId xmlns:a16="http://schemas.microsoft.com/office/drawing/2014/main" id="{F7B8F22C-8013-4700-A3F7-E7E7C72EEA2E}"/>
              </a:ext>
            </a:extLst>
          </p:cNvPr>
          <p:cNvSpPr>
            <a:spLocks noGrp="1"/>
          </p:cNvSpPr>
          <p:nvPr>
            <p:ph type="body" sz="quarter" idx="58" hasCustomPrompt="1"/>
          </p:nvPr>
        </p:nvSpPr>
        <p:spPr>
          <a:xfrm>
            <a:off x="6229596" y="5048055"/>
            <a:ext cx="2457204" cy="965364"/>
          </a:xfrm>
        </p:spPr>
        <p:txBody>
          <a:bodyPr>
            <a:noAutofit/>
          </a:bodyPr>
          <a:lstStyle>
            <a:lvl1pPr marL="0" indent="0" algn="ctr">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a:t>
            </a:r>
          </a:p>
        </p:txBody>
      </p:sp>
      <p:sp>
        <p:nvSpPr>
          <p:cNvPr id="40" name="Text Placeholder 6">
            <a:extLst>
              <a:ext uri="{FF2B5EF4-FFF2-40B4-BE49-F238E27FC236}">
                <a16:creationId xmlns:a16="http://schemas.microsoft.com/office/drawing/2014/main" id="{C290C505-57DD-4CA4-81F5-D1AAFC3925C9}"/>
              </a:ext>
            </a:extLst>
          </p:cNvPr>
          <p:cNvSpPr>
            <a:spLocks noGrp="1"/>
          </p:cNvSpPr>
          <p:nvPr>
            <p:ph type="body" sz="quarter" idx="59" hasCustomPrompt="1"/>
          </p:nvPr>
        </p:nvSpPr>
        <p:spPr>
          <a:xfrm>
            <a:off x="6229596" y="4463894"/>
            <a:ext cx="2457204" cy="555520"/>
          </a:xfrm>
        </p:spPr>
        <p:txBody>
          <a:bodyPr anchor="b" anchorCtr="0">
            <a:noAutofit/>
          </a:bodyPr>
          <a:lstStyle>
            <a:lvl1pPr marL="0" indent="0" algn="ctr">
              <a:lnSpc>
                <a:spcPct val="114000"/>
              </a:lnSpc>
              <a:spcBef>
                <a:spcPts val="0"/>
              </a:spcBef>
              <a:buFontTx/>
              <a:buNone/>
              <a:defRPr sz="1400">
                <a:latin typeface="+mj-lt"/>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 </a:t>
            </a:r>
            <a:br>
              <a:rPr lang="en-US"/>
            </a:br>
            <a:r>
              <a:rPr lang="en-US"/>
              <a:t>(max two rows)</a:t>
            </a:r>
          </a:p>
        </p:txBody>
      </p:sp>
      <p:sp>
        <p:nvSpPr>
          <p:cNvPr id="41" name="Text Placeholder 6">
            <a:extLst>
              <a:ext uri="{FF2B5EF4-FFF2-40B4-BE49-F238E27FC236}">
                <a16:creationId xmlns:a16="http://schemas.microsoft.com/office/drawing/2014/main" id="{24BE01EB-413D-438E-BACF-1DE6C6485EE8}"/>
              </a:ext>
            </a:extLst>
          </p:cNvPr>
          <p:cNvSpPr>
            <a:spLocks noGrp="1"/>
          </p:cNvSpPr>
          <p:nvPr>
            <p:ph type="body" sz="quarter" idx="60" hasCustomPrompt="1"/>
          </p:nvPr>
        </p:nvSpPr>
        <p:spPr>
          <a:xfrm>
            <a:off x="9002851" y="5048055"/>
            <a:ext cx="2457204" cy="965364"/>
          </a:xfrm>
        </p:spPr>
        <p:txBody>
          <a:bodyPr>
            <a:noAutofit/>
          </a:bodyPr>
          <a:lstStyle>
            <a:lvl1pPr marL="0" indent="0" algn="ctr">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a:t>
            </a:r>
          </a:p>
        </p:txBody>
      </p:sp>
      <p:sp>
        <p:nvSpPr>
          <p:cNvPr id="42" name="Text Placeholder 6">
            <a:extLst>
              <a:ext uri="{FF2B5EF4-FFF2-40B4-BE49-F238E27FC236}">
                <a16:creationId xmlns:a16="http://schemas.microsoft.com/office/drawing/2014/main" id="{06885BC2-38AA-411B-8E8E-648B7B3F5687}"/>
              </a:ext>
            </a:extLst>
          </p:cNvPr>
          <p:cNvSpPr>
            <a:spLocks noGrp="1"/>
          </p:cNvSpPr>
          <p:nvPr>
            <p:ph type="body" sz="quarter" idx="61" hasCustomPrompt="1"/>
          </p:nvPr>
        </p:nvSpPr>
        <p:spPr>
          <a:xfrm>
            <a:off x="9002851" y="4463894"/>
            <a:ext cx="2457204" cy="555520"/>
          </a:xfrm>
        </p:spPr>
        <p:txBody>
          <a:bodyPr anchor="b" anchorCtr="0">
            <a:noAutofit/>
          </a:bodyPr>
          <a:lstStyle>
            <a:lvl1pPr marL="0" indent="0" algn="ctr">
              <a:lnSpc>
                <a:spcPct val="114000"/>
              </a:lnSpc>
              <a:spcBef>
                <a:spcPts val="0"/>
              </a:spcBef>
              <a:buFontTx/>
              <a:buNone/>
              <a:defRPr sz="1400">
                <a:latin typeface="+mj-lt"/>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 </a:t>
            </a:r>
            <a:br>
              <a:rPr lang="en-US"/>
            </a:br>
            <a:r>
              <a:rPr lang="en-US"/>
              <a:t>(max two rows)</a:t>
            </a:r>
          </a:p>
        </p:txBody>
      </p:sp>
      <p:sp>
        <p:nvSpPr>
          <p:cNvPr id="22" name="Entity">
            <a:extLst>
              <a:ext uri="{FF2B5EF4-FFF2-40B4-BE49-F238E27FC236}">
                <a16:creationId xmlns:a16="http://schemas.microsoft.com/office/drawing/2014/main" id="{76C83FB2-557E-4BB6-B8A4-79E9CB240887}"/>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17286722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11 Content – 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BCEC5F-5A41-204C-BA25-9D801C2D0DE2}"/>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7E77DD3D-672A-FE4F-ACE9-A06A058BB8B5}"/>
              </a:ext>
            </a:extLst>
          </p:cNvPr>
          <p:cNvSpPr>
            <a:spLocks noGrp="1"/>
          </p:cNvSpPr>
          <p:nvPr>
            <p:ph type="ftr" sz="quarter" idx="11"/>
          </p:nvPr>
        </p:nvSpPr>
        <p:spPr/>
        <p:txBody>
          <a:bodyPr/>
          <a:lstStyle/>
          <a:p>
            <a:r>
              <a:rPr lang="en-US"/>
              <a:t>Connectivity | Anders Björklund | Internal</a:t>
            </a:r>
          </a:p>
        </p:txBody>
      </p:sp>
      <p:sp>
        <p:nvSpPr>
          <p:cNvPr id="5" name="Slide Number Placeholder 4">
            <a:extLst>
              <a:ext uri="{FF2B5EF4-FFF2-40B4-BE49-F238E27FC236}">
                <a16:creationId xmlns:a16="http://schemas.microsoft.com/office/drawing/2014/main" id="{8216A3F2-3D9F-6741-A9EE-0BA3021073B1}"/>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Entity">
            <a:extLst>
              <a:ext uri="{FF2B5EF4-FFF2-40B4-BE49-F238E27FC236}">
                <a16:creationId xmlns:a16="http://schemas.microsoft.com/office/drawing/2014/main" id="{B1BDD60A-D530-471C-B9E2-17F7ACB8CF7D}"/>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4904418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12 Content – 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BCEC5F-5A41-204C-BA25-9D801C2D0DE2}"/>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7E77DD3D-672A-FE4F-ACE9-A06A058BB8B5}"/>
              </a:ext>
            </a:extLst>
          </p:cNvPr>
          <p:cNvSpPr>
            <a:spLocks noGrp="1"/>
          </p:cNvSpPr>
          <p:nvPr>
            <p:ph type="ftr" sz="quarter" idx="11"/>
          </p:nvPr>
        </p:nvSpPr>
        <p:spPr/>
        <p:txBody>
          <a:bodyPr/>
          <a:lstStyle/>
          <a:p>
            <a:r>
              <a:rPr lang="en-US"/>
              <a:t>Connectivity | Anders Björklund | Internal</a:t>
            </a:r>
          </a:p>
        </p:txBody>
      </p:sp>
      <p:sp>
        <p:nvSpPr>
          <p:cNvPr id="5" name="Slide Number Placeholder 4">
            <a:extLst>
              <a:ext uri="{FF2B5EF4-FFF2-40B4-BE49-F238E27FC236}">
                <a16:creationId xmlns:a16="http://schemas.microsoft.com/office/drawing/2014/main" id="{8216A3F2-3D9F-6741-A9EE-0BA3021073B1}"/>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ext Placeholder 10">
            <a:extLst>
              <a:ext uri="{FF2B5EF4-FFF2-40B4-BE49-F238E27FC236}">
                <a16:creationId xmlns:a16="http://schemas.microsoft.com/office/drawing/2014/main" id="{61A70294-B9EF-4EC7-85A6-7DDD1070A732}"/>
              </a:ext>
            </a:extLst>
          </p:cNvPr>
          <p:cNvSpPr>
            <a:spLocks noGrp="1"/>
          </p:cNvSpPr>
          <p:nvPr>
            <p:ph type="body" sz="quarter" idx="14" hasCustomPrompt="1"/>
          </p:nvPr>
        </p:nvSpPr>
        <p:spPr>
          <a:xfrm>
            <a:off x="766763" y="1457438"/>
            <a:ext cx="6562725" cy="251205"/>
          </a:xfrm>
        </p:spPr>
        <p:txBody>
          <a:bodyPr tIns="0"/>
          <a:lstStyle>
            <a:lvl1pPr marL="0" indent="0">
              <a:buFontTx/>
              <a:buNone/>
              <a:defRPr>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7" name="Title 6">
            <a:extLst>
              <a:ext uri="{FF2B5EF4-FFF2-40B4-BE49-F238E27FC236}">
                <a16:creationId xmlns:a16="http://schemas.microsoft.com/office/drawing/2014/main" id="{F73D995C-F428-43C3-B49C-3AD7065F77C8}"/>
              </a:ext>
            </a:extLst>
          </p:cNvPr>
          <p:cNvSpPr>
            <a:spLocks noGrp="1"/>
          </p:cNvSpPr>
          <p:nvPr>
            <p:ph type="title" hasCustomPrompt="1"/>
          </p:nvPr>
        </p:nvSpPr>
        <p:spPr/>
        <p:txBody>
          <a:bodyPr/>
          <a:lstStyle>
            <a:lvl1pPr>
              <a:defRPr/>
            </a:lvl1pPr>
          </a:lstStyle>
          <a:p>
            <a:r>
              <a:rPr lang="en-US"/>
              <a:t>Insert headline on maximum one line</a:t>
            </a:r>
          </a:p>
        </p:txBody>
      </p:sp>
      <p:sp>
        <p:nvSpPr>
          <p:cNvPr id="8" name="Entity">
            <a:extLst>
              <a:ext uri="{FF2B5EF4-FFF2-40B4-BE49-F238E27FC236}">
                <a16:creationId xmlns:a16="http://schemas.microsoft.com/office/drawing/2014/main" id="{031C1811-DFD4-4F19-94BE-C7BA6722AE0A}"/>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64933316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13 Content - Light fullscreen picture">
    <p:bg>
      <p:bgPr>
        <a:solidFill>
          <a:schemeClr val="bg1"/>
        </a:solidFill>
        <a:effectLst/>
      </p:bgPr>
    </p:bg>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tx1">
                    <a:alpha val="0"/>
                  </a:schemeClr>
                </a:solidFill>
              </a:defRPr>
            </a:lvl1pPr>
          </a:lstStyle>
          <a:p>
            <a:r>
              <a:rPr lang="en-US"/>
              <a:t>2023</a:t>
            </a:r>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tx1">
                    <a:alpha val="0"/>
                  </a:schemeClr>
                </a:solidFill>
              </a:defRPr>
            </a:lvl1pPr>
          </a:lstStyle>
          <a:p>
            <a:r>
              <a:rPr lang="en-US"/>
              <a:t>Connectivity | Anders Björklund | Internal</a:t>
            </a:r>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tx1">
                    <a:alpha val="0"/>
                  </a:schemeClr>
                </a:solidFill>
              </a:defRPr>
            </a:lvl1pPr>
          </a:lstStyle>
          <a:p>
            <a:fld id="{F4BB9EDD-1740-4E4A-8601-A7D0893F42E6}" type="slidenum">
              <a:rPr lang="en-US" smtClean="0"/>
              <a:pPr/>
              <a:t>‹#›</a:t>
            </a:fld>
            <a:endParaRPr lang="en-US"/>
          </a:p>
        </p:txBody>
      </p:sp>
      <p:sp>
        <p:nvSpPr>
          <p:cNvPr id="11" name="Picture Placeholder 10">
            <a:extLst>
              <a:ext uri="{FF2B5EF4-FFF2-40B4-BE49-F238E27FC236}">
                <a16:creationId xmlns:a16="http://schemas.microsoft.com/office/drawing/2014/main" id="{FA5436DE-E10A-497F-8688-2023D41941B3}"/>
              </a:ext>
            </a:extLst>
          </p:cNvPr>
          <p:cNvSpPr>
            <a:spLocks noGrp="1"/>
          </p:cNvSpPr>
          <p:nvPr>
            <p:ph type="pic" sz="quarter" idx="20" hasCustomPrompt="1"/>
          </p:nvPr>
        </p:nvSpPr>
        <p:spPr>
          <a:xfrm>
            <a:off x="0" y="0"/>
            <a:ext cx="12192000" cy="6858000"/>
          </a:xfrm>
          <a:solidFill>
            <a:schemeClr val="bg1"/>
          </a:solidFill>
        </p:spPr>
        <p:txBody>
          <a:bodyPr tIns="288000" anchor="ctr" anchorCtr="0">
            <a:normAutofit/>
          </a:bodyPr>
          <a:lstStyle>
            <a:lvl1pPr marL="0" indent="0" algn="ctr">
              <a:buFontTx/>
              <a:buNone/>
              <a:defRPr sz="800"/>
            </a:lvl1pPr>
          </a:lstStyle>
          <a:p>
            <a:r>
              <a:rPr lang="en-US"/>
              <a:t> </a:t>
            </a:r>
          </a:p>
        </p:txBody>
      </p:sp>
      <p:sp>
        <p:nvSpPr>
          <p:cNvPr id="15" name="Logotype">
            <a:extLst>
              <a:ext uri="{FF2B5EF4-FFF2-40B4-BE49-F238E27FC236}">
                <a16:creationId xmlns:a16="http://schemas.microsoft.com/office/drawing/2014/main" id="{8F79D799-CE37-47DE-8CD8-97AEC0AA3951}"/>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746248771"/>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14 Content - Dark fullscreen picture">
    <p:bg>
      <p:bgPr>
        <a:solidFill>
          <a:schemeClr val="bg1"/>
        </a:solidFill>
        <a:effectLst/>
      </p:bgPr>
    </p:bg>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bg1">
                    <a:alpha val="0"/>
                  </a:schemeClr>
                </a:solidFill>
              </a:defRPr>
            </a:lvl1pPr>
          </a:lstStyle>
          <a:p>
            <a:r>
              <a:rPr lang="en-US"/>
              <a:t>2023</a:t>
            </a:r>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bg1">
                    <a:alpha val="0"/>
                  </a:schemeClr>
                </a:solidFill>
              </a:defRPr>
            </a:lvl1pPr>
          </a:lstStyle>
          <a:p>
            <a:r>
              <a:rPr lang="en-US"/>
              <a:t>Connectivity | Anders Björklund | Internal</a:t>
            </a:r>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bg1">
                    <a:alpha val="0"/>
                  </a:schemeClr>
                </a:solidFill>
              </a:defRPr>
            </a:lvl1pPr>
          </a:lstStyle>
          <a:p>
            <a:fld id="{F4BB9EDD-1740-4E4A-8601-A7D0893F42E6}" type="slidenum">
              <a:rPr lang="en-US" smtClean="0"/>
              <a:pPr/>
              <a:t>‹#›</a:t>
            </a:fld>
            <a:endParaRPr lang="en-US"/>
          </a:p>
        </p:txBody>
      </p:sp>
      <p:sp>
        <p:nvSpPr>
          <p:cNvPr id="11" name="Picture Placeholder 10">
            <a:extLst>
              <a:ext uri="{FF2B5EF4-FFF2-40B4-BE49-F238E27FC236}">
                <a16:creationId xmlns:a16="http://schemas.microsoft.com/office/drawing/2014/main" id="{FA5436DE-E10A-497F-8688-2023D41941B3}"/>
              </a:ext>
            </a:extLst>
          </p:cNvPr>
          <p:cNvSpPr>
            <a:spLocks noGrp="1"/>
          </p:cNvSpPr>
          <p:nvPr>
            <p:ph type="pic" sz="quarter" idx="20" hasCustomPrompt="1"/>
          </p:nvPr>
        </p:nvSpPr>
        <p:spPr>
          <a:xfrm>
            <a:off x="0" y="0"/>
            <a:ext cx="12192000" cy="6858000"/>
          </a:xfrm>
          <a:solidFill>
            <a:srgbClr val="888B8D"/>
          </a:solidFill>
        </p:spPr>
        <p:txBody>
          <a:bodyPr tIns="288000" anchor="ctr" anchorCtr="0">
            <a:normAutofit/>
          </a:bodyPr>
          <a:lstStyle>
            <a:lvl1pPr marL="0" indent="0" algn="ctr">
              <a:buFontTx/>
              <a:buNone/>
              <a:defRPr sz="800"/>
            </a:lvl1pPr>
          </a:lstStyle>
          <a:p>
            <a:r>
              <a:rPr lang="en-US"/>
              <a:t> </a:t>
            </a:r>
          </a:p>
        </p:txBody>
      </p:sp>
      <p:sp>
        <p:nvSpPr>
          <p:cNvPr id="15" name="Logotype">
            <a:extLst>
              <a:ext uri="{FF2B5EF4-FFF2-40B4-BE49-F238E27FC236}">
                <a16:creationId xmlns:a16="http://schemas.microsoft.com/office/drawing/2014/main" id="{8F79D799-CE37-47DE-8CD8-97AEC0AA3951}"/>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17998460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15 Content – Fullscreen film">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Connectivity | Anders Björklund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8" name="Media Placeholder 7">
            <a:extLst>
              <a:ext uri="{FF2B5EF4-FFF2-40B4-BE49-F238E27FC236}">
                <a16:creationId xmlns:a16="http://schemas.microsoft.com/office/drawing/2014/main" id="{57A958D1-B83F-4A8E-B08D-F0EAC069463E}"/>
              </a:ext>
            </a:extLst>
          </p:cNvPr>
          <p:cNvSpPr>
            <a:spLocks noGrp="1"/>
          </p:cNvSpPr>
          <p:nvPr>
            <p:ph type="media" sz="quarter" idx="13" hasCustomPrompt="1"/>
          </p:nvPr>
        </p:nvSpPr>
        <p:spPr>
          <a:xfrm>
            <a:off x="0" y="0"/>
            <a:ext cx="12192000" cy="6858000"/>
          </a:xfrm>
          <a:solidFill>
            <a:schemeClr val="bg1"/>
          </a:solidFill>
        </p:spPr>
        <p:txBody>
          <a:bodyPr tIns="504000" anchor="ctr" anchorCtr="0">
            <a:normAutofit/>
          </a:bodyPr>
          <a:lstStyle>
            <a:lvl1pPr marL="0" indent="0" algn="ctr">
              <a:buFontTx/>
              <a:buNone/>
              <a:defRPr sz="1000"/>
            </a:lvl1pPr>
          </a:lstStyle>
          <a:p>
            <a:r>
              <a:rPr lang="en-US"/>
              <a:t>Insert film</a:t>
            </a:r>
          </a:p>
        </p:txBody>
      </p:sp>
    </p:spTree>
    <p:extLst>
      <p:ext uri="{BB962C8B-B14F-4D97-AF65-F5344CB8AC3E}">
        <p14:creationId xmlns:p14="http://schemas.microsoft.com/office/powerpoint/2010/main" val="32064117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16 Content – Fullscreen picture no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Connectivity | Anders Björklund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Picture Placeholder 5">
            <a:extLst>
              <a:ext uri="{FF2B5EF4-FFF2-40B4-BE49-F238E27FC236}">
                <a16:creationId xmlns:a16="http://schemas.microsoft.com/office/drawing/2014/main" id="{B998408D-CE75-486B-B626-6554EBEBAD95}"/>
              </a:ext>
            </a:extLst>
          </p:cNvPr>
          <p:cNvSpPr>
            <a:spLocks noGrp="1"/>
          </p:cNvSpPr>
          <p:nvPr>
            <p:ph type="pic" sz="quarter" idx="13" hasCustomPrompt="1"/>
          </p:nvPr>
        </p:nvSpPr>
        <p:spPr>
          <a:xfrm>
            <a:off x="0" y="0"/>
            <a:ext cx="12192000" cy="6858000"/>
          </a:xfrm>
          <a:solidFill>
            <a:schemeClr val="bg1"/>
          </a:solidFill>
        </p:spPr>
        <p:txBody>
          <a:bodyPr tIns="504000" anchor="ctr" anchorCtr="0">
            <a:normAutofit/>
          </a:bodyPr>
          <a:lstStyle>
            <a:lvl1pPr marL="0" indent="0" algn="ctr">
              <a:buFontTx/>
              <a:buNone/>
              <a:defRPr sz="1000"/>
            </a:lvl1pPr>
          </a:lstStyle>
          <a:p>
            <a:r>
              <a:rPr lang="en-US"/>
              <a:t>Insert picture</a:t>
            </a:r>
          </a:p>
        </p:txBody>
      </p:sp>
    </p:spTree>
    <p:extLst>
      <p:ext uri="{BB962C8B-B14F-4D97-AF65-F5344CB8AC3E}">
        <p14:creationId xmlns:p14="http://schemas.microsoft.com/office/powerpoint/2010/main" val="59428204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1 Statement - Black text and light background">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A5436DE-E10A-497F-8688-2023D41941B3}"/>
              </a:ext>
            </a:extLst>
          </p:cNvPr>
          <p:cNvSpPr>
            <a:spLocks noGrp="1"/>
          </p:cNvSpPr>
          <p:nvPr>
            <p:ph type="pic" sz="quarter" idx="20" hasCustomPrompt="1"/>
          </p:nvPr>
        </p:nvSpPr>
        <p:spPr>
          <a:xfrm>
            <a:off x="0" y="0"/>
            <a:ext cx="12192000" cy="6858000"/>
          </a:xfrm>
        </p:spPr>
        <p:txBody>
          <a:bodyPr tIns="288000" anchor="ctr" anchorCtr="0">
            <a:normAutofit/>
          </a:bodyPr>
          <a:lstStyle>
            <a:lvl1pPr marL="0" indent="0" algn="ctr">
              <a:buFontTx/>
              <a:buNone/>
              <a:defRPr sz="800"/>
            </a:lvl1pPr>
          </a:lstStyle>
          <a:p>
            <a:r>
              <a:rPr lang="en-US"/>
              <a:t> </a:t>
            </a:r>
          </a:p>
        </p:txBody>
      </p:sp>
      <p:sp>
        <p:nvSpPr>
          <p:cNvPr id="15" name="Logotype">
            <a:extLst>
              <a:ext uri="{FF2B5EF4-FFF2-40B4-BE49-F238E27FC236}">
                <a16:creationId xmlns:a16="http://schemas.microsoft.com/office/drawing/2014/main" id="{8F79D799-CE37-47DE-8CD8-97AEC0AA3951}"/>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7" name="Rectangle 5"/>
          <p:cNvSpPr>
            <a:spLocks noGrp="1" noChangeArrowheads="1"/>
          </p:cNvSpPr>
          <p:nvPr>
            <p:ph type="ctrTitle" hasCustomPrompt="1"/>
          </p:nvPr>
        </p:nvSpPr>
        <p:spPr>
          <a:xfrm>
            <a:off x="1436914" y="2455200"/>
            <a:ext cx="9318172" cy="1750404"/>
          </a:xfrm>
          <a:prstGeom prst="rect">
            <a:avLst/>
          </a:prstGeom>
        </p:spPr>
        <p:txBody>
          <a:bodyPr wrap="square" anchor="ctr" anchorCtr="0"/>
          <a:lstStyle>
            <a:lvl1pPr algn="ctr">
              <a:lnSpc>
                <a:spcPct val="90000"/>
              </a:lnSpc>
              <a:defRPr sz="5400" b="0" i="0" spc="320" baseline="0">
                <a:solidFill>
                  <a:schemeClr val="tx1"/>
                </a:solidFill>
                <a:latin typeface="Volvo Broad Pro" panose="02000606020000020004" pitchFamily="50" charset="0"/>
              </a:defRPr>
            </a:lvl1pPr>
          </a:lstStyle>
          <a:p>
            <a:pPr lvl="0"/>
            <a:r>
              <a:rPr lang="en-US" noProof="0"/>
              <a:t>Insert headline</a:t>
            </a:r>
          </a:p>
        </p:txBody>
      </p:sp>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p>
            <a:r>
              <a:rPr lang="en-US"/>
              <a:t>2023</a:t>
            </a:r>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p>
            <a:r>
              <a:rPr lang="en-US"/>
              <a:t>Connectivity | Anders Björklund | Internal</a:t>
            </a:r>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p>
            <a:fld id="{F4BB9EDD-1740-4E4A-8601-A7D0893F42E6}" type="slidenum">
              <a:rPr lang="en-US" smtClean="0"/>
              <a:pPr/>
              <a:t>‹#›</a:t>
            </a:fld>
            <a:endParaRPr lang="en-US"/>
          </a:p>
        </p:txBody>
      </p:sp>
      <p:sp>
        <p:nvSpPr>
          <p:cNvPr id="8" name="Entity">
            <a:extLst>
              <a:ext uri="{FF2B5EF4-FFF2-40B4-BE49-F238E27FC236}">
                <a16:creationId xmlns:a16="http://schemas.microsoft.com/office/drawing/2014/main" id="{29974445-8753-4197-AFE4-927A3D319666}"/>
              </a:ext>
            </a:extLst>
          </p:cNvPr>
          <p:cNvSpPr>
            <a:spLocks noGrp="1" noChangeAspect="1"/>
          </p:cNvSpPr>
          <p:nvPr>
            <p:ph type="body" sz="quarter" idx="21" hasCustomPrompt="1"/>
          </p:nvPr>
        </p:nvSpPr>
        <p:spPr>
          <a:xfrm>
            <a:off x="293285" y="6218305"/>
            <a:ext cx="1540800" cy="162000"/>
          </a:xfrm>
          <a:prstGeom prst="rect">
            <a:avLst/>
          </a:prstGeom>
          <a:blipFill>
            <a:blip r:embed="rId4">
              <a:extLst>
                <a:ext uri="{96DAC541-7B7A-43D3-8B79-37D633B846F1}">
                  <asvg:svgBlip xmlns:asvg="http://schemas.microsoft.com/office/drawing/2016/SVG/main" r:embed="rId5"/>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006305432"/>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2 Statement - White text and dark background">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A5436DE-E10A-497F-8688-2023D41941B3}"/>
              </a:ext>
            </a:extLst>
          </p:cNvPr>
          <p:cNvSpPr>
            <a:spLocks noGrp="1"/>
          </p:cNvSpPr>
          <p:nvPr>
            <p:ph type="pic" sz="quarter" idx="20" hasCustomPrompt="1"/>
          </p:nvPr>
        </p:nvSpPr>
        <p:spPr>
          <a:xfrm>
            <a:off x="0" y="0"/>
            <a:ext cx="12192000" cy="6858000"/>
          </a:xfrm>
          <a:solidFill>
            <a:srgbClr val="888B8D"/>
          </a:solidFill>
        </p:spPr>
        <p:txBody>
          <a:bodyPr tIns="288000" anchor="ctr" anchorCtr="0">
            <a:normAutofit/>
          </a:bodyPr>
          <a:lstStyle>
            <a:lvl1pPr marL="0" indent="0" algn="ctr">
              <a:buFontTx/>
              <a:buNone/>
              <a:defRPr sz="800"/>
            </a:lvl1pPr>
          </a:lstStyle>
          <a:p>
            <a:r>
              <a:rPr lang="en-US"/>
              <a:t> </a:t>
            </a:r>
          </a:p>
        </p:txBody>
      </p:sp>
      <p:sp>
        <p:nvSpPr>
          <p:cNvPr id="15" name="Logotype">
            <a:extLst>
              <a:ext uri="{FF2B5EF4-FFF2-40B4-BE49-F238E27FC236}">
                <a16:creationId xmlns:a16="http://schemas.microsoft.com/office/drawing/2014/main" id="{8F79D799-CE37-47DE-8CD8-97AEC0AA3951}"/>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7" name="Rectangle 5"/>
          <p:cNvSpPr>
            <a:spLocks noGrp="1" noChangeArrowheads="1"/>
          </p:cNvSpPr>
          <p:nvPr>
            <p:ph type="ctrTitle" hasCustomPrompt="1"/>
          </p:nvPr>
        </p:nvSpPr>
        <p:spPr>
          <a:xfrm>
            <a:off x="1436913" y="2455200"/>
            <a:ext cx="9318174" cy="1750404"/>
          </a:xfrm>
          <a:prstGeom prst="rect">
            <a:avLst/>
          </a:prstGeom>
        </p:spPr>
        <p:txBody>
          <a:bodyPr wrap="square" anchor="ctr" anchorCtr="0"/>
          <a:lstStyle>
            <a:lvl1pPr algn="ctr">
              <a:lnSpc>
                <a:spcPct val="90000"/>
              </a:lnSpc>
              <a:defRPr sz="5400" b="0" i="0" spc="320" baseline="0">
                <a:solidFill>
                  <a:schemeClr val="bg1"/>
                </a:solidFill>
                <a:latin typeface="Volvo Broad Pro" panose="02000606020000020004" pitchFamily="50" charset="0"/>
              </a:defRPr>
            </a:lvl1pPr>
          </a:lstStyle>
          <a:p>
            <a:pPr lvl="0"/>
            <a:r>
              <a:rPr lang="en-US" noProof="0"/>
              <a:t>Insert headline</a:t>
            </a:r>
          </a:p>
        </p:txBody>
      </p:sp>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bg1"/>
                </a:solidFill>
              </a:defRPr>
            </a:lvl1pPr>
          </a:lstStyle>
          <a:p>
            <a:r>
              <a:rPr lang="en-US"/>
              <a:t>2023</a:t>
            </a:r>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bg1"/>
                </a:solidFill>
              </a:defRPr>
            </a:lvl1pPr>
          </a:lstStyle>
          <a:p>
            <a:r>
              <a:rPr lang="en-US"/>
              <a:t>Connectivity | Anders Björklund | Internal</a:t>
            </a:r>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bg1"/>
                </a:solidFill>
              </a:defRPr>
            </a:lvl1pPr>
          </a:lstStyle>
          <a:p>
            <a:fld id="{F4BB9EDD-1740-4E4A-8601-A7D0893F42E6}" type="slidenum">
              <a:rPr lang="en-US" smtClean="0"/>
              <a:pPr/>
              <a:t>‹#›</a:t>
            </a:fld>
            <a:endParaRPr lang="en-US"/>
          </a:p>
        </p:txBody>
      </p:sp>
      <p:sp>
        <p:nvSpPr>
          <p:cNvPr id="9" name="Entity">
            <a:extLst>
              <a:ext uri="{FF2B5EF4-FFF2-40B4-BE49-F238E27FC236}">
                <a16:creationId xmlns:a16="http://schemas.microsoft.com/office/drawing/2014/main" id="{841D5C84-09AB-4740-92BE-167C1A148115}"/>
              </a:ext>
            </a:extLst>
          </p:cNvPr>
          <p:cNvSpPr>
            <a:spLocks noGrp="1" noChangeAspect="1"/>
          </p:cNvSpPr>
          <p:nvPr>
            <p:ph type="body" sz="quarter" idx="21" hasCustomPrompt="1"/>
          </p:nvPr>
        </p:nvSpPr>
        <p:spPr>
          <a:xfrm>
            <a:off x="293285" y="6218305"/>
            <a:ext cx="1540800" cy="162000"/>
          </a:xfrm>
          <a:prstGeom prst="rect">
            <a:avLst/>
          </a:prstGeom>
          <a:blipFill>
            <a:blip r:embed="rId4">
              <a:extLst>
                <a:ext uri="{96DAC541-7B7A-43D3-8B79-37D633B846F1}">
                  <asvg:svgBlip xmlns:asvg="http://schemas.microsoft.com/office/drawing/2016/SVG/main" r:embed="rId5"/>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625624852"/>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5_1 End slide blue">
    <p:bg>
      <p:bgPr>
        <a:solidFill>
          <a:schemeClr val="accent1"/>
        </a:solidFill>
        <a:effectLst/>
      </p:bgPr>
    </p:bg>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accent1"/>
                </a:solidFill>
              </a:defRPr>
            </a:lvl1pPr>
          </a:lstStyle>
          <a:p>
            <a:r>
              <a:rPr lang="en-US"/>
              <a:t>2023</a:t>
            </a:r>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accent1"/>
                </a:solidFill>
              </a:defRPr>
            </a:lvl1pPr>
          </a:lstStyle>
          <a:p>
            <a:r>
              <a:rPr lang="en-US"/>
              <a:t>Connectivity | Anders Björklund | Internal</a:t>
            </a:r>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accent1"/>
                </a:solidFill>
              </a:defRPr>
            </a:lvl1pPr>
          </a:lstStyle>
          <a:p>
            <a:fld id="{F4BB9EDD-1740-4E4A-8601-A7D0893F42E6}" type="slidenum">
              <a:rPr lang="en-US" smtClean="0"/>
              <a:pPr/>
              <a:t>‹#›</a:t>
            </a:fld>
            <a:endParaRPr lang="en-US"/>
          </a:p>
        </p:txBody>
      </p:sp>
      <p:sp>
        <p:nvSpPr>
          <p:cNvPr id="2" name="Rectangle 1">
            <a:extLst>
              <a:ext uri="{FF2B5EF4-FFF2-40B4-BE49-F238E27FC236}">
                <a16:creationId xmlns:a16="http://schemas.microsoft.com/office/drawing/2014/main" id="{F16A25E9-D71E-439A-91EB-DCC71868A188}"/>
              </a:ext>
            </a:extLst>
          </p:cNvPr>
          <p:cNvSpPr>
            <a:spLocks/>
          </p:cNvSpPr>
          <p:nvPr userDrawn="1"/>
        </p:nvSpPr>
        <p:spPr>
          <a:xfrm>
            <a:off x="0" y="0"/>
            <a:ext cx="12192000" cy="6858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pic>
        <p:nvPicPr>
          <p:cNvPr id="3" name="Graphic 2">
            <a:extLst>
              <a:ext uri="{FF2B5EF4-FFF2-40B4-BE49-F238E27FC236}">
                <a16:creationId xmlns:a16="http://schemas.microsoft.com/office/drawing/2014/main" id="{9BF15062-7901-4957-880B-E2F376D6DE7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55666" y="3315983"/>
            <a:ext cx="2680669" cy="205597"/>
          </a:xfrm>
          <a:prstGeom prst="rect">
            <a:avLst/>
          </a:prstGeom>
        </p:spPr>
      </p:pic>
    </p:spTree>
    <p:extLst>
      <p:ext uri="{BB962C8B-B14F-4D97-AF65-F5344CB8AC3E}">
        <p14:creationId xmlns:p14="http://schemas.microsoft.com/office/powerpoint/2010/main" val="627887682"/>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5_2 End slide white">
    <p:bg>
      <p:bgPr>
        <a:solidFill>
          <a:schemeClr val="accent1"/>
        </a:solidFill>
        <a:effectLst/>
      </p:bgPr>
    </p:bg>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bg1"/>
                </a:solidFill>
              </a:defRPr>
            </a:lvl1pPr>
          </a:lstStyle>
          <a:p>
            <a:r>
              <a:rPr lang="en-US"/>
              <a:t>2023</a:t>
            </a:r>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bg1"/>
                </a:solidFill>
              </a:defRPr>
            </a:lvl1pPr>
          </a:lstStyle>
          <a:p>
            <a:r>
              <a:rPr lang="en-US"/>
              <a:t>Connectivity | Anders Björklund | Internal</a:t>
            </a:r>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bg1"/>
                </a:solidFill>
              </a:defRPr>
            </a:lvl1pPr>
          </a:lstStyle>
          <a:p>
            <a:fld id="{F4BB9EDD-1740-4E4A-8601-A7D0893F42E6}" type="slidenum">
              <a:rPr lang="en-US" smtClean="0"/>
              <a:pPr/>
              <a:t>‹#›</a:t>
            </a:fld>
            <a:endParaRPr lang="en-US"/>
          </a:p>
        </p:txBody>
      </p:sp>
      <p:sp>
        <p:nvSpPr>
          <p:cNvPr id="2" name="Rectangle 1">
            <a:extLst>
              <a:ext uri="{FF2B5EF4-FFF2-40B4-BE49-F238E27FC236}">
                <a16:creationId xmlns:a16="http://schemas.microsoft.com/office/drawing/2014/main" id="{F16A25E9-D71E-439A-91EB-DCC71868A188}"/>
              </a:ext>
            </a:extLst>
          </p:cNvPr>
          <p:cNvSpPr>
            <a:spLocks/>
          </p:cNvSpPr>
          <p:nvPr userDrawn="1"/>
        </p:nvSpPr>
        <p:spPr>
          <a:xfrm>
            <a:off x="0" y="0"/>
            <a:ext cx="12192000" cy="685800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pic>
        <p:nvPicPr>
          <p:cNvPr id="3" name="Graphic 2">
            <a:extLst>
              <a:ext uri="{FF2B5EF4-FFF2-40B4-BE49-F238E27FC236}">
                <a16:creationId xmlns:a16="http://schemas.microsoft.com/office/drawing/2014/main" id="{9BF15062-7901-4957-880B-E2F376D6DE7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777679" y="3315983"/>
            <a:ext cx="2636642" cy="205596"/>
          </a:xfrm>
          <a:prstGeom prst="rect">
            <a:avLst/>
          </a:prstGeom>
        </p:spPr>
      </p:pic>
    </p:spTree>
    <p:extLst>
      <p:ext uri="{BB962C8B-B14F-4D97-AF65-F5344CB8AC3E}">
        <p14:creationId xmlns:p14="http://schemas.microsoft.com/office/powerpoint/2010/main" val="41907864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theme" Target="../theme/theme2.xml"/><Relationship Id="rId3" Type="http://schemas.openxmlformats.org/officeDocument/2006/relationships/slideLayout" Target="../slideLayouts/slideLayout37.xml"/><Relationship Id="rId21" Type="http://schemas.openxmlformats.org/officeDocument/2006/relationships/slideLayout" Target="../slideLayouts/slideLayout55.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29" Type="http://schemas.openxmlformats.org/officeDocument/2006/relationships/image" Target="../media/image3.svg"/><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image" Target="../media/image2.png"/><Relationship Id="rId10" Type="http://schemas.openxmlformats.org/officeDocument/2006/relationships/slideLayout" Target="../slideLayouts/slideLayout44.xml"/><Relationship Id="rId19" Type="http://schemas.openxmlformats.org/officeDocument/2006/relationships/slideLayout" Target="../slideLayouts/slideLayout53.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 name="Kasta 2" hidden="1">
            <a:extLst>
              <a:ext uri="{FF2B5EF4-FFF2-40B4-BE49-F238E27FC236}">
                <a16:creationId xmlns:a16="http://schemas.microsoft.com/office/drawing/2014/main" id="{EC743187-4C08-4214-8C0B-957F708AA15A}"/>
              </a:ext>
            </a:extLst>
          </p:cNvPr>
          <p:cNvGrpSpPr/>
          <p:nvPr userDrawn="1"/>
        </p:nvGrpSpPr>
        <p:grpSpPr>
          <a:xfrm>
            <a:off x="6096000" y="-525680"/>
            <a:ext cx="3657600" cy="387045"/>
            <a:chOff x="3833815" y="198413"/>
            <a:chExt cx="2300289" cy="387045"/>
          </a:xfrm>
        </p:grpSpPr>
        <p:sp>
          <p:nvSpPr>
            <p:cNvPr id="18" name="Rectangle 17">
              <a:extLst>
                <a:ext uri="{FF2B5EF4-FFF2-40B4-BE49-F238E27FC236}">
                  <a16:creationId xmlns:a16="http://schemas.microsoft.com/office/drawing/2014/main" id="{11509E16-DF00-4DE3-AE37-E1584A8A75E7}"/>
                </a:ext>
              </a:extLst>
            </p:cNvPr>
            <p:cNvSpPr/>
            <p:nvPr userDrawn="1"/>
          </p:nvSpPr>
          <p:spPr>
            <a:xfrm>
              <a:off x="3833815" y="198413"/>
              <a:ext cx="766763" cy="387045"/>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20" name="Rectangle 19">
              <a:extLst>
                <a:ext uri="{FF2B5EF4-FFF2-40B4-BE49-F238E27FC236}">
                  <a16:creationId xmlns:a16="http://schemas.microsoft.com/office/drawing/2014/main" id="{E6283BA2-95A6-41DF-9492-69505B854966}"/>
                </a:ext>
              </a:extLst>
            </p:cNvPr>
            <p:cNvSpPr/>
            <p:nvPr userDrawn="1"/>
          </p:nvSpPr>
          <p:spPr>
            <a:xfrm>
              <a:off x="5367341" y="198413"/>
              <a:ext cx="766763" cy="387045"/>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grpSp>
      <p:pic>
        <p:nvPicPr>
          <p:cNvPr id="10" name="Kasta" hidden="1">
            <a:extLst>
              <a:ext uri="{FF2B5EF4-FFF2-40B4-BE49-F238E27FC236}">
                <a16:creationId xmlns:a16="http://schemas.microsoft.com/office/drawing/2014/main" id="{2FFE77C0-290F-48D4-ACAD-8B55EE471878}"/>
              </a:ext>
            </a:extLst>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0" y="-11575"/>
            <a:ext cx="12214870" cy="6893999"/>
          </a:xfrm>
          <a:prstGeom prst="rect">
            <a:avLst/>
          </a:prstGeom>
        </p:spPr>
      </p:pic>
      <p:sp>
        <p:nvSpPr>
          <p:cNvPr id="2" name="Rectangle 1"/>
          <p:cNvSpPr/>
          <p:nvPr/>
        </p:nvSpPr>
        <p:spPr>
          <a:xfrm>
            <a:off x="0" y="5"/>
            <a:ext cx="12192000" cy="685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17">
              <a:solidFill>
                <a:schemeClr val="tx1"/>
              </a:solidFill>
              <a:latin typeface="+mn-lt"/>
              <a:cs typeface="+mn-cs"/>
            </a:endParaRPr>
          </a:p>
        </p:txBody>
      </p:sp>
      <p:sp>
        <p:nvSpPr>
          <p:cNvPr id="12" name="Title Placeholder 1"/>
          <p:cNvSpPr>
            <a:spLocks noGrp="1"/>
          </p:cNvSpPr>
          <p:nvPr>
            <p:ph type="title"/>
          </p:nvPr>
        </p:nvSpPr>
        <p:spPr>
          <a:xfrm>
            <a:off x="766763" y="938704"/>
            <a:ext cx="10658475" cy="493200"/>
          </a:xfrm>
          <a:prstGeom prst="rect">
            <a:avLst/>
          </a:prstGeom>
        </p:spPr>
        <p:txBody>
          <a:bodyPr vert="horz" wrap="square" lIns="0" tIns="0" rIns="91440" bIns="0" rtlCol="0" anchor="b" anchorCtr="0">
            <a:noAutofit/>
          </a:bodyPr>
          <a:lstStyle/>
          <a:p>
            <a:r>
              <a:rPr lang="en-US" noProof="0"/>
              <a:t>Insert headline on maximum one line</a:t>
            </a:r>
          </a:p>
        </p:txBody>
      </p:sp>
      <p:sp>
        <p:nvSpPr>
          <p:cNvPr id="32" name="Rectangle 7">
            <a:extLst>
              <a:ext uri="{FF2B5EF4-FFF2-40B4-BE49-F238E27FC236}">
                <a16:creationId xmlns:a16="http://schemas.microsoft.com/office/drawing/2014/main" id="{AB8EFCD9-7921-D64B-9826-6FA460FF1C23}"/>
              </a:ext>
            </a:extLst>
          </p:cNvPr>
          <p:cNvSpPr>
            <a:spLocks noGrp="1" noChangeArrowheads="1"/>
          </p:cNvSpPr>
          <p:nvPr>
            <p:ph type="ftr" sz="quarter" idx="3"/>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lvl1pPr>
              <a:spcBef>
                <a:spcPct val="0"/>
              </a:spcBef>
              <a:defRPr sz="800" baseline="0">
                <a:solidFill>
                  <a:schemeClr val="tx1"/>
                </a:solidFill>
                <a:latin typeface="+mn-lt"/>
                <a:cs typeface="+mn-cs"/>
              </a:defRPr>
            </a:lvl1pPr>
          </a:lstStyle>
          <a:p>
            <a:r>
              <a:rPr lang="en-US"/>
              <a:t>BA/GF/TD | Department name | Document name/Issuer | Classification</a:t>
            </a:r>
          </a:p>
        </p:txBody>
      </p:sp>
      <p:sp>
        <p:nvSpPr>
          <p:cNvPr id="33" name="Rectangle 8">
            <a:extLst>
              <a:ext uri="{FF2B5EF4-FFF2-40B4-BE49-F238E27FC236}">
                <a16:creationId xmlns:a16="http://schemas.microsoft.com/office/drawing/2014/main" id="{85667821-07B8-804D-BF1F-03CB20975BC3}"/>
              </a:ext>
            </a:extLst>
          </p:cNvPr>
          <p:cNvSpPr>
            <a:spLocks noGrp="1" noChangeArrowheads="1"/>
          </p:cNvSpPr>
          <p:nvPr>
            <p:ph type="sldNum" sz="quarter" idx="4"/>
          </p:nvPr>
        </p:nvSpPr>
        <p:spPr bwMode="auto">
          <a:xfrm>
            <a:off x="11425238" y="6380367"/>
            <a:ext cx="466725"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spcBef>
                <a:spcPct val="0"/>
              </a:spcBef>
              <a:defRPr sz="800" baseline="0">
                <a:solidFill>
                  <a:schemeClr val="tx1"/>
                </a:solidFill>
                <a:latin typeface="+mn-lt"/>
                <a:cs typeface="+mn-cs"/>
              </a:defRPr>
            </a:lvl1pPr>
          </a:lstStyle>
          <a:p>
            <a:fld id="{F4BB9EDD-1740-4E4A-8601-A7D0893F42E6}" type="slidenum">
              <a:rPr lang="en-US" smtClean="0"/>
              <a:pPr/>
              <a:t>‹#›</a:t>
            </a:fld>
            <a:endParaRPr lang="en-US"/>
          </a:p>
        </p:txBody>
      </p:sp>
      <p:sp>
        <p:nvSpPr>
          <p:cNvPr id="34" name="Rectangle 10">
            <a:extLst>
              <a:ext uri="{FF2B5EF4-FFF2-40B4-BE49-F238E27FC236}">
                <a16:creationId xmlns:a16="http://schemas.microsoft.com/office/drawing/2014/main" id="{E16D55F2-4ED8-FF4A-9717-D16E80842F41}"/>
              </a:ext>
            </a:extLst>
          </p:cNvPr>
          <p:cNvSpPr>
            <a:spLocks noGrp="1" noChangeArrowheads="1"/>
          </p:cNvSpPr>
          <p:nvPr>
            <p:ph type="dt" sz="half" idx="2"/>
          </p:nvPr>
        </p:nvSpPr>
        <p:spPr bwMode="auto">
          <a:xfrm>
            <a:off x="10490579" y="6380367"/>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spcBef>
                <a:spcPct val="0"/>
              </a:spcBef>
              <a:defRPr sz="800" baseline="0">
                <a:solidFill>
                  <a:schemeClr val="tx1"/>
                </a:solidFill>
                <a:latin typeface="+mn-lt"/>
                <a:cs typeface="+mn-cs"/>
              </a:defRPr>
            </a:lvl1pPr>
          </a:lstStyle>
          <a:p>
            <a:fld id="{18090361-3ABC-4AA4-82F3-EE8A0D040E3D}" type="datetime1">
              <a:rPr lang="sv-SE" smtClean="0"/>
              <a:t>2025-08-25</a:t>
            </a:fld>
            <a:endParaRPr lang="en-US"/>
          </a:p>
        </p:txBody>
      </p:sp>
      <p:sp>
        <p:nvSpPr>
          <p:cNvPr id="5" name="Text Placeholder 4">
            <a:extLst>
              <a:ext uri="{FF2B5EF4-FFF2-40B4-BE49-F238E27FC236}">
                <a16:creationId xmlns:a16="http://schemas.microsoft.com/office/drawing/2014/main" id="{BEB2C73E-6D6A-4A53-A5A9-76A2681C93DD}"/>
              </a:ext>
            </a:extLst>
          </p:cNvPr>
          <p:cNvSpPr>
            <a:spLocks noGrp="1"/>
          </p:cNvSpPr>
          <p:nvPr>
            <p:ph type="body" idx="1"/>
          </p:nvPr>
        </p:nvSpPr>
        <p:spPr>
          <a:xfrm>
            <a:off x="612000" y="2160000"/>
            <a:ext cx="10813238" cy="3859199"/>
          </a:xfrm>
          <a:prstGeom prst="rect">
            <a:avLst/>
          </a:prstGeom>
        </p:spPr>
        <p:txBody>
          <a:bodyPr vert="horz" lIns="144000" tIns="45720" rIns="144000" bIns="45720" rtlCol="0">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pic>
        <p:nvPicPr>
          <p:cNvPr id="8" name="Graphic 7">
            <a:extLst>
              <a:ext uri="{FF2B5EF4-FFF2-40B4-BE49-F238E27FC236}">
                <a16:creationId xmlns:a16="http://schemas.microsoft.com/office/drawing/2014/main" id="{5A8F78CA-A882-4A85-9FA4-B9AAFF110F3F}"/>
              </a:ext>
            </a:extLst>
          </p:cNvPr>
          <p:cNvPicPr>
            <a:picLocks noChangeAspect="1"/>
          </p:cNvPicPr>
          <p:nvPr userDrawn="1"/>
        </p:nvPicPr>
        <p:blipFill>
          <a:blip r:embed="rId37" cstate="print">
            <a:extLst>
              <a:ext uri="{28A0092B-C50C-407E-A947-70E740481C1C}">
                <a14:useLocalDpi xmlns:a14="http://schemas.microsoft.com/office/drawing/2010/main" val="0"/>
              </a:ext>
              <a:ext uri="{96DAC541-7B7A-43D3-8B79-37D633B846F1}">
                <asvg:svgBlip xmlns:asvg="http://schemas.microsoft.com/office/drawing/2016/SVG/main" r:embed="rId38"/>
              </a:ext>
            </a:extLst>
          </a:blip>
          <a:srcRect/>
          <a:stretch/>
        </p:blipFill>
        <p:spPr>
          <a:xfrm>
            <a:off x="5485800" y="278991"/>
            <a:ext cx="1220400" cy="95162"/>
          </a:xfrm>
          <a:prstGeom prst="rect">
            <a:avLst/>
          </a:prstGeom>
        </p:spPr>
      </p:pic>
      <p:sp>
        <p:nvSpPr>
          <p:cNvPr id="6" name="TextBox 5">
            <a:extLst>
              <a:ext uri="{FF2B5EF4-FFF2-40B4-BE49-F238E27FC236}">
                <a16:creationId xmlns:a16="http://schemas.microsoft.com/office/drawing/2014/main" id="{12993AE9-58A0-C3CE-27C8-91CBC0B9828C}"/>
              </a:ext>
            </a:extLst>
          </p:cNvPr>
          <p:cNvSpPr txBox="1"/>
          <p:nvPr userDrawn="1"/>
        </p:nvSpPr>
        <p:spPr>
          <a:xfrm>
            <a:off x="69674" y="-32494"/>
            <a:ext cx="346798" cy="15774"/>
          </a:xfrm>
          <a:prstGeom prst="rect">
            <a:avLst/>
          </a:prstGeom>
          <a:noFill/>
        </p:spPr>
        <p:txBody>
          <a:bodyPr wrap="square" lIns="0" tIns="0" rIns="0" bIns="0" rtlCol="0">
            <a:spAutoFit/>
          </a:bodyPr>
          <a:lstStyle/>
          <a:p>
            <a:pPr algn="l">
              <a:lnSpc>
                <a:spcPct val="114000"/>
              </a:lnSpc>
              <a:spcBef>
                <a:spcPts val="952"/>
              </a:spcBef>
            </a:pPr>
            <a:r>
              <a:rPr lang="en-GB" sz="100">
                <a:solidFill>
                  <a:schemeClr val="tx1">
                    <a:alpha val="0"/>
                  </a:schemeClr>
                </a:solidFill>
                <a:latin typeface="Volvo Broad Spread Outline Larg" pitchFamily="50" charset="0"/>
              </a:rPr>
              <a:t> </a:t>
            </a:r>
          </a:p>
        </p:txBody>
      </p:sp>
      <p:sp>
        <p:nvSpPr>
          <p:cNvPr id="7" name="TextBox 6">
            <a:extLst>
              <a:ext uri="{FF2B5EF4-FFF2-40B4-BE49-F238E27FC236}">
                <a16:creationId xmlns:a16="http://schemas.microsoft.com/office/drawing/2014/main" id="{AD5CDD76-22DC-EA35-D464-66D42B04F14A}"/>
              </a:ext>
            </a:extLst>
          </p:cNvPr>
          <p:cNvSpPr txBox="1"/>
          <p:nvPr userDrawn="1"/>
        </p:nvSpPr>
        <p:spPr>
          <a:xfrm>
            <a:off x="397004" y="-32494"/>
            <a:ext cx="346798" cy="15774"/>
          </a:xfrm>
          <a:prstGeom prst="rect">
            <a:avLst/>
          </a:prstGeom>
          <a:noFill/>
        </p:spPr>
        <p:txBody>
          <a:bodyPr wrap="square" lIns="0" tIns="0" rIns="0" bIns="0" rtlCol="0">
            <a:spAutoFit/>
          </a:bodyPr>
          <a:lstStyle/>
          <a:p>
            <a:pPr algn="l">
              <a:lnSpc>
                <a:spcPct val="114000"/>
              </a:lnSpc>
              <a:spcBef>
                <a:spcPts val="952"/>
              </a:spcBef>
            </a:pPr>
            <a:r>
              <a:rPr lang="en-GB" sz="100">
                <a:solidFill>
                  <a:schemeClr val="tx1">
                    <a:alpha val="0"/>
                  </a:schemeClr>
                </a:solidFill>
                <a:latin typeface="Volvo Broad Spread Outline Medi" pitchFamily="50" charset="0"/>
              </a:rPr>
              <a:t> </a:t>
            </a:r>
          </a:p>
        </p:txBody>
      </p:sp>
      <p:sp>
        <p:nvSpPr>
          <p:cNvPr id="11" name="TextBox 10">
            <a:extLst>
              <a:ext uri="{FF2B5EF4-FFF2-40B4-BE49-F238E27FC236}">
                <a16:creationId xmlns:a16="http://schemas.microsoft.com/office/drawing/2014/main" id="{800E2977-A2CD-3ADA-6DB0-2B8F96F81D16}"/>
              </a:ext>
            </a:extLst>
          </p:cNvPr>
          <p:cNvSpPr txBox="1"/>
          <p:nvPr userDrawn="1"/>
        </p:nvSpPr>
        <p:spPr>
          <a:xfrm>
            <a:off x="766763" y="-32494"/>
            <a:ext cx="346798" cy="15774"/>
          </a:xfrm>
          <a:prstGeom prst="rect">
            <a:avLst/>
          </a:prstGeom>
          <a:noFill/>
        </p:spPr>
        <p:txBody>
          <a:bodyPr wrap="square" lIns="0" tIns="0" rIns="0" bIns="0" rtlCol="0">
            <a:spAutoFit/>
          </a:bodyPr>
          <a:lstStyle/>
          <a:p>
            <a:pPr algn="l">
              <a:lnSpc>
                <a:spcPct val="114000"/>
              </a:lnSpc>
              <a:spcBef>
                <a:spcPts val="952"/>
              </a:spcBef>
            </a:pPr>
            <a:r>
              <a:rPr lang="en-GB" sz="100">
                <a:solidFill>
                  <a:schemeClr val="tx1"/>
                </a:solidFill>
                <a:latin typeface="Volvo Broad Spread Outline Smal" pitchFamily="50" charset="0"/>
              </a:rPr>
              <a:t> </a:t>
            </a:r>
          </a:p>
        </p:txBody>
      </p:sp>
    </p:spTree>
    <p:extLst>
      <p:ext uri="{BB962C8B-B14F-4D97-AF65-F5344CB8AC3E}">
        <p14:creationId xmlns:p14="http://schemas.microsoft.com/office/powerpoint/2010/main" val="60975191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4" r:id="rId30"/>
    <p:sldLayoutId id="2147483731" r:id="rId31"/>
    <p:sldLayoutId id="2147483732" r:id="rId32"/>
    <p:sldLayoutId id="2147483733" r:id="rId33"/>
    <p:sldLayoutId id="2147483734"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67710" rtl="0" eaLnBrk="1" latinLnBrk="0" hangingPunct="1">
        <a:lnSpc>
          <a:spcPct val="100000"/>
        </a:lnSpc>
        <a:spcBef>
          <a:spcPct val="0"/>
        </a:spcBef>
        <a:buNone/>
        <a:defRPr lang="en-US" sz="3200" b="1" kern="1200" smtClean="0">
          <a:solidFill>
            <a:schemeClr val="tx1"/>
          </a:solidFill>
          <a:latin typeface="+mj-lt"/>
          <a:ea typeface="+mj-ea"/>
          <a:cs typeface="+mn-cs"/>
        </a:defRPr>
      </a:lvl1pPr>
    </p:titleStyle>
    <p:bodyStyle>
      <a:lvl1pPr marL="155575" indent="-155575" algn="l" defTabSz="967710" rtl="0" eaLnBrk="1" fontAlgn="base" latinLnBrk="0" hangingPunct="1">
        <a:lnSpc>
          <a:spcPct val="114000"/>
        </a:lnSpc>
        <a:spcBef>
          <a:spcPts val="952"/>
        </a:spcBef>
        <a:spcAft>
          <a:spcPts val="0"/>
        </a:spcAft>
        <a:buClr>
          <a:schemeClr val="accent1"/>
        </a:buClr>
        <a:buFont typeface="Arial" panose="020B0604020202020204" pitchFamily="34" charset="0"/>
        <a:buChar char="•"/>
        <a:defRPr lang="en-US" sz="1800" kern="1200" smtClean="0">
          <a:solidFill>
            <a:schemeClr val="tx1"/>
          </a:solidFill>
          <a:latin typeface="+mn-lt"/>
          <a:ea typeface="Volvo Novum 3.1" pitchFamily="50" charset="0"/>
          <a:cs typeface="+mn-cs"/>
        </a:defRPr>
      </a:lvl1pPr>
      <a:lvl2pPr marL="358775" indent="-176213"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600" kern="1200">
          <a:solidFill>
            <a:schemeClr val="tx1"/>
          </a:solidFill>
          <a:latin typeface="+mn-lt"/>
          <a:ea typeface="Volvo Novum 3.1" pitchFamily="50" charset="0"/>
          <a:cs typeface="+mn-cs"/>
        </a:defRPr>
      </a:lvl2pPr>
      <a:lvl3pPr marL="488950" indent="-130175" algn="l" defTabSz="967710" rtl="0" eaLnBrk="1" fontAlgn="base" latinLnBrk="0" hangingPunct="1">
        <a:lnSpc>
          <a:spcPct val="114000"/>
        </a:lnSpc>
        <a:spcBef>
          <a:spcPts val="952"/>
        </a:spcBef>
        <a:spcAft>
          <a:spcPts val="0"/>
        </a:spcAft>
        <a:buClr>
          <a:schemeClr val="accent1"/>
        </a:buClr>
        <a:buSzPct val="90000"/>
        <a:buFont typeface="Arial" panose="020B0604020202020204" pitchFamily="34" charset="0"/>
        <a:buChar char="•"/>
        <a:defRPr lang="en-US" sz="1600" kern="1200" smtClean="0">
          <a:solidFill>
            <a:schemeClr val="tx1"/>
          </a:solidFill>
          <a:latin typeface="+mn-lt"/>
          <a:ea typeface="Volvo Novum 3.1" pitchFamily="50" charset="0"/>
          <a:cs typeface="+mn-cs"/>
        </a:defRPr>
      </a:lvl3pPr>
      <a:lvl4pPr marL="654050" indent="-171450"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600" kern="1200">
          <a:solidFill>
            <a:schemeClr val="tx1"/>
          </a:solidFill>
          <a:latin typeface="+mn-lt"/>
          <a:ea typeface="Volvo Novum 3.1" pitchFamily="50" charset="0"/>
          <a:cs typeface="+mn-cs"/>
        </a:defRPr>
      </a:lvl4pPr>
      <a:lvl5pPr marL="765175" indent="-107950"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600" kern="1200">
          <a:solidFill>
            <a:schemeClr val="tx1"/>
          </a:solidFill>
          <a:latin typeface="+mn-lt"/>
          <a:ea typeface="Volvo Novum 3.1" pitchFamily="50" charset="0"/>
          <a:cs typeface="+mn-cs"/>
        </a:defRPr>
      </a:lvl5pPr>
      <a:lvl6pPr marL="2661201" indent="-241927" algn="l" defTabSz="967710" rtl="0" eaLnBrk="1" latinLnBrk="0" hangingPunct="1">
        <a:spcBef>
          <a:spcPct val="20000"/>
        </a:spcBef>
        <a:buFont typeface="Volvo Novum 3.1" pitchFamily="50" charset="0"/>
        <a:buChar char="•"/>
        <a:defRPr sz="2117" kern="1200">
          <a:solidFill>
            <a:schemeClr val="tx1"/>
          </a:solidFill>
          <a:latin typeface="+mn-lt"/>
          <a:ea typeface="+mn-ea"/>
          <a:cs typeface="+mn-cs"/>
        </a:defRPr>
      </a:lvl6pPr>
      <a:lvl7pPr marL="3145056" indent="-241927" algn="l" defTabSz="967710" rtl="0" eaLnBrk="1" latinLnBrk="0" hangingPunct="1">
        <a:spcBef>
          <a:spcPct val="20000"/>
        </a:spcBef>
        <a:buFont typeface="Volvo Novum 3.1" pitchFamily="50" charset="0"/>
        <a:buChar char="•"/>
        <a:defRPr sz="2117" kern="1200">
          <a:solidFill>
            <a:schemeClr val="tx1"/>
          </a:solidFill>
          <a:latin typeface="+mn-lt"/>
          <a:ea typeface="+mn-ea"/>
          <a:cs typeface="+mn-cs"/>
        </a:defRPr>
      </a:lvl7pPr>
      <a:lvl8pPr marL="3628911" indent="-241927" algn="l" defTabSz="967710" rtl="0" eaLnBrk="1" latinLnBrk="0" hangingPunct="1">
        <a:spcBef>
          <a:spcPct val="20000"/>
        </a:spcBef>
        <a:buFont typeface="Volvo Novum 3.1" pitchFamily="50" charset="0"/>
        <a:buChar char="•"/>
        <a:defRPr sz="2117" kern="1200">
          <a:solidFill>
            <a:schemeClr val="tx1"/>
          </a:solidFill>
          <a:latin typeface="+mn-lt"/>
          <a:ea typeface="+mn-ea"/>
          <a:cs typeface="+mn-cs"/>
        </a:defRPr>
      </a:lvl8pPr>
      <a:lvl9pPr marL="4112765" indent="-241927" algn="l" defTabSz="967710" rtl="0" eaLnBrk="1" latinLnBrk="0" hangingPunct="1">
        <a:spcBef>
          <a:spcPct val="20000"/>
        </a:spcBef>
        <a:buFont typeface="Volvo Novum 3.1" pitchFamily="50" charset="0"/>
        <a:buChar char="•"/>
        <a:defRPr sz="2117" kern="1200">
          <a:solidFill>
            <a:schemeClr val="tx1"/>
          </a:solidFill>
          <a:latin typeface="+mn-lt"/>
          <a:ea typeface="+mn-ea"/>
          <a:cs typeface="+mn-cs"/>
        </a:defRPr>
      </a:lvl9pPr>
    </p:bodyStyle>
    <p:otherStyle>
      <a:defPPr>
        <a:defRPr lang="sv-SE"/>
      </a:defPPr>
      <a:lvl1pPr marL="0" algn="l" defTabSz="967710" rtl="0" eaLnBrk="1" latinLnBrk="0" hangingPunct="1">
        <a:defRPr sz="1905" kern="1200">
          <a:solidFill>
            <a:schemeClr val="tx1"/>
          </a:solidFill>
          <a:latin typeface="+mn-lt"/>
          <a:ea typeface="+mn-ea"/>
          <a:cs typeface="+mn-cs"/>
        </a:defRPr>
      </a:lvl1pPr>
      <a:lvl2pPr marL="483855" algn="l" defTabSz="967710" rtl="0" eaLnBrk="1" latinLnBrk="0" hangingPunct="1">
        <a:defRPr sz="1905" kern="1200">
          <a:solidFill>
            <a:schemeClr val="tx1"/>
          </a:solidFill>
          <a:latin typeface="+mn-lt"/>
          <a:ea typeface="+mn-ea"/>
          <a:cs typeface="+mn-cs"/>
        </a:defRPr>
      </a:lvl2pPr>
      <a:lvl3pPr marL="967710" algn="l" defTabSz="967710" rtl="0" eaLnBrk="1" latinLnBrk="0" hangingPunct="1">
        <a:defRPr sz="1905" kern="1200">
          <a:solidFill>
            <a:schemeClr val="tx1"/>
          </a:solidFill>
          <a:latin typeface="+mn-lt"/>
          <a:ea typeface="+mn-ea"/>
          <a:cs typeface="+mn-cs"/>
        </a:defRPr>
      </a:lvl3pPr>
      <a:lvl4pPr marL="1451564" algn="l" defTabSz="967710" rtl="0" eaLnBrk="1" latinLnBrk="0" hangingPunct="1">
        <a:defRPr sz="1905" kern="1200">
          <a:solidFill>
            <a:schemeClr val="tx1"/>
          </a:solidFill>
          <a:latin typeface="+mn-lt"/>
          <a:ea typeface="+mn-ea"/>
          <a:cs typeface="+mn-cs"/>
        </a:defRPr>
      </a:lvl4pPr>
      <a:lvl5pPr marL="1935419" algn="l" defTabSz="967710" rtl="0" eaLnBrk="1" latinLnBrk="0" hangingPunct="1">
        <a:defRPr sz="1905" kern="1200">
          <a:solidFill>
            <a:schemeClr val="tx1"/>
          </a:solidFill>
          <a:latin typeface="+mn-lt"/>
          <a:ea typeface="+mn-ea"/>
          <a:cs typeface="+mn-cs"/>
        </a:defRPr>
      </a:lvl5pPr>
      <a:lvl6pPr marL="2419274" algn="l" defTabSz="967710" rtl="0" eaLnBrk="1" latinLnBrk="0" hangingPunct="1">
        <a:defRPr sz="1905" kern="1200">
          <a:solidFill>
            <a:schemeClr val="tx1"/>
          </a:solidFill>
          <a:latin typeface="+mn-lt"/>
          <a:ea typeface="+mn-ea"/>
          <a:cs typeface="+mn-cs"/>
        </a:defRPr>
      </a:lvl6pPr>
      <a:lvl7pPr marL="2903129" algn="l" defTabSz="967710" rtl="0" eaLnBrk="1" latinLnBrk="0" hangingPunct="1">
        <a:defRPr sz="1905" kern="1200">
          <a:solidFill>
            <a:schemeClr val="tx1"/>
          </a:solidFill>
          <a:latin typeface="+mn-lt"/>
          <a:ea typeface="+mn-ea"/>
          <a:cs typeface="+mn-cs"/>
        </a:defRPr>
      </a:lvl7pPr>
      <a:lvl8pPr marL="3386983" algn="l" defTabSz="967710" rtl="0" eaLnBrk="1" latinLnBrk="0" hangingPunct="1">
        <a:defRPr sz="1905" kern="1200">
          <a:solidFill>
            <a:schemeClr val="tx1"/>
          </a:solidFill>
          <a:latin typeface="+mn-lt"/>
          <a:ea typeface="+mn-ea"/>
          <a:cs typeface="+mn-cs"/>
        </a:defRPr>
      </a:lvl8pPr>
      <a:lvl9pPr marL="3870838" algn="l" defTabSz="967710" rtl="0" eaLnBrk="1" latinLnBrk="0" hangingPunct="1">
        <a:defRPr sz="190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07">
          <p15:clr>
            <a:srgbClr val="F26B43"/>
          </p15:clr>
        </p15:guide>
        <p15:guide id="2" pos="483">
          <p15:clr>
            <a:srgbClr val="F26B43"/>
          </p15:clr>
        </p15:guide>
        <p15:guide id="4" pos="7491">
          <p15:clr>
            <a:srgbClr val="F26B43"/>
          </p15:clr>
        </p15:guide>
        <p15:guide id="5" pos="189">
          <p15:clr>
            <a:srgbClr val="F26B43"/>
          </p15:clr>
        </p15:guide>
        <p15:guide id="6" pos="7197">
          <p15:clr>
            <a:srgbClr val="F26B43"/>
          </p15:clr>
        </p15:guide>
        <p15:guide id="7" orient="horz" pos="84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 name="Kasta 2" hidden="1">
            <a:extLst>
              <a:ext uri="{FF2B5EF4-FFF2-40B4-BE49-F238E27FC236}">
                <a16:creationId xmlns:a16="http://schemas.microsoft.com/office/drawing/2014/main" id="{EC743187-4C08-4214-8C0B-957F708AA15A}"/>
              </a:ext>
            </a:extLst>
          </p:cNvPr>
          <p:cNvGrpSpPr/>
          <p:nvPr userDrawn="1"/>
        </p:nvGrpSpPr>
        <p:grpSpPr>
          <a:xfrm>
            <a:off x="0" y="-525680"/>
            <a:ext cx="12192000" cy="525680"/>
            <a:chOff x="0" y="198413"/>
            <a:chExt cx="7667630" cy="525680"/>
          </a:xfrm>
        </p:grpSpPr>
        <p:sp>
          <p:nvSpPr>
            <p:cNvPr id="3" name="Rectangle 2">
              <a:extLst>
                <a:ext uri="{FF2B5EF4-FFF2-40B4-BE49-F238E27FC236}">
                  <a16:creationId xmlns:a16="http://schemas.microsoft.com/office/drawing/2014/main" id="{8A9DED10-E074-45C2-9E33-598B2A19581B}"/>
                </a:ext>
              </a:extLst>
            </p:cNvPr>
            <p:cNvSpPr/>
            <p:nvPr userDrawn="1"/>
          </p:nvSpPr>
          <p:spPr>
            <a:xfrm>
              <a:off x="0" y="337048"/>
              <a:ext cx="766763" cy="387045"/>
            </a:xfrm>
            <a:prstGeom prst="rect">
              <a:avLst/>
            </a:prstGeom>
            <a:solidFill>
              <a:srgbClr val="C3D2D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14" name="Rectangle 13">
              <a:extLst>
                <a:ext uri="{FF2B5EF4-FFF2-40B4-BE49-F238E27FC236}">
                  <a16:creationId xmlns:a16="http://schemas.microsoft.com/office/drawing/2014/main" id="{A99AA92F-9FEC-433E-8BB5-8582DEB117A9}"/>
                </a:ext>
              </a:extLst>
            </p:cNvPr>
            <p:cNvSpPr/>
            <p:nvPr userDrawn="1"/>
          </p:nvSpPr>
          <p:spPr>
            <a:xfrm>
              <a:off x="766763" y="198413"/>
              <a:ext cx="766763" cy="387045"/>
            </a:xfrm>
            <a:prstGeom prst="rect">
              <a:avLst/>
            </a:prstGeom>
            <a:solidFill>
              <a:srgbClr val="C3D2D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15" name="Rectangle 14">
              <a:extLst>
                <a:ext uri="{FF2B5EF4-FFF2-40B4-BE49-F238E27FC236}">
                  <a16:creationId xmlns:a16="http://schemas.microsoft.com/office/drawing/2014/main" id="{E8E176B4-10BA-497E-B5B7-F6AB3D5567CF}"/>
                </a:ext>
              </a:extLst>
            </p:cNvPr>
            <p:cNvSpPr/>
            <p:nvPr userDrawn="1"/>
          </p:nvSpPr>
          <p:spPr>
            <a:xfrm>
              <a:off x="1533526" y="337048"/>
              <a:ext cx="766763" cy="387045"/>
            </a:xfrm>
            <a:prstGeom prst="rect">
              <a:avLst/>
            </a:prstGeom>
            <a:solidFill>
              <a:srgbClr val="C3D2D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16" name="Rectangle 15">
              <a:extLst>
                <a:ext uri="{FF2B5EF4-FFF2-40B4-BE49-F238E27FC236}">
                  <a16:creationId xmlns:a16="http://schemas.microsoft.com/office/drawing/2014/main" id="{4C843747-4A09-4369-A9FB-7C5738CC40DF}"/>
                </a:ext>
              </a:extLst>
            </p:cNvPr>
            <p:cNvSpPr/>
            <p:nvPr userDrawn="1"/>
          </p:nvSpPr>
          <p:spPr>
            <a:xfrm>
              <a:off x="2300289" y="198413"/>
              <a:ext cx="766763" cy="387045"/>
            </a:xfrm>
            <a:prstGeom prst="rect">
              <a:avLst/>
            </a:prstGeom>
            <a:solidFill>
              <a:srgbClr val="C3D2D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17" name="Rectangle 16">
              <a:extLst>
                <a:ext uri="{FF2B5EF4-FFF2-40B4-BE49-F238E27FC236}">
                  <a16:creationId xmlns:a16="http://schemas.microsoft.com/office/drawing/2014/main" id="{2A30B706-2496-4D09-A9CE-C803F9AD38E4}"/>
                </a:ext>
              </a:extLst>
            </p:cNvPr>
            <p:cNvSpPr/>
            <p:nvPr userDrawn="1"/>
          </p:nvSpPr>
          <p:spPr>
            <a:xfrm>
              <a:off x="3067052" y="337048"/>
              <a:ext cx="766763" cy="387045"/>
            </a:xfrm>
            <a:prstGeom prst="rect">
              <a:avLst/>
            </a:prstGeom>
            <a:solidFill>
              <a:srgbClr val="C3D2D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18" name="Rectangle 17">
              <a:extLst>
                <a:ext uri="{FF2B5EF4-FFF2-40B4-BE49-F238E27FC236}">
                  <a16:creationId xmlns:a16="http://schemas.microsoft.com/office/drawing/2014/main" id="{11509E16-DF00-4DE3-AE37-E1584A8A75E7}"/>
                </a:ext>
              </a:extLst>
            </p:cNvPr>
            <p:cNvSpPr/>
            <p:nvPr userDrawn="1"/>
          </p:nvSpPr>
          <p:spPr>
            <a:xfrm>
              <a:off x="3833815" y="198413"/>
              <a:ext cx="766763" cy="387045"/>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19" name="Rectangle 18">
              <a:extLst>
                <a:ext uri="{FF2B5EF4-FFF2-40B4-BE49-F238E27FC236}">
                  <a16:creationId xmlns:a16="http://schemas.microsoft.com/office/drawing/2014/main" id="{4C62CF34-8676-4A9F-BA23-B9F843825AAD}"/>
                </a:ext>
              </a:extLst>
            </p:cNvPr>
            <p:cNvSpPr/>
            <p:nvPr userDrawn="1"/>
          </p:nvSpPr>
          <p:spPr>
            <a:xfrm>
              <a:off x="4600578" y="337048"/>
              <a:ext cx="766763" cy="387045"/>
            </a:xfrm>
            <a:prstGeom prst="rect">
              <a:avLst/>
            </a:prstGeom>
            <a:solidFill>
              <a:srgbClr val="C3D2D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20" name="Rectangle 19">
              <a:extLst>
                <a:ext uri="{FF2B5EF4-FFF2-40B4-BE49-F238E27FC236}">
                  <a16:creationId xmlns:a16="http://schemas.microsoft.com/office/drawing/2014/main" id="{E6283BA2-95A6-41DF-9492-69505B854966}"/>
                </a:ext>
              </a:extLst>
            </p:cNvPr>
            <p:cNvSpPr/>
            <p:nvPr userDrawn="1"/>
          </p:nvSpPr>
          <p:spPr>
            <a:xfrm>
              <a:off x="5367341" y="198413"/>
              <a:ext cx="766763" cy="387045"/>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21" name="Rectangle 20">
              <a:extLst>
                <a:ext uri="{FF2B5EF4-FFF2-40B4-BE49-F238E27FC236}">
                  <a16:creationId xmlns:a16="http://schemas.microsoft.com/office/drawing/2014/main" id="{E9675DB5-C8AB-4C85-9276-181599673B09}"/>
                </a:ext>
              </a:extLst>
            </p:cNvPr>
            <p:cNvSpPr/>
            <p:nvPr userDrawn="1"/>
          </p:nvSpPr>
          <p:spPr>
            <a:xfrm>
              <a:off x="6134104" y="337048"/>
              <a:ext cx="766763" cy="387045"/>
            </a:xfrm>
            <a:prstGeom prst="rect">
              <a:avLst/>
            </a:prstGeom>
            <a:solidFill>
              <a:srgbClr val="C3D2D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22" name="Rectangle 21">
              <a:extLst>
                <a:ext uri="{FF2B5EF4-FFF2-40B4-BE49-F238E27FC236}">
                  <a16:creationId xmlns:a16="http://schemas.microsoft.com/office/drawing/2014/main" id="{4F4E9A38-1E24-4CFB-805E-25EE12CBD577}"/>
                </a:ext>
              </a:extLst>
            </p:cNvPr>
            <p:cNvSpPr/>
            <p:nvPr userDrawn="1"/>
          </p:nvSpPr>
          <p:spPr>
            <a:xfrm>
              <a:off x="6900867" y="198413"/>
              <a:ext cx="766763" cy="387045"/>
            </a:xfrm>
            <a:prstGeom prst="rect">
              <a:avLst/>
            </a:prstGeom>
            <a:solidFill>
              <a:srgbClr val="C3D2D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grpSp>
      <p:pic>
        <p:nvPicPr>
          <p:cNvPr id="10" name="Kasta" hidden="1">
            <a:extLst>
              <a:ext uri="{FF2B5EF4-FFF2-40B4-BE49-F238E27FC236}">
                <a16:creationId xmlns:a16="http://schemas.microsoft.com/office/drawing/2014/main" id="{2FFE77C0-290F-48D4-ACAD-8B55EE471878}"/>
              </a:ext>
            </a:extLst>
          </p:cNvPr>
          <p:cNvPicPr>
            <a:picLocks noChangeAspect="1"/>
          </p:cNvPicPr>
          <p:nvPr userDrawn="1"/>
        </p:nvPicPr>
        <p:blipFill>
          <a:blip r:embed="rId27">
            <a:extLst>
              <a:ext uri="{28A0092B-C50C-407E-A947-70E740481C1C}">
                <a14:useLocalDpi xmlns:a14="http://schemas.microsoft.com/office/drawing/2010/main" val="0"/>
              </a:ext>
            </a:extLst>
          </a:blip>
          <a:stretch>
            <a:fillRect/>
          </a:stretch>
        </p:blipFill>
        <p:spPr>
          <a:xfrm>
            <a:off x="0" y="-11575"/>
            <a:ext cx="12214870" cy="6893999"/>
          </a:xfrm>
          <a:prstGeom prst="rect">
            <a:avLst/>
          </a:prstGeom>
        </p:spPr>
      </p:pic>
      <p:sp>
        <p:nvSpPr>
          <p:cNvPr id="2" name="Rectangle 1"/>
          <p:cNvSpPr/>
          <p:nvPr/>
        </p:nvSpPr>
        <p:spPr>
          <a:xfrm>
            <a:off x="0" y="5"/>
            <a:ext cx="12192000" cy="685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17">
              <a:solidFill>
                <a:schemeClr val="tx1"/>
              </a:solidFill>
              <a:latin typeface="+mn-lt"/>
              <a:cs typeface="+mn-cs"/>
            </a:endParaRPr>
          </a:p>
        </p:txBody>
      </p:sp>
      <p:sp>
        <p:nvSpPr>
          <p:cNvPr id="12" name="Title Placeholder 1"/>
          <p:cNvSpPr>
            <a:spLocks noGrp="1"/>
          </p:cNvSpPr>
          <p:nvPr>
            <p:ph type="title"/>
          </p:nvPr>
        </p:nvSpPr>
        <p:spPr>
          <a:xfrm>
            <a:off x="766763" y="967048"/>
            <a:ext cx="8986837" cy="456400"/>
          </a:xfrm>
          <a:prstGeom prst="rect">
            <a:avLst/>
          </a:prstGeom>
        </p:spPr>
        <p:txBody>
          <a:bodyPr vert="horz" wrap="none" lIns="0" tIns="45720" rIns="91440" bIns="45720" rtlCol="0" anchor="t" anchorCtr="0">
            <a:noAutofit/>
          </a:bodyPr>
          <a:lstStyle/>
          <a:p>
            <a:r>
              <a:rPr lang="en-US" noProof="0"/>
              <a:t>Insert headline on maximum one line</a:t>
            </a:r>
          </a:p>
        </p:txBody>
      </p:sp>
      <p:sp>
        <p:nvSpPr>
          <p:cNvPr id="32" name="Rectangle 7">
            <a:extLst>
              <a:ext uri="{FF2B5EF4-FFF2-40B4-BE49-F238E27FC236}">
                <a16:creationId xmlns:a16="http://schemas.microsoft.com/office/drawing/2014/main" id="{AB8EFCD9-7921-D64B-9826-6FA460FF1C23}"/>
              </a:ext>
            </a:extLst>
          </p:cNvPr>
          <p:cNvSpPr>
            <a:spLocks noGrp="1" noChangeArrowheads="1"/>
          </p:cNvSpPr>
          <p:nvPr>
            <p:ph type="ftr" sz="quarter" idx="3"/>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lvl1pPr>
              <a:spcBef>
                <a:spcPct val="0"/>
              </a:spcBef>
              <a:defRPr sz="800" baseline="0">
                <a:solidFill>
                  <a:schemeClr val="tx1"/>
                </a:solidFill>
                <a:latin typeface="+mn-lt"/>
                <a:cs typeface="+mn-cs"/>
              </a:defRPr>
            </a:lvl1pPr>
          </a:lstStyle>
          <a:p>
            <a:r>
              <a:rPr lang="en-US"/>
              <a:t>Connectivity | Anders Björklund | Internal</a:t>
            </a:r>
          </a:p>
        </p:txBody>
      </p:sp>
      <p:sp>
        <p:nvSpPr>
          <p:cNvPr id="33" name="Rectangle 8">
            <a:extLst>
              <a:ext uri="{FF2B5EF4-FFF2-40B4-BE49-F238E27FC236}">
                <a16:creationId xmlns:a16="http://schemas.microsoft.com/office/drawing/2014/main" id="{85667821-07B8-804D-BF1F-03CB20975BC3}"/>
              </a:ext>
            </a:extLst>
          </p:cNvPr>
          <p:cNvSpPr>
            <a:spLocks noGrp="1" noChangeArrowheads="1"/>
          </p:cNvSpPr>
          <p:nvPr>
            <p:ph type="sldNum" sz="quarter" idx="4"/>
          </p:nvPr>
        </p:nvSpPr>
        <p:spPr bwMode="auto">
          <a:xfrm>
            <a:off x="11425238" y="6380367"/>
            <a:ext cx="466725"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spcBef>
                <a:spcPct val="0"/>
              </a:spcBef>
              <a:defRPr sz="800" baseline="0">
                <a:solidFill>
                  <a:schemeClr val="tx1"/>
                </a:solidFill>
                <a:latin typeface="+mn-lt"/>
                <a:cs typeface="+mn-cs"/>
              </a:defRPr>
            </a:lvl1pPr>
          </a:lstStyle>
          <a:p>
            <a:fld id="{F4BB9EDD-1740-4E4A-8601-A7D0893F42E6}" type="slidenum">
              <a:rPr lang="en-US" smtClean="0"/>
              <a:pPr/>
              <a:t>‹#›</a:t>
            </a:fld>
            <a:endParaRPr lang="en-US"/>
          </a:p>
        </p:txBody>
      </p:sp>
      <p:sp>
        <p:nvSpPr>
          <p:cNvPr id="34" name="Rectangle 10">
            <a:extLst>
              <a:ext uri="{FF2B5EF4-FFF2-40B4-BE49-F238E27FC236}">
                <a16:creationId xmlns:a16="http://schemas.microsoft.com/office/drawing/2014/main" id="{E16D55F2-4ED8-FF4A-9717-D16E80842F41}"/>
              </a:ext>
            </a:extLst>
          </p:cNvPr>
          <p:cNvSpPr>
            <a:spLocks noGrp="1" noChangeArrowheads="1"/>
          </p:cNvSpPr>
          <p:nvPr>
            <p:ph type="dt" sz="half" idx="2"/>
          </p:nvPr>
        </p:nvSpPr>
        <p:spPr bwMode="auto">
          <a:xfrm>
            <a:off x="10490579" y="6380367"/>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spcBef>
                <a:spcPct val="0"/>
              </a:spcBef>
              <a:defRPr sz="800" baseline="0">
                <a:solidFill>
                  <a:schemeClr val="tx1"/>
                </a:solidFill>
                <a:latin typeface="+mn-lt"/>
                <a:cs typeface="+mn-cs"/>
              </a:defRPr>
            </a:lvl1pPr>
          </a:lstStyle>
          <a:p>
            <a:r>
              <a:rPr lang="en-US"/>
              <a:t>2023</a:t>
            </a:r>
          </a:p>
        </p:txBody>
      </p:sp>
      <p:sp>
        <p:nvSpPr>
          <p:cNvPr id="5" name="Text Placeholder 4">
            <a:extLst>
              <a:ext uri="{FF2B5EF4-FFF2-40B4-BE49-F238E27FC236}">
                <a16:creationId xmlns:a16="http://schemas.microsoft.com/office/drawing/2014/main" id="{BEB2C73E-6D6A-4A53-A5A9-76A2681C93DD}"/>
              </a:ext>
            </a:extLst>
          </p:cNvPr>
          <p:cNvSpPr>
            <a:spLocks noGrp="1"/>
          </p:cNvSpPr>
          <p:nvPr>
            <p:ph type="body" idx="1"/>
          </p:nvPr>
        </p:nvSpPr>
        <p:spPr>
          <a:xfrm>
            <a:off x="766763" y="2031475"/>
            <a:ext cx="6548437" cy="3987539"/>
          </a:xfrm>
          <a:prstGeom prst="rect">
            <a:avLst/>
          </a:prstGeom>
        </p:spPr>
        <p:txBody>
          <a:bodyPr vert="horz" lIns="0" tIns="45720" rIns="91440" bIns="45720" rtlCol="0">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pic>
        <p:nvPicPr>
          <p:cNvPr id="8" name="Graphic 7">
            <a:extLst>
              <a:ext uri="{FF2B5EF4-FFF2-40B4-BE49-F238E27FC236}">
                <a16:creationId xmlns:a16="http://schemas.microsoft.com/office/drawing/2014/main" id="{5A8F78CA-A882-4A85-9FA4-B9AAFF110F3F}"/>
              </a:ext>
            </a:extLst>
          </p:cNvPr>
          <p:cNvPicPr>
            <a:picLocks noChangeAspect="1"/>
          </p:cNvPicPr>
          <p:nvPr userDrawn="1"/>
        </p:nvPicPr>
        <p:blipFill>
          <a:blip r:embed="rId28" cstate="print">
            <a:extLst>
              <a:ext uri="{28A0092B-C50C-407E-A947-70E740481C1C}">
                <a14:useLocalDpi xmlns:a14="http://schemas.microsoft.com/office/drawing/2010/main" val="0"/>
              </a:ext>
              <a:ext uri="{96DAC541-7B7A-43D3-8B79-37D633B846F1}">
                <asvg:svgBlip xmlns:asvg="http://schemas.microsoft.com/office/drawing/2016/SVG/main" r:embed="rId29"/>
              </a:ext>
            </a:extLst>
          </a:blip>
          <a:srcRect/>
          <a:stretch/>
        </p:blipFill>
        <p:spPr>
          <a:xfrm>
            <a:off x="5485800" y="278991"/>
            <a:ext cx="1220400" cy="95162"/>
          </a:xfrm>
          <a:prstGeom prst="rect">
            <a:avLst/>
          </a:prstGeom>
        </p:spPr>
      </p:pic>
    </p:spTree>
    <p:extLst>
      <p:ext uri="{BB962C8B-B14F-4D97-AF65-F5344CB8AC3E}">
        <p14:creationId xmlns:p14="http://schemas.microsoft.com/office/powerpoint/2010/main" val="709758675"/>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Lst>
  <p:hf hdr="0"/>
  <p:txStyles>
    <p:titleStyle>
      <a:lvl1pPr algn="l" defTabSz="967710" rtl="0" eaLnBrk="1" latinLnBrk="0" hangingPunct="1">
        <a:lnSpc>
          <a:spcPct val="100000"/>
        </a:lnSpc>
        <a:spcBef>
          <a:spcPct val="0"/>
        </a:spcBef>
        <a:buNone/>
        <a:defRPr lang="en-US" sz="2400" b="0" kern="1200" smtClean="0">
          <a:solidFill>
            <a:schemeClr val="tx1"/>
          </a:solidFill>
          <a:latin typeface="+mj-lt"/>
          <a:ea typeface="+mj-ea"/>
          <a:cs typeface="+mn-cs"/>
        </a:defRPr>
      </a:lvl1pPr>
    </p:titleStyle>
    <p:bodyStyle>
      <a:lvl1pPr marL="152400" indent="-152400" algn="l" defTabSz="967710" rtl="0" eaLnBrk="1" fontAlgn="base" latinLnBrk="0" hangingPunct="1">
        <a:lnSpc>
          <a:spcPct val="114000"/>
        </a:lnSpc>
        <a:spcBef>
          <a:spcPts val="952"/>
        </a:spcBef>
        <a:spcAft>
          <a:spcPts val="0"/>
        </a:spcAft>
        <a:buClr>
          <a:schemeClr val="accent1"/>
        </a:buClr>
        <a:buFont typeface="Arial" panose="020B0604020202020204" pitchFamily="34" charset="0"/>
        <a:buChar char="•"/>
        <a:defRPr lang="en-US" sz="1400" kern="1200" smtClean="0">
          <a:solidFill>
            <a:schemeClr val="tx1"/>
          </a:solidFill>
          <a:latin typeface="+mn-lt"/>
          <a:ea typeface="Volvo Broad Pro" panose="02000606020000020004" pitchFamily="50" charset="0"/>
          <a:cs typeface="+mn-cs"/>
        </a:defRPr>
      </a:lvl1pPr>
      <a:lvl2pPr marL="328613" indent="-165100"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2pPr>
      <a:lvl3pPr marL="466725" indent="-127000" algn="l" defTabSz="967710" rtl="0" eaLnBrk="1" fontAlgn="base" latinLnBrk="0" hangingPunct="1">
        <a:lnSpc>
          <a:spcPct val="114000"/>
        </a:lnSpc>
        <a:spcBef>
          <a:spcPts val="952"/>
        </a:spcBef>
        <a:spcAft>
          <a:spcPts val="0"/>
        </a:spcAft>
        <a:buClr>
          <a:schemeClr val="accent1"/>
        </a:buClr>
        <a:buSzPct val="90000"/>
        <a:buFont typeface="Arial" panose="020B0604020202020204" pitchFamily="34" charset="0"/>
        <a:buChar char="•"/>
        <a:defRPr lang="en-US" sz="1200" kern="1200" smtClean="0">
          <a:solidFill>
            <a:schemeClr val="tx1"/>
          </a:solidFill>
          <a:latin typeface="+mn-lt"/>
          <a:ea typeface="Volvo Broad Pro" panose="02000606020000020004" pitchFamily="50" charset="0"/>
          <a:cs typeface="+mn-cs"/>
        </a:defRPr>
      </a:lvl3pPr>
      <a:lvl4pPr marL="598488" indent="-134938"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4pPr>
      <a:lvl5pPr marL="730250" indent="-123825"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5pPr>
      <a:lvl6pPr marL="266120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6pPr>
      <a:lvl7pPr marL="3145056"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7pPr>
      <a:lvl8pPr marL="362891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8pPr>
      <a:lvl9pPr marL="4112765"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9pPr>
    </p:bodyStyle>
    <p:otherStyle>
      <a:defPPr>
        <a:defRPr lang="sv-SE"/>
      </a:defPPr>
      <a:lvl1pPr marL="0" algn="l" defTabSz="967710" rtl="0" eaLnBrk="1" latinLnBrk="0" hangingPunct="1">
        <a:defRPr sz="1905" kern="1200">
          <a:solidFill>
            <a:schemeClr val="tx1"/>
          </a:solidFill>
          <a:latin typeface="+mn-lt"/>
          <a:ea typeface="+mn-ea"/>
          <a:cs typeface="+mn-cs"/>
        </a:defRPr>
      </a:lvl1pPr>
      <a:lvl2pPr marL="483855" algn="l" defTabSz="967710" rtl="0" eaLnBrk="1" latinLnBrk="0" hangingPunct="1">
        <a:defRPr sz="1905" kern="1200">
          <a:solidFill>
            <a:schemeClr val="tx1"/>
          </a:solidFill>
          <a:latin typeface="+mn-lt"/>
          <a:ea typeface="+mn-ea"/>
          <a:cs typeface="+mn-cs"/>
        </a:defRPr>
      </a:lvl2pPr>
      <a:lvl3pPr marL="967710" algn="l" defTabSz="967710" rtl="0" eaLnBrk="1" latinLnBrk="0" hangingPunct="1">
        <a:defRPr sz="1905" kern="1200">
          <a:solidFill>
            <a:schemeClr val="tx1"/>
          </a:solidFill>
          <a:latin typeface="+mn-lt"/>
          <a:ea typeface="+mn-ea"/>
          <a:cs typeface="+mn-cs"/>
        </a:defRPr>
      </a:lvl3pPr>
      <a:lvl4pPr marL="1451564" algn="l" defTabSz="967710" rtl="0" eaLnBrk="1" latinLnBrk="0" hangingPunct="1">
        <a:defRPr sz="1905" kern="1200">
          <a:solidFill>
            <a:schemeClr val="tx1"/>
          </a:solidFill>
          <a:latin typeface="+mn-lt"/>
          <a:ea typeface="+mn-ea"/>
          <a:cs typeface="+mn-cs"/>
        </a:defRPr>
      </a:lvl4pPr>
      <a:lvl5pPr marL="1935419" algn="l" defTabSz="967710" rtl="0" eaLnBrk="1" latinLnBrk="0" hangingPunct="1">
        <a:defRPr sz="1905" kern="1200">
          <a:solidFill>
            <a:schemeClr val="tx1"/>
          </a:solidFill>
          <a:latin typeface="+mn-lt"/>
          <a:ea typeface="+mn-ea"/>
          <a:cs typeface="+mn-cs"/>
        </a:defRPr>
      </a:lvl5pPr>
      <a:lvl6pPr marL="2419274" algn="l" defTabSz="967710" rtl="0" eaLnBrk="1" latinLnBrk="0" hangingPunct="1">
        <a:defRPr sz="1905" kern="1200">
          <a:solidFill>
            <a:schemeClr val="tx1"/>
          </a:solidFill>
          <a:latin typeface="+mn-lt"/>
          <a:ea typeface="+mn-ea"/>
          <a:cs typeface="+mn-cs"/>
        </a:defRPr>
      </a:lvl6pPr>
      <a:lvl7pPr marL="2903129" algn="l" defTabSz="967710" rtl="0" eaLnBrk="1" latinLnBrk="0" hangingPunct="1">
        <a:defRPr sz="1905" kern="1200">
          <a:solidFill>
            <a:schemeClr val="tx1"/>
          </a:solidFill>
          <a:latin typeface="+mn-lt"/>
          <a:ea typeface="+mn-ea"/>
          <a:cs typeface="+mn-cs"/>
        </a:defRPr>
      </a:lvl7pPr>
      <a:lvl8pPr marL="3386983" algn="l" defTabSz="967710" rtl="0" eaLnBrk="1" latinLnBrk="0" hangingPunct="1">
        <a:defRPr sz="1905" kern="1200">
          <a:solidFill>
            <a:schemeClr val="tx1"/>
          </a:solidFill>
          <a:latin typeface="+mn-lt"/>
          <a:ea typeface="+mn-ea"/>
          <a:cs typeface="+mn-cs"/>
        </a:defRPr>
      </a:lvl8pPr>
      <a:lvl9pPr marL="3870838" algn="l" defTabSz="967710" rtl="0" eaLnBrk="1" latinLnBrk="0" hangingPunct="1">
        <a:defRPr sz="190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07">
          <p15:clr>
            <a:srgbClr val="F26B43"/>
          </p15:clr>
        </p15:guide>
        <p15:guide id="2" pos="483">
          <p15:clr>
            <a:srgbClr val="F26B43"/>
          </p15:clr>
        </p15:guide>
        <p15:guide id="4" pos="7491">
          <p15:clr>
            <a:srgbClr val="F26B43"/>
          </p15:clr>
        </p15:guide>
        <p15:guide id="5" pos="189">
          <p15:clr>
            <a:srgbClr val="F26B43"/>
          </p15:clr>
        </p15:guide>
        <p15:guide id="6" pos="7197">
          <p15:clr>
            <a:srgbClr val="F26B43"/>
          </p15:clr>
        </p15:guide>
        <p15:guide id="7" orient="horz" pos="68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31.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1.xml"/><Relationship Id="rId4" Type="http://schemas.openxmlformats.org/officeDocument/2006/relationships/hyperlink" Target="https://volvogroup.sharepoint.com/:f:/r/sites/coll-cotwin/Shared%20Documents/General?csf=1&amp;web=1&amp;e=07Tf0h"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EA83A9-69EC-3D69-340D-6B4538D8D0D7}"/>
              </a:ext>
            </a:extLst>
          </p:cNvPr>
          <p:cNvSpPr>
            <a:spLocks noGrp="1"/>
          </p:cNvSpPr>
          <p:nvPr>
            <p:ph type="sldNum" sz="quarter" idx="19"/>
          </p:nvPr>
        </p:nvSpPr>
        <p:spPr/>
        <p:txBody>
          <a:bodyPr/>
          <a:lstStyle/>
          <a:p>
            <a:pPr marL="0" marR="0" lvl="0" indent="0" algn="r" defTabSz="967618" rtl="0" eaLnBrk="1" fontAlgn="auto" latinLnBrk="0" hangingPunct="1">
              <a:lnSpc>
                <a:spcPct val="100000"/>
              </a:lnSpc>
              <a:spcBef>
                <a:spcPct val="0"/>
              </a:spcBef>
              <a:spcAft>
                <a:spcPts val="0"/>
              </a:spcAft>
              <a:buClrTx/>
              <a:buSzTx/>
              <a:buFontTx/>
              <a:buNone/>
              <a:tabLst/>
              <a:defRPr/>
            </a:pPr>
            <a:fld id="{F4BB9EDD-1740-4E4A-8601-A7D0893F42E6}" type="slidenum">
              <a:rPr kumimoji="0" lang="en-US" sz="800" b="0" i="0" u="none" strike="noStrike" kern="1200" cap="none" spc="0" normalizeH="0" baseline="0" noProof="0" smtClean="0">
                <a:ln>
                  <a:noFill/>
                </a:ln>
                <a:solidFill>
                  <a:srgbClr val="FFFFFF"/>
                </a:solidFill>
                <a:effectLst/>
                <a:uLnTx/>
                <a:uFillTx/>
                <a:latin typeface="Volvo Novum 3.1"/>
                <a:ea typeface="+mn-ea"/>
                <a:cs typeface="+mn-cs"/>
              </a:rPr>
              <a:pPr marL="0" marR="0" lvl="0" indent="0" algn="r" defTabSz="967618" rtl="0" eaLnBrk="1" fontAlgn="auto" latinLnBrk="0" hangingPunct="1">
                <a:lnSpc>
                  <a:spcPct val="100000"/>
                </a:lnSpc>
                <a:spcBef>
                  <a:spcPct val="0"/>
                </a:spcBef>
                <a:spcAft>
                  <a:spcPts val="0"/>
                </a:spcAft>
                <a:buClrTx/>
                <a:buSzTx/>
                <a:buFontTx/>
                <a:buNone/>
                <a:tabLst/>
                <a:defRPr/>
              </a:pPr>
              <a:t>1</a:t>
            </a:fld>
            <a:endParaRPr kumimoji="0" lang="en-US" sz="800" b="0" i="0" u="none" strike="noStrike" kern="1200" cap="none" spc="0" normalizeH="0" baseline="0" noProof="0">
              <a:ln>
                <a:noFill/>
              </a:ln>
              <a:solidFill>
                <a:srgbClr val="FFFFFF"/>
              </a:solidFill>
              <a:effectLst/>
              <a:uLnTx/>
              <a:uFillTx/>
              <a:latin typeface="Volvo Novum 3.1"/>
              <a:ea typeface="+mn-ea"/>
              <a:cs typeface="+mn-cs"/>
            </a:endParaRPr>
          </a:p>
        </p:txBody>
      </p:sp>
      <p:sp>
        <p:nvSpPr>
          <p:cNvPr id="3" name="Picture Placeholder 2">
            <a:extLst>
              <a:ext uri="{FF2B5EF4-FFF2-40B4-BE49-F238E27FC236}">
                <a16:creationId xmlns:a16="http://schemas.microsoft.com/office/drawing/2014/main" id="{1EF3AD65-CBF2-58B0-D434-EB8AC86423AA}"/>
              </a:ext>
            </a:extLst>
          </p:cNvPr>
          <p:cNvSpPr>
            <a:spLocks noGrp="1"/>
          </p:cNvSpPr>
          <p:nvPr>
            <p:ph type="pic" sz="quarter" idx="20"/>
          </p:nvPr>
        </p:nvSpPr>
        <p:spPr/>
        <p:txBody>
          <a:bodyPr>
            <a:normAutofit/>
          </a:bodyPr>
          <a:lstStyle/>
          <a:p>
            <a:endParaRPr lang="en-US" sz="2400"/>
          </a:p>
        </p:txBody>
      </p:sp>
      <p:sp>
        <p:nvSpPr>
          <p:cNvPr id="4" name="Date Placeholder 3">
            <a:extLst>
              <a:ext uri="{FF2B5EF4-FFF2-40B4-BE49-F238E27FC236}">
                <a16:creationId xmlns:a16="http://schemas.microsoft.com/office/drawing/2014/main" id="{A9695F92-D36A-2266-317B-57750EF442DB}"/>
              </a:ext>
            </a:extLst>
          </p:cNvPr>
          <p:cNvSpPr>
            <a:spLocks noGrp="1"/>
          </p:cNvSpPr>
          <p:nvPr>
            <p:ph type="dt" sz="half" idx="17"/>
          </p:nvPr>
        </p:nvSpPr>
        <p:spPr/>
        <p:txBody>
          <a:bodyPr/>
          <a:lstStyle/>
          <a:p>
            <a:pPr marL="0" marR="0" lvl="0" indent="0" algn="ctr" defTabSz="967618" rtl="0" eaLnBrk="1" fontAlgn="auto" latinLnBrk="0" hangingPunct="1">
              <a:lnSpc>
                <a:spcPct val="100000"/>
              </a:lnSpc>
              <a:spcBef>
                <a:spcPct val="0"/>
              </a:spcBef>
              <a:spcAft>
                <a:spcPts val="0"/>
              </a:spcAft>
              <a:buClrTx/>
              <a:buSzTx/>
              <a:buFontTx/>
              <a:buNone/>
              <a:tabLst/>
              <a:defRPr/>
            </a:pPr>
            <a:fld id="{F51DBD12-A1DC-4F51-AA62-5E2090AA651C}" type="datetime1">
              <a:rPr kumimoji="0" lang="sv-SE" sz="1000" b="0" i="0" u="none" strike="noStrike" kern="1200" cap="none" spc="0" normalizeH="0" baseline="0" noProof="0" smtClean="0">
                <a:ln>
                  <a:noFill/>
                </a:ln>
                <a:solidFill>
                  <a:srgbClr val="000000"/>
                </a:solidFill>
                <a:effectLst/>
                <a:uLnTx/>
                <a:uFillTx/>
                <a:latin typeface="Volvo Novum 3.1"/>
                <a:ea typeface="+mn-ea"/>
                <a:cs typeface="+mn-cs"/>
              </a:rPr>
              <a:pPr marL="0" marR="0" lvl="0" indent="0" algn="ctr" defTabSz="967618" rtl="0" eaLnBrk="1" fontAlgn="auto" latinLnBrk="0" hangingPunct="1">
                <a:lnSpc>
                  <a:spcPct val="100000"/>
                </a:lnSpc>
                <a:spcBef>
                  <a:spcPct val="0"/>
                </a:spcBef>
                <a:spcAft>
                  <a:spcPts val="0"/>
                </a:spcAft>
                <a:buClrTx/>
                <a:buSzTx/>
                <a:buFontTx/>
                <a:buNone/>
                <a:tabLst/>
                <a:defRPr/>
              </a:pPr>
              <a:t>2025-08-25</a:t>
            </a:fld>
            <a:endParaRPr kumimoji="0" lang="en-US" sz="1000" b="0" i="0" u="none" strike="noStrike" kern="1200" cap="none" spc="0" normalizeH="0" baseline="0" noProof="0">
              <a:ln>
                <a:noFill/>
              </a:ln>
              <a:solidFill>
                <a:srgbClr val="000000"/>
              </a:solidFill>
              <a:effectLst/>
              <a:uLnTx/>
              <a:uFillTx/>
              <a:latin typeface="Volvo Novum 3.1"/>
              <a:ea typeface="+mn-ea"/>
              <a:cs typeface="+mn-cs"/>
            </a:endParaRPr>
          </a:p>
        </p:txBody>
      </p:sp>
      <p:sp>
        <p:nvSpPr>
          <p:cNvPr id="5" name="Title 4">
            <a:extLst>
              <a:ext uri="{FF2B5EF4-FFF2-40B4-BE49-F238E27FC236}">
                <a16:creationId xmlns:a16="http://schemas.microsoft.com/office/drawing/2014/main" id="{AB14FD2A-0B79-136F-B1E3-48FE745645C0}"/>
              </a:ext>
            </a:extLst>
          </p:cNvPr>
          <p:cNvSpPr>
            <a:spLocks noGrp="1"/>
          </p:cNvSpPr>
          <p:nvPr>
            <p:ph type="ctrTitle"/>
          </p:nvPr>
        </p:nvSpPr>
        <p:spPr/>
        <p:txBody>
          <a:bodyPr/>
          <a:lstStyle/>
          <a:p>
            <a:r>
              <a:rPr lang="en-US">
                <a:latin typeface="Volvo Broad Spread"/>
              </a:rPr>
              <a:t>Cotwin</a:t>
            </a:r>
            <a:endParaRPr lang="en-US"/>
          </a:p>
        </p:txBody>
      </p:sp>
      <p:sp>
        <p:nvSpPr>
          <p:cNvPr id="6" name="Subtitle 5">
            <a:extLst>
              <a:ext uri="{FF2B5EF4-FFF2-40B4-BE49-F238E27FC236}">
                <a16:creationId xmlns:a16="http://schemas.microsoft.com/office/drawing/2014/main" id="{9DBDF1DF-A225-0038-3202-C9F8EDBBF26E}"/>
              </a:ext>
            </a:extLst>
          </p:cNvPr>
          <p:cNvSpPr>
            <a:spLocks noGrp="1"/>
          </p:cNvSpPr>
          <p:nvPr>
            <p:ph type="subTitle" idx="1"/>
          </p:nvPr>
        </p:nvSpPr>
        <p:spPr/>
        <p:txBody>
          <a:bodyPr/>
          <a:lstStyle/>
          <a:p>
            <a:r>
              <a:rPr lang="en-US"/>
              <a:t>Idea, opportunities and next step</a:t>
            </a:r>
          </a:p>
        </p:txBody>
      </p:sp>
      <p:sp>
        <p:nvSpPr>
          <p:cNvPr id="7" name="Text Placeholder 6">
            <a:extLst>
              <a:ext uri="{FF2B5EF4-FFF2-40B4-BE49-F238E27FC236}">
                <a16:creationId xmlns:a16="http://schemas.microsoft.com/office/drawing/2014/main" id="{16BE56A1-8866-4940-C1DC-D2C8508E77CF}"/>
              </a:ext>
            </a:extLst>
          </p:cNvPr>
          <p:cNvSpPr>
            <a:spLocks noGrp="1"/>
          </p:cNvSpPr>
          <p:nvPr>
            <p:ph type="body" sz="quarter" idx="16"/>
          </p:nvPr>
        </p:nvSpPr>
        <p:spPr/>
        <p:txBody>
          <a:bodyPr/>
          <a:lstStyle/>
          <a:p>
            <a:endParaRPr lang="en-US"/>
          </a:p>
        </p:txBody>
      </p:sp>
      <p:sp>
        <p:nvSpPr>
          <p:cNvPr id="8" name="Footer Placeholder 7">
            <a:extLst>
              <a:ext uri="{FF2B5EF4-FFF2-40B4-BE49-F238E27FC236}">
                <a16:creationId xmlns:a16="http://schemas.microsoft.com/office/drawing/2014/main" id="{A5C0D410-A21F-F5B2-404A-873243DB3419}"/>
              </a:ext>
            </a:extLst>
          </p:cNvPr>
          <p:cNvSpPr>
            <a:spLocks noGrp="1"/>
          </p:cNvSpPr>
          <p:nvPr>
            <p:ph type="ftr" sz="quarter" idx="23"/>
          </p:nvPr>
        </p:nvSpPr>
        <p:spPr/>
        <p:txBody>
          <a:bodyPr/>
          <a:lstStyle/>
          <a:p>
            <a:pPr marL="0" marR="0" lvl="0" indent="0" algn="ctr" defTabSz="967618"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Volvo Novum 3.1"/>
                <a:ea typeface="+mn-ea"/>
                <a:cs typeface="+mn-cs"/>
              </a:rPr>
              <a:t>BA/GF/TD | Department name | Document name/Issuer | Classification</a:t>
            </a:r>
          </a:p>
        </p:txBody>
      </p:sp>
    </p:spTree>
    <p:extLst>
      <p:ext uri="{BB962C8B-B14F-4D97-AF65-F5344CB8AC3E}">
        <p14:creationId xmlns:p14="http://schemas.microsoft.com/office/powerpoint/2010/main" val="894682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3D0ED-0613-5508-EFC1-722820ADF04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F114285-57D3-4B17-BDA2-1995B5BC843E}"/>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06E46EB4-BD88-5EC7-4399-42039FCEDBE8}"/>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ED85C038-7322-9452-999B-76AA1E33A318}"/>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5604F25C-250F-07FD-9F58-BD3AA5C2B883}"/>
              </a:ext>
            </a:extLst>
          </p:cNvPr>
          <p:cNvSpPr>
            <a:spLocks noGrp="1"/>
          </p:cNvSpPr>
          <p:nvPr>
            <p:ph type="body" sz="quarter" idx="22"/>
          </p:nvPr>
        </p:nvSpPr>
        <p:spPr/>
        <p:txBody>
          <a:bodyPr/>
          <a:lstStyle/>
          <a:p>
            <a:endParaRPr lang="en-US"/>
          </a:p>
        </p:txBody>
      </p:sp>
      <p:pic>
        <p:nvPicPr>
          <p:cNvPr id="7" name="Picture 6">
            <a:extLst>
              <a:ext uri="{FF2B5EF4-FFF2-40B4-BE49-F238E27FC236}">
                <a16:creationId xmlns:a16="http://schemas.microsoft.com/office/drawing/2014/main" id="{12AC9598-FD7B-04F1-4918-308E6EE52C1A}"/>
              </a:ext>
            </a:extLst>
          </p:cNvPr>
          <p:cNvPicPr>
            <a:picLocks noChangeAspect="1"/>
          </p:cNvPicPr>
          <p:nvPr/>
        </p:nvPicPr>
        <p:blipFill>
          <a:blip r:embed="rId2"/>
          <a:srcRect t="10201" b="12385"/>
          <a:stretch>
            <a:fillRect/>
          </a:stretch>
        </p:blipFill>
        <p:spPr>
          <a:xfrm>
            <a:off x="766763" y="3350419"/>
            <a:ext cx="10237040" cy="2875477"/>
          </a:xfrm>
          <a:prstGeom prst="rect">
            <a:avLst/>
          </a:prstGeom>
        </p:spPr>
      </p:pic>
      <p:pic>
        <p:nvPicPr>
          <p:cNvPr id="9" name="Picture 8">
            <a:extLst>
              <a:ext uri="{FF2B5EF4-FFF2-40B4-BE49-F238E27FC236}">
                <a16:creationId xmlns:a16="http://schemas.microsoft.com/office/drawing/2014/main" id="{E2CA2A45-2556-8A40-FE39-F39D08E314C8}"/>
              </a:ext>
            </a:extLst>
          </p:cNvPr>
          <p:cNvPicPr>
            <a:picLocks noChangeAspect="1"/>
          </p:cNvPicPr>
          <p:nvPr/>
        </p:nvPicPr>
        <p:blipFill>
          <a:blip r:embed="rId3"/>
          <a:srcRect l="9012" t="6111" r="2071" b="13327"/>
          <a:stretch>
            <a:fillRect/>
          </a:stretch>
        </p:blipFill>
        <p:spPr>
          <a:xfrm>
            <a:off x="780998" y="639248"/>
            <a:ext cx="10222806" cy="3014459"/>
          </a:xfrm>
          <a:prstGeom prst="rect">
            <a:avLst/>
          </a:prstGeom>
        </p:spPr>
      </p:pic>
    </p:spTree>
    <p:extLst>
      <p:ext uri="{BB962C8B-B14F-4D97-AF65-F5344CB8AC3E}">
        <p14:creationId xmlns:p14="http://schemas.microsoft.com/office/powerpoint/2010/main" val="3504312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054A18-9534-ED69-05E6-D8D085FB8ECC}"/>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9D24C15A-FD3B-38FB-551D-5DB59119036E}"/>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70FE77B1-A2CC-B029-0DB3-68CB2B699243}"/>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674683D5-DDAD-150B-E2AA-AB59FE192CAD}"/>
              </a:ext>
            </a:extLst>
          </p:cNvPr>
          <p:cNvSpPr>
            <a:spLocks noGrp="1"/>
          </p:cNvSpPr>
          <p:nvPr>
            <p:ph type="body" sz="quarter" idx="22"/>
          </p:nvPr>
        </p:nvSpPr>
        <p:spPr/>
        <p:txBody>
          <a:bodyPr/>
          <a:lstStyle/>
          <a:p>
            <a:endParaRPr lang="en-US"/>
          </a:p>
        </p:txBody>
      </p:sp>
      <p:pic>
        <p:nvPicPr>
          <p:cNvPr id="7" name="Picture 6">
            <a:extLst>
              <a:ext uri="{FF2B5EF4-FFF2-40B4-BE49-F238E27FC236}">
                <a16:creationId xmlns:a16="http://schemas.microsoft.com/office/drawing/2014/main" id="{A64F6D29-E3F5-AB41-3EBB-140DCBDA0D9F}"/>
              </a:ext>
            </a:extLst>
          </p:cNvPr>
          <p:cNvPicPr>
            <a:picLocks noChangeAspect="1"/>
          </p:cNvPicPr>
          <p:nvPr/>
        </p:nvPicPr>
        <p:blipFill>
          <a:blip r:embed="rId3"/>
          <a:srcRect l="900" r="835"/>
          <a:stretch>
            <a:fillRect/>
          </a:stretch>
        </p:blipFill>
        <p:spPr>
          <a:xfrm>
            <a:off x="639582" y="639248"/>
            <a:ext cx="10633254" cy="5232915"/>
          </a:xfrm>
          <a:prstGeom prst="rect">
            <a:avLst/>
          </a:prstGeom>
        </p:spPr>
      </p:pic>
      <p:sp>
        <p:nvSpPr>
          <p:cNvPr id="8" name="Text Placeholder 1">
            <a:extLst>
              <a:ext uri="{FF2B5EF4-FFF2-40B4-BE49-F238E27FC236}">
                <a16:creationId xmlns:a16="http://schemas.microsoft.com/office/drawing/2014/main" id="{325FAAD5-EE3E-4F04-B97B-AE6ED3008AAA}"/>
              </a:ext>
            </a:extLst>
          </p:cNvPr>
          <p:cNvSpPr txBox="1">
            <a:spLocks/>
          </p:cNvSpPr>
          <p:nvPr/>
        </p:nvSpPr>
        <p:spPr>
          <a:xfrm>
            <a:off x="5988105" y="3226002"/>
            <a:ext cx="5177576" cy="2646161"/>
          </a:xfrm>
          <a:prstGeom prst="rect">
            <a:avLst/>
          </a:prstGeom>
          <a:solidFill>
            <a:schemeClr val="tx1"/>
          </a:solidFill>
        </p:spPr>
        <p:txBody>
          <a:bodyPr vert="horz" lIns="0" tIns="45720" rIns="91440" bIns="45720" rtlCol="0">
            <a:noAutofit/>
          </a:bodyPr>
          <a:lstStyle>
            <a:lvl1pPr marL="152400" indent="-152400" algn="l" defTabSz="967710" rtl="0" eaLnBrk="1" fontAlgn="base" latinLnBrk="0" hangingPunct="1">
              <a:lnSpc>
                <a:spcPct val="114000"/>
              </a:lnSpc>
              <a:spcBef>
                <a:spcPts val="952"/>
              </a:spcBef>
              <a:spcAft>
                <a:spcPts val="0"/>
              </a:spcAft>
              <a:buClr>
                <a:schemeClr val="accent1"/>
              </a:buClr>
              <a:buFont typeface="Arial" panose="020B0604020202020204" pitchFamily="34" charset="0"/>
              <a:buChar char="•"/>
              <a:defRPr lang="en-US" sz="1400" kern="1200" smtClean="0">
                <a:solidFill>
                  <a:schemeClr val="tx1"/>
                </a:solidFill>
                <a:latin typeface="+mn-lt"/>
                <a:ea typeface="Volvo Broad Pro" panose="02000606020000020004" pitchFamily="50" charset="0"/>
                <a:cs typeface="+mn-cs"/>
              </a:defRPr>
            </a:lvl1pPr>
            <a:lvl2pPr marL="328613" indent="-165100"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2pPr>
            <a:lvl3pPr marL="466725" indent="-127000" algn="l" defTabSz="967710" rtl="0" eaLnBrk="1" fontAlgn="base" latinLnBrk="0" hangingPunct="1">
              <a:lnSpc>
                <a:spcPct val="114000"/>
              </a:lnSpc>
              <a:spcBef>
                <a:spcPts val="952"/>
              </a:spcBef>
              <a:spcAft>
                <a:spcPts val="0"/>
              </a:spcAft>
              <a:buClr>
                <a:schemeClr val="accent1"/>
              </a:buClr>
              <a:buSzPct val="90000"/>
              <a:buFont typeface="Arial" panose="020B0604020202020204" pitchFamily="34" charset="0"/>
              <a:buChar char="•"/>
              <a:defRPr lang="en-US" sz="1200" kern="1200" smtClean="0">
                <a:solidFill>
                  <a:schemeClr val="tx1"/>
                </a:solidFill>
                <a:latin typeface="+mn-lt"/>
                <a:ea typeface="Volvo Broad Pro" panose="02000606020000020004" pitchFamily="50" charset="0"/>
                <a:cs typeface="+mn-cs"/>
              </a:defRPr>
            </a:lvl3pPr>
            <a:lvl4pPr marL="598488" indent="-134938"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4pPr>
            <a:lvl5pPr marL="730250" indent="-123825"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5pPr>
            <a:lvl6pPr marL="266120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6pPr>
            <a:lvl7pPr marL="3145056"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7pPr>
            <a:lvl8pPr marL="362891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8pPr>
            <a:lvl9pPr marL="4112765"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9pPr>
          </a:lstStyle>
          <a:p>
            <a:pPr marL="0" indent="0">
              <a:buFont typeface="Arial" panose="020B0604020202020204" pitchFamily="34" charset="0"/>
              <a:buNone/>
            </a:pPr>
            <a:r>
              <a:rPr lang="sv-SE" dirty="0">
                <a:solidFill>
                  <a:schemeClr val="bg1"/>
                </a:solidFill>
              </a:rPr>
              <a:t>  </a:t>
            </a:r>
            <a:r>
              <a:rPr lang="sv-SE" b="1" dirty="0">
                <a:solidFill>
                  <a:schemeClr val="bg1"/>
                </a:solidFill>
              </a:rPr>
              <a:t>The Problem?</a:t>
            </a:r>
          </a:p>
          <a:p>
            <a:pPr marL="176213" lvl="1" indent="0">
              <a:buNone/>
            </a:pPr>
            <a:r>
              <a:rPr lang="en-US" sz="1000" dirty="0">
                <a:solidFill>
                  <a:schemeClr val="bg1"/>
                </a:solidFill>
              </a:rPr>
              <a:t>Data sharing is complex, and generating real value often entails significant infrastructure costs. Additionally, legal regulations such as GDPR and security concerns pose obstacles or cause lengthy delays in developing solutions. </a:t>
            </a:r>
          </a:p>
          <a:p>
            <a:pPr marL="176213" lvl="1" indent="0">
              <a:buNone/>
            </a:pPr>
            <a:r>
              <a:rPr lang="en-US" sz="1000" dirty="0">
                <a:solidFill>
                  <a:schemeClr val="bg1"/>
                </a:solidFill>
              </a:rPr>
              <a:t>Running AI demands substantial data and computing power. Vehicle-based computing, particularly AI processing, is a limited resource. Relying on cloud computing introduces high data transfer costs, latency issues, and further complications related to legal frameworks like GDPR.</a:t>
            </a:r>
          </a:p>
          <a:p>
            <a:pPr marL="176213" lvl="1" indent="0">
              <a:buNone/>
            </a:pPr>
            <a:r>
              <a:rPr lang="en-US" sz="1000" dirty="0">
                <a:solidFill>
                  <a:schemeClr val="bg1"/>
                </a:solidFill>
              </a:rPr>
              <a:t>Cotwin aims to address these challenges comprehensively.</a:t>
            </a:r>
            <a:r>
              <a:rPr lang="sv-SE" sz="1000" dirty="0">
                <a:solidFill>
                  <a:schemeClr val="bg1"/>
                </a:solidFill>
              </a:rPr>
              <a:t>  </a:t>
            </a:r>
          </a:p>
          <a:p>
            <a:pPr marL="0" indent="0">
              <a:buFont typeface="Arial" panose="020B0604020202020204" pitchFamily="34" charset="0"/>
              <a:buNone/>
            </a:pPr>
            <a:endParaRPr lang="sv-SE" dirty="0">
              <a:solidFill>
                <a:schemeClr val="bg1"/>
              </a:solidFill>
            </a:endParaRPr>
          </a:p>
        </p:txBody>
      </p:sp>
    </p:spTree>
    <p:extLst>
      <p:ext uri="{BB962C8B-B14F-4D97-AF65-F5344CB8AC3E}">
        <p14:creationId xmlns:p14="http://schemas.microsoft.com/office/powerpoint/2010/main" val="4253222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E75086D-11CE-1536-89D1-D03814210D6A}"/>
              </a:ext>
            </a:extLst>
          </p:cNvPr>
          <p:cNvSpPr>
            <a:spLocks noGrp="1"/>
          </p:cNvSpPr>
          <p:nvPr>
            <p:ph type="body" sz="quarter" idx="13"/>
          </p:nvPr>
        </p:nvSpPr>
        <p:spPr/>
        <p:txBody>
          <a:bodyPr vert="horz" lIns="144000" tIns="45720" rIns="144000" bIns="45720" rtlCol="0" anchor="t">
            <a:noAutofit/>
          </a:bodyPr>
          <a:lstStyle/>
          <a:p>
            <a:pPr marL="0" indent="0">
              <a:spcBef>
                <a:spcPts val="600"/>
              </a:spcBef>
              <a:buClr>
                <a:srgbClr val="53565A"/>
              </a:buClr>
              <a:buNone/>
              <a:defRPr/>
            </a:pPr>
            <a:r>
              <a:rPr lang="en-GB" dirty="0">
                <a:solidFill>
                  <a:srgbClr val="000000"/>
                </a:solidFill>
                <a:latin typeface="Volvo Novum"/>
                <a:cs typeface="Arial"/>
              </a:rPr>
              <a:t>Traffic and logistic flows are today not optimized in a good way resulting in inefficiencies and low margins in more or less all segments and for all players in the ecosystems. </a:t>
            </a:r>
            <a:br>
              <a:rPr lang="en-GB" dirty="0">
                <a:solidFill>
                  <a:srgbClr val="000000"/>
                </a:solidFill>
                <a:latin typeface="Volvo Novum"/>
                <a:cs typeface="Arial"/>
              </a:rPr>
            </a:br>
            <a:r>
              <a:rPr lang="en-GB" dirty="0">
                <a:solidFill>
                  <a:srgbClr val="000000"/>
                </a:solidFill>
                <a:latin typeface="Volvo Novum"/>
                <a:cs typeface="Arial"/>
              </a:rPr>
              <a:t>To address these very complex traffic and logistic optimization tasks we need a lot of data from many sources and especially for traffic flow optimization we need real time capabilities. </a:t>
            </a:r>
          </a:p>
          <a:p>
            <a:pPr marL="0" indent="0">
              <a:spcBef>
                <a:spcPts val="600"/>
              </a:spcBef>
              <a:buClr>
                <a:srgbClr val="53565A"/>
              </a:buClr>
              <a:buNone/>
              <a:defRPr/>
            </a:pPr>
            <a:r>
              <a:rPr lang="en-GB" dirty="0">
                <a:solidFill>
                  <a:srgbClr val="000000"/>
                </a:solidFill>
                <a:latin typeface="Volvo Novum"/>
                <a:cs typeface="Arial"/>
              </a:rPr>
              <a:t>The potential of using AI to start solving these inefficiencies are then obviously huge but  “There is no AI without data” and AI also requires a lot of compute power.</a:t>
            </a:r>
          </a:p>
          <a:p>
            <a:pPr marL="0" indent="0">
              <a:spcBef>
                <a:spcPts val="600"/>
              </a:spcBef>
              <a:buClr>
                <a:srgbClr val="53565A"/>
              </a:buClr>
              <a:buNone/>
              <a:defRPr/>
            </a:pPr>
            <a:r>
              <a:rPr lang="en-GB" dirty="0">
                <a:solidFill>
                  <a:srgbClr val="000000"/>
                </a:solidFill>
                <a:latin typeface="Volvo Novum"/>
                <a:cs typeface="Arial"/>
              </a:rPr>
              <a:t>Both these needs are hard to address today. To centralize all data into powerful cloud compute are both expensive due to the large amount of data and the legal implications that it brings in terms of e.g. GDPR or Data act.</a:t>
            </a:r>
          </a:p>
          <a:p>
            <a:pPr marL="0" indent="0">
              <a:spcBef>
                <a:spcPts val="600"/>
              </a:spcBef>
              <a:buClr>
                <a:srgbClr val="53565A"/>
              </a:buClr>
              <a:buNone/>
              <a:defRPr/>
            </a:pPr>
            <a:r>
              <a:rPr lang="en-GB" dirty="0">
                <a:solidFill>
                  <a:srgbClr val="000000"/>
                </a:solidFill>
                <a:latin typeface="Volvo Novum"/>
                <a:cs typeface="Arial"/>
              </a:rPr>
              <a:t>To run AI on board a vehicle is today not possible without hug investment and additional cost added to vehicles. </a:t>
            </a:r>
          </a:p>
          <a:p>
            <a:pPr marL="0" indent="0">
              <a:spcBef>
                <a:spcPts val="600"/>
              </a:spcBef>
              <a:buClr>
                <a:srgbClr val="53565A"/>
              </a:buClr>
              <a:buNone/>
              <a:defRPr/>
            </a:pPr>
            <a:r>
              <a:rPr lang="en-GB" dirty="0">
                <a:solidFill>
                  <a:srgbClr val="000000"/>
                </a:solidFill>
                <a:latin typeface="Volvo Novum"/>
                <a:cs typeface="Arial"/>
              </a:rPr>
              <a:t>This is exactly the problem that the Cotwin project set out to solve…</a:t>
            </a:r>
          </a:p>
          <a:p>
            <a:pPr marL="0" indent="0">
              <a:spcBef>
                <a:spcPts val="600"/>
              </a:spcBef>
              <a:buClr>
                <a:srgbClr val="53565A"/>
              </a:buClr>
              <a:buNone/>
              <a:defRPr/>
            </a:pPr>
            <a:endParaRPr lang="en-US" dirty="0">
              <a:solidFill>
                <a:srgbClr val="000000"/>
              </a:solidFill>
              <a:latin typeface="Volvo Novum"/>
              <a:cs typeface="Arial"/>
            </a:endParaRPr>
          </a:p>
          <a:p>
            <a:pPr indent="-175565" algn="l" rtl="0">
              <a:buFont typeface="Arial" panose="020B0604020202020204" pitchFamily="34" charset="0"/>
              <a:buChar char="•"/>
            </a:pPr>
            <a:endParaRPr lang="en-US" dirty="0"/>
          </a:p>
        </p:txBody>
      </p:sp>
      <p:sp>
        <p:nvSpPr>
          <p:cNvPr id="4" name="Date Placeholder 3">
            <a:extLst>
              <a:ext uri="{FF2B5EF4-FFF2-40B4-BE49-F238E27FC236}">
                <a16:creationId xmlns:a16="http://schemas.microsoft.com/office/drawing/2014/main" id="{791D5D5B-1B94-090E-561D-3F95B421DE94}"/>
              </a:ext>
            </a:extLst>
          </p:cNvPr>
          <p:cNvSpPr>
            <a:spLocks noGrp="1"/>
          </p:cNvSpPr>
          <p:nvPr>
            <p:ph type="dt" sz="half" idx="10"/>
          </p:nvPr>
        </p:nvSpPr>
        <p:spPr/>
        <p:txBody>
          <a:bodyPr/>
          <a:lstStyle/>
          <a:p>
            <a:fld id="{09832D36-21DC-497F-8721-1CD3036E1DC1}" type="datetime1">
              <a:rPr lang="sv-SE" smtClean="0"/>
              <a:t>2025-08-25</a:t>
            </a:fld>
            <a:endParaRPr lang="en-US"/>
          </a:p>
        </p:txBody>
      </p:sp>
      <p:sp>
        <p:nvSpPr>
          <p:cNvPr id="7" name="Footer Placeholder 6">
            <a:extLst>
              <a:ext uri="{FF2B5EF4-FFF2-40B4-BE49-F238E27FC236}">
                <a16:creationId xmlns:a16="http://schemas.microsoft.com/office/drawing/2014/main" id="{774372D1-2BA9-56EA-96FE-471C7537A852}"/>
              </a:ext>
            </a:extLst>
          </p:cNvPr>
          <p:cNvSpPr>
            <a:spLocks noGrp="1"/>
          </p:cNvSpPr>
          <p:nvPr>
            <p:ph type="ftr" sz="quarter" idx="11"/>
          </p:nvPr>
        </p:nvSpPr>
        <p:spPr/>
        <p:txBody>
          <a:bodyPr/>
          <a:lstStyle/>
          <a:p>
            <a:r>
              <a:rPr lang="en-US"/>
              <a:t>BA/GF/TD | Department name | Document name/Issuer | Classification</a:t>
            </a:r>
          </a:p>
        </p:txBody>
      </p:sp>
      <p:sp>
        <p:nvSpPr>
          <p:cNvPr id="2" name="Slide Number Placeholder 1">
            <a:extLst>
              <a:ext uri="{FF2B5EF4-FFF2-40B4-BE49-F238E27FC236}">
                <a16:creationId xmlns:a16="http://schemas.microsoft.com/office/drawing/2014/main" id="{B3764119-C389-A4EA-94C6-5A4DEF01E554}"/>
              </a:ext>
            </a:extLst>
          </p:cNvPr>
          <p:cNvSpPr>
            <a:spLocks noGrp="1"/>
          </p:cNvSpPr>
          <p:nvPr>
            <p:ph type="sldNum" sz="quarter" idx="12"/>
          </p:nvPr>
        </p:nvSpPr>
        <p:spPr/>
        <p:txBody>
          <a:bodyPr/>
          <a:lstStyle/>
          <a:p>
            <a:fld id="{F4BB9EDD-1740-4E4A-8601-A7D0893F42E6}" type="slidenum">
              <a:rPr lang="en-US" smtClean="0"/>
              <a:pPr/>
              <a:t>4</a:t>
            </a:fld>
            <a:endParaRPr lang="en-US"/>
          </a:p>
        </p:txBody>
      </p:sp>
      <p:sp>
        <p:nvSpPr>
          <p:cNvPr id="6" name="Subtitle 5">
            <a:extLst>
              <a:ext uri="{FF2B5EF4-FFF2-40B4-BE49-F238E27FC236}">
                <a16:creationId xmlns:a16="http://schemas.microsoft.com/office/drawing/2014/main" id="{73295C09-5A6A-7D29-C432-83BB9F0BDCE7}"/>
              </a:ext>
            </a:extLst>
          </p:cNvPr>
          <p:cNvSpPr>
            <a:spLocks noGrp="1"/>
          </p:cNvSpPr>
          <p:nvPr>
            <p:ph type="body" sz="quarter" idx="14"/>
          </p:nvPr>
        </p:nvSpPr>
        <p:spPr/>
        <p:txBody>
          <a:bodyPr vert="horz" lIns="0" tIns="0" rIns="144000" bIns="45720" rtlCol="0" anchor="t">
            <a:noAutofit/>
          </a:bodyPr>
          <a:lstStyle/>
          <a:p>
            <a:pPr>
              <a:lnSpc>
                <a:spcPct val="113999"/>
              </a:lnSpc>
            </a:pPr>
            <a:r>
              <a:rPr lang="sv-SE"/>
              <a:t>Problem descreption</a:t>
            </a:r>
            <a:endParaRPr lang="en-US"/>
          </a:p>
        </p:txBody>
      </p:sp>
      <p:sp>
        <p:nvSpPr>
          <p:cNvPr id="5" name="Title 4">
            <a:extLst>
              <a:ext uri="{FF2B5EF4-FFF2-40B4-BE49-F238E27FC236}">
                <a16:creationId xmlns:a16="http://schemas.microsoft.com/office/drawing/2014/main" id="{774B6321-C2E0-9CF9-5A4A-FB7F997F3277}"/>
              </a:ext>
            </a:extLst>
          </p:cNvPr>
          <p:cNvSpPr>
            <a:spLocks noGrp="1"/>
          </p:cNvSpPr>
          <p:nvPr>
            <p:ph type="title"/>
          </p:nvPr>
        </p:nvSpPr>
        <p:spPr/>
        <p:txBody>
          <a:bodyPr/>
          <a:lstStyle/>
          <a:p>
            <a:r>
              <a:rPr lang="en-US"/>
              <a:t>Background</a:t>
            </a:r>
          </a:p>
        </p:txBody>
      </p:sp>
    </p:spTree>
    <p:extLst>
      <p:ext uri="{BB962C8B-B14F-4D97-AF65-F5344CB8AC3E}">
        <p14:creationId xmlns:p14="http://schemas.microsoft.com/office/powerpoint/2010/main" val="19792407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C3980E83-E5B4-ABC0-5FEC-A3365413BAA8}"/>
              </a:ext>
            </a:extLst>
          </p:cNvPr>
          <p:cNvSpPr>
            <a:spLocks noGrp="1"/>
          </p:cNvSpPr>
          <p:nvPr>
            <p:ph type="body" sz="quarter" idx="13"/>
          </p:nvPr>
        </p:nvSpPr>
        <p:spPr>
          <a:xfrm>
            <a:off x="612000" y="1806970"/>
            <a:ext cx="10813238" cy="3887788"/>
          </a:xfrm>
        </p:spPr>
        <p:txBody>
          <a:bodyPr vert="horz" lIns="144000" tIns="45720" rIns="144000" bIns="45720" rtlCol="0" anchor="t">
            <a:noAutofit/>
          </a:bodyPr>
          <a:lstStyle/>
          <a:p>
            <a:pPr marL="0" indent="0">
              <a:lnSpc>
                <a:spcPct val="113999"/>
              </a:lnSpc>
              <a:buNone/>
            </a:pPr>
            <a:r>
              <a:rPr lang="sv-SE" dirty="0"/>
              <a:t>To adress both data transfer cost, legal challanges and lack of compute an obvious approach would be to create some kind of Edge compute. </a:t>
            </a:r>
            <a:endParaRPr lang="en-US" dirty="0"/>
          </a:p>
          <a:p>
            <a:pPr marL="0" indent="0">
              <a:lnSpc>
                <a:spcPct val="113999"/>
              </a:lnSpc>
              <a:buNone/>
            </a:pPr>
            <a:r>
              <a:rPr lang="sv-SE" dirty="0"/>
              <a:t>Edge compute is used in a variety of cases and the actual edge can be many things, for Volvo it is compute in the truck and for other players it can be in roadside camera unit with some additional computational capability. In all cases to be an edge it needs to be connected to a network and many time wirelessly connected. </a:t>
            </a:r>
          </a:p>
          <a:p>
            <a:pPr marL="0" indent="0">
              <a:lnSpc>
                <a:spcPct val="113999"/>
              </a:lnSpc>
              <a:buNone/>
            </a:pPr>
            <a:r>
              <a:rPr lang="sv-SE" dirty="0"/>
              <a:t>Connectivity often leads to Ericsson and they have since many years hade an idea about an ”Edge” compute in their ”edge” which is just behind the base stations. Up until now they have not had a good enough business case to pursue this. </a:t>
            </a:r>
          </a:p>
          <a:p>
            <a:pPr marL="0" indent="0">
              <a:lnSpc>
                <a:spcPct val="113999"/>
              </a:lnSpc>
              <a:buNone/>
            </a:pPr>
            <a:r>
              <a:rPr lang="sv-SE" dirty="0"/>
              <a:t>Through a new player (start-up), called Canaribit that has developed a secure compute solution we came in contact with Ericsson and started a dialog aroud the chalanges described in the background slide above</a:t>
            </a:r>
          </a:p>
          <a:p>
            <a:pPr marL="0" indent="0">
              <a:lnSpc>
                <a:spcPct val="113999"/>
              </a:lnSpc>
              <a:buNone/>
            </a:pPr>
            <a:r>
              <a:rPr lang="sv-SE" dirty="0"/>
              <a:t>Together with Lindholmen science park as cordinator we applied for a Vinnova project and got it accepted late 2024.  </a:t>
            </a:r>
          </a:p>
          <a:p>
            <a:pPr marL="0" indent="0" algn="l" rtl="0" eaLnBrk="1" latinLnBrk="0" hangingPunct="1">
              <a:lnSpc>
                <a:spcPct val="114000"/>
              </a:lnSpc>
              <a:spcBef>
                <a:spcPts val="952"/>
              </a:spcBef>
              <a:buNone/>
            </a:pPr>
            <a:endParaRPr lang="en-US" dirty="0"/>
          </a:p>
        </p:txBody>
      </p:sp>
      <p:sp>
        <p:nvSpPr>
          <p:cNvPr id="4" name="Date Placeholder 3">
            <a:extLst>
              <a:ext uri="{FF2B5EF4-FFF2-40B4-BE49-F238E27FC236}">
                <a16:creationId xmlns:a16="http://schemas.microsoft.com/office/drawing/2014/main" id="{DCE71733-ADC3-4DBC-1AE4-858856174D00}"/>
              </a:ext>
            </a:extLst>
          </p:cNvPr>
          <p:cNvSpPr>
            <a:spLocks noGrp="1"/>
          </p:cNvSpPr>
          <p:nvPr>
            <p:ph type="dt" sz="half" idx="10"/>
          </p:nvPr>
        </p:nvSpPr>
        <p:spPr/>
        <p:txBody>
          <a:bodyPr/>
          <a:lstStyle/>
          <a:p>
            <a:fld id="{09832D36-21DC-497F-8721-1CD3036E1DC1}" type="datetime1">
              <a:rPr lang="sv-SE" smtClean="0"/>
              <a:t>2025-08-25</a:t>
            </a:fld>
            <a:endParaRPr lang="en-US"/>
          </a:p>
        </p:txBody>
      </p:sp>
      <p:sp>
        <p:nvSpPr>
          <p:cNvPr id="7" name="Footer Placeholder 6">
            <a:extLst>
              <a:ext uri="{FF2B5EF4-FFF2-40B4-BE49-F238E27FC236}">
                <a16:creationId xmlns:a16="http://schemas.microsoft.com/office/drawing/2014/main" id="{C40E2E6B-24DE-F80A-4395-7E513C3BA1C0}"/>
              </a:ext>
            </a:extLst>
          </p:cNvPr>
          <p:cNvSpPr>
            <a:spLocks noGrp="1"/>
          </p:cNvSpPr>
          <p:nvPr>
            <p:ph type="ftr" sz="quarter" idx="11"/>
          </p:nvPr>
        </p:nvSpPr>
        <p:spPr/>
        <p:txBody>
          <a:bodyPr/>
          <a:lstStyle/>
          <a:p>
            <a:r>
              <a:rPr lang="en-US"/>
              <a:t>BA/GF/TD | Department name | Document name/</a:t>
            </a:r>
            <a:r>
              <a:rPr lang="en-US" err="1"/>
              <a:t>Iss</a:t>
            </a:r>
            <a:r>
              <a:rPr lang="en-US"/>
              <a:t> </a:t>
            </a:r>
            <a:r>
              <a:rPr lang="en-US" err="1"/>
              <a:t>tto</a:t>
            </a:r>
            <a:r>
              <a:rPr lang="en-US"/>
              <a:t> these two </a:t>
            </a:r>
            <a:r>
              <a:rPr lang="en-US" err="1"/>
              <a:t>uer</a:t>
            </a:r>
            <a:r>
              <a:rPr lang="en-US"/>
              <a:t> | Classification</a:t>
            </a:r>
          </a:p>
        </p:txBody>
      </p:sp>
      <p:sp>
        <p:nvSpPr>
          <p:cNvPr id="2" name="Slide Number Placeholder 1">
            <a:extLst>
              <a:ext uri="{FF2B5EF4-FFF2-40B4-BE49-F238E27FC236}">
                <a16:creationId xmlns:a16="http://schemas.microsoft.com/office/drawing/2014/main" id="{9E31847E-7444-B19B-2645-871849FB2D94}"/>
              </a:ext>
            </a:extLst>
          </p:cNvPr>
          <p:cNvSpPr>
            <a:spLocks noGrp="1"/>
          </p:cNvSpPr>
          <p:nvPr>
            <p:ph type="sldNum" sz="quarter" idx="12"/>
          </p:nvPr>
        </p:nvSpPr>
        <p:spPr/>
        <p:txBody>
          <a:bodyPr/>
          <a:lstStyle/>
          <a:p>
            <a:fld id="{F4BB9EDD-1740-4E4A-8601-A7D0893F42E6}" type="slidenum">
              <a:rPr lang="en-US" smtClean="0"/>
              <a:pPr/>
              <a:t>5</a:t>
            </a:fld>
            <a:endParaRPr lang="en-US"/>
          </a:p>
        </p:txBody>
      </p:sp>
      <p:sp>
        <p:nvSpPr>
          <p:cNvPr id="6" name="Subtitle 5">
            <a:extLst>
              <a:ext uri="{FF2B5EF4-FFF2-40B4-BE49-F238E27FC236}">
                <a16:creationId xmlns:a16="http://schemas.microsoft.com/office/drawing/2014/main" id="{526789CE-3795-838E-8C78-1C77996D5251}"/>
              </a:ext>
            </a:extLst>
          </p:cNvPr>
          <p:cNvSpPr>
            <a:spLocks noGrp="1"/>
          </p:cNvSpPr>
          <p:nvPr>
            <p:ph type="body" sz="quarter" idx="14"/>
          </p:nvPr>
        </p:nvSpPr>
        <p:spPr/>
        <p:txBody>
          <a:bodyPr vert="horz" lIns="0" tIns="0" rIns="144000" bIns="45720" rtlCol="0" anchor="t">
            <a:noAutofit/>
          </a:bodyPr>
          <a:lstStyle/>
          <a:p>
            <a:r>
              <a:rPr lang="sv-SE"/>
              <a:t>Edge compute with a legal innovation and cross industry collaboration</a:t>
            </a:r>
            <a:endParaRPr lang="en-US"/>
          </a:p>
        </p:txBody>
      </p:sp>
      <p:sp>
        <p:nvSpPr>
          <p:cNvPr id="5" name="Title 4">
            <a:extLst>
              <a:ext uri="{FF2B5EF4-FFF2-40B4-BE49-F238E27FC236}">
                <a16:creationId xmlns:a16="http://schemas.microsoft.com/office/drawing/2014/main" id="{414CBFB1-266F-F88A-DF1D-2FD71D53E773}"/>
              </a:ext>
            </a:extLst>
          </p:cNvPr>
          <p:cNvSpPr>
            <a:spLocks noGrp="1"/>
          </p:cNvSpPr>
          <p:nvPr>
            <p:ph type="title"/>
          </p:nvPr>
        </p:nvSpPr>
        <p:spPr/>
        <p:txBody>
          <a:bodyPr/>
          <a:lstStyle/>
          <a:p>
            <a:r>
              <a:rPr lang="sv-SE"/>
              <a:t>The solution</a:t>
            </a:r>
            <a:endParaRPr lang="en-US"/>
          </a:p>
        </p:txBody>
      </p:sp>
    </p:spTree>
    <p:extLst>
      <p:ext uri="{BB962C8B-B14F-4D97-AF65-F5344CB8AC3E}">
        <p14:creationId xmlns:p14="http://schemas.microsoft.com/office/powerpoint/2010/main" val="31627081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8A04CE3-B62B-C224-D129-3137E67E5B21}"/>
              </a:ext>
            </a:extLst>
          </p:cNvPr>
          <p:cNvPicPr>
            <a:picLocks noChangeAspect="1"/>
          </p:cNvPicPr>
          <p:nvPr/>
        </p:nvPicPr>
        <p:blipFill>
          <a:blip r:embed="rId3"/>
          <a:stretch>
            <a:fillRect/>
          </a:stretch>
        </p:blipFill>
        <p:spPr>
          <a:xfrm>
            <a:off x="5833833" y="864395"/>
            <a:ext cx="9150529" cy="5103880"/>
          </a:xfrm>
          <a:prstGeom prst="rect">
            <a:avLst/>
          </a:prstGeom>
        </p:spPr>
      </p:pic>
      <p:sp>
        <p:nvSpPr>
          <p:cNvPr id="2" name="Date Placeholder 1">
            <a:extLst>
              <a:ext uri="{FF2B5EF4-FFF2-40B4-BE49-F238E27FC236}">
                <a16:creationId xmlns:a16="http://schemas.microsoft.com/office/drawing/2014/main" id="{99CDE860-BB97-0B40-858E-1006AC09ABE8}"/>
              </a:ext>
            </a:extLst>
          </p:cNvPr>
          <p:cNvSpPr>
            <a:spLocks noGrp="1"/>
          </p:cNvSpPr>
          <p:nvPr>
            <p:ph type="dt" sz="half" idx="10"/>
          </p:nvPr>
        </p:nvSpPr>
        <p:spPr/>
        <p:txBody>
          <a:bodyPr/>
          <a:lstStyle/>
          <a:p>
            <a:fld id="{7D066024-BDB2-47DE-94A8-08E253B914A1}" type="datetime3">
              <a:rPr lang="en-US" smtClean="0"/>
              <a:t>26 August 2025</a:t>
            </a:fld>
            <a:endParaRPr lang="en-US"/>
          </a:p>
        </p:txBody>
      </p:sp>
      <p:sp>
        <p:nvSpPr>
          <p:cNvPr id="3" name="Footer Placeholder 2">
            <a:extLst>
              <a:ext uri="{FF2B5EF4-FFF2-40B4-BE49-F238E27FC236}">
                <a16:creationId xmlns:a16="http://schemas.microsoft.com/office/drawing/2014/main" id="{6EF99BE3-F40B-30C5-8DB3-7AEF090C185B}"/>
              </a:ext>
            </a:extLst>
          </p:cNvPr>
          <p:cNvSpPr>
            <a:spLocks noGrp="1"/>
          </p:cNvSpPr>
          <p:nvPr>
            <p:ph type="ftr" sz="quarter" idx="11"/>
          </p:nvPr>
        </p:nvSpPr>
        <p:spPr/>
        <p:txBody>
          <a:bodyPr/>
          <a:lstStyle/>
          <a:p>
            <a:r>
              <a:rPr lang="en-US"/>
              <a:t>Project and Product Strategy Office / Public Projects | Proposal Prioritization/ Maria L-</a:t>
            </a:r>
            <a:r>
              <a:rPr lang="en-US" err="1"/>
              <a:t>Miskimin</a:t>
            </a:r>
            <a:r>
              <a:rPr lang="en-US"/>
              <a:t> | INTERNAL</a:t>
            </a:r>
          </a:p>
        </p:txBody>
      </p:sp>
      <p:sp>
        <p:nvSpPr>
          <p:cNvPr id="4" name="Slide Number Placeholder 3">
            <a:extLst>
              <a:ext uri="{FF2B5EF4-FFF2-40B4-BE49-F238E27FC236}">
                <a16:creationId xmlns:a16="http://schemas.microsoft.com/office/drawing/2014/main" id="{F7EA8A3F-78D7-35CC-33EE-60F0FECCE26F}"/>
              </a:ext>
            </a:extLst>
          </p:cNvPr>
          <p:cNvSpPr>
            <a:spLocks noGrp="1"/>
          </p:cNvSpPr>
          <p:nvPr>
            <p:ph type="sldNum" sz="quarter" idx="12"/>
          </p:nvPr>
        </p:nvSpPr>
        <p:spPr/>
        <p:txBody>
          <a:bodyPr/>
          <a:lstStyle/>
          <a:p>
            <a:fld id="{F4BB9EDD-1740-4E4A-8601-A7D0893F42E6}" type="slidenum">
              <a:rPr lang="en-US" smtClean="0"/>
              <a:pPr/>
              <a:t>6</a:t>
            </a:fld>
            <a:endParaRPr lang="en-US"/>
          </a:p>
        </p:txBody>
      </p:sp>
      <p:sp>
        <p:nvSpPr>
          <p:cNvPr id="12" name="Text Placeholder 11">
            <a:extLst>
              <a:ext uri="{FF2B5EF4-FFF2-40B4-BE49-F238E27FC236}">
                <a16:creationId xmlns:a16="http://schemas.microsoft.com/office/drawing/2014/main" id="{0594EBD0-E8BF-7015-FD70-43469D329305}"/>
              </a:ext>
            </a:extLst>
          </p:cNvPr>
          <p:cNvSpPr>
            <a:spLocks noGrp="1"/>
          </p:cNvSpPr>
          <p:nvPr>
            <p:ph type="body" sz="quarter" idx="21"/>
          </p:nvPr>
        </p:nvSpPr>
        <p:spPr/>
        <p:txBody>
          <a:bodyPr/>
          <a:lstStyle/>
          <a:p>
            <a:endParaRPr lang="en-US"/>
          </a:p>
        </p:txBody>
      </p:sp>
      <p:pic>
        <p:nvPicPr>
          <p:cNvPr id="13" name="Picture 12">
            <a:extLst>
              <a:ext uri="{FF2B5EF4-FFF2-40B4-BE49-F238E27FC236}">
                <a16:creationId xmlns:a16="http://schemas.microsoft.com/office/drawing/2014/main" id="{CDA2738B-E4ED-14B4-6674-4023326D96AD}"/>
              </a:ext>
            </a:extLst>
          </p:cNvPr>
          <p:cNvPicPr>
            <a:picLocks noChangeAspect="1"/>
          </p:cNvPicPr>
          <p:nvPr/>
        </p:nvPicPr>
        <p:blipFill>
          <a:blip r:embed="rId4"/>
          <a:stretch>
            <a:fillRect/>
          </a:stretch>
        </p:blipFill>
        <p:spPr>
          <a:xfrm>
            <a:off x="6848740" y="3439384"/>
            <a:ext cx="3807825" cy="2554221"/>
          </a:xfrm>
          <a:prstGeom prst="rect">
            <a:avLst/>
          </a:prstGeom>
        </p:spPr>
      </p:pic>
      <p:pic>
        <p:nvPicPr>
          <p:cNvPr id="1026" name="Picture 2">
            <a:extLst>
              <a:ext uri="{FF2B5EF4-FFF2-40B4-BE49-F238E27FC236}">
                <a16:creationId xmlns:a16="http://schemas.microsoft.com/office/drawing/2014/main" id="{3B1C2B78-16AA-285D-B30F-1F315F4351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0631" y="889725"/>
            <a:ext cx="4566104" cy="2837812"/>
          </a:xfrm>
          <a:prstGeom prst="rect">
            <a:avLst/>
          </a:prstGeom>
          <a:noFill/>
          <a:extLst>
            <a:ext uri="{909E8E84-426E-40DD-AFC4-6F175D3DCCD1}">
              <a14:hiddenFill xmlns:a14="http://schemas.microsoft.com/office/drawing/2010/main">
                <a:solidFill>
                  <a:srgbClr val="FFFFFF"/>
                </a:solidFill>
              </a14:hiddenFill>
            </a:ext>
          </a:extLst>
        </p:spPr>
      </p:pic>
      <p:sp>
        <p:nvSpPr>
          <p:cNvPr id="8" name="Title 9">
            <a:extLst>
              <a:ext uri="{FF2B5EF4-FFF2-40B4-BE49-F238E27FC236}">
                <a16:creationId xmlns:a16="http://schemas.microsoft.com/office/drawing/2014/main" id="{B3C2B266-6B3F-C832-684E-9C90AE2B6B0B}"/>
              </a:ext>
            </a:extLst>
          </p:cNvPr>
          <p:cNvSpPr txBox="1">
            <a:spLocks/>
          </p:cNvSpPr>
          <p:nvPr/>
        </p:nvSpPr>
        <p:spPr>
          <a:xfrm>
            <a:off x="828945" y="3420420"/>
            <a:ext cx="5681724" cy="397666"/>
          </a:xfrm>
          <a:prstGeom prst="rect">
            <a:avLst/>
          </a:prstGeom>
        </p:spPr>
        <p:txBody>
          <a:bodyPr vert="horz" wrap="square" lIns="0" tIns="45720" rIns="91440" bIns="0" rtlCol="0" anchor="b" anchorCtr="0">
            <a:noAutofit/>
          </a:bodyPr>
          <a:lstStyle>
            <a:lvl1pPr algn="l" defTabSz="967710" rtl="0" eaLnBrk="1" latinLnBrk="0" hangingPunct="1">
              <a:lnSpc>
                <a:spcPct val="100000"/>
              </a:lnSpc>
              <a:spcBef>
                <a:spcPct val="0"/>
              </a:spcBef>
              <a:buNone/>
              <a:defRPr lang="en-US" sz="2400" b="0" kern="1200">
                <a:solidFill>
                  <a:schemeClr val="tx1"/>
                </a:solidFill>
                <a:latin typeface="+mj-lt"/>
                <a:ea typeface="+mj-ea"/>
                <a:cs typeface="+mn-cs"/>
              </a:defRPr>
            </a:lvl1pPr>
          </a:lstStyle>
          <a:p>
            <a:endParaRPr lang="sv-SE"/>
          </a:p>
        </p:txBody>
      </p:sp>
      <p:sp>
        <p:nvSpPr>
          <p:cNvPr id="9" name="Text Placeholder 6">
            <a:extLst>
              <a:ext uri="{FF2B5EF4-FFF2-40B4-BE49-F238E27FC236}">
                <a16:creationId xmlns:a16="http://schemas.microsoft.com/office/drawing/2014/main" id="{5A000CF3-6683-2404-A1C7-7DBCD9C0E462}"/>
              </a:ext>
            </a:extLst>
          </p:cNvPr>
          <p:cNvSpPr txBox="1">
            <a:spLocks/>
          </p:cNvSpPr>
          <p:nvPr/>
        </p:nvSpPr>
        <p:spPr>
          <a:xfrm>
            <a:off x="806351" y="864395"/>
            <a:ext cx="5704317" cy="5103880"/>
          </a:xfrm>
          <a:prstGeom prst="rect">
            <a:avLst/>
          </a:prstGeom>
          <a:solidFill>
            <a:schemeClr val="tx1"/>
          </a:solidFill>
        </p:spPr>
        <p:txBody>
          <a:bodyPr vert="horz" lIns="0" tIns="45720" rIns="91440" bIns="45720" rtlCol="0" anchor="t">
            <a:noAutofit/>
          </a:bodyPr>
          <a:lstStyle>
            <a:lvl1pPr marL="0" indent="0" algn="l" defTabSz="967710" rtl="0" eaLnBrk="1" fontAlgn="base" latinLnBrk="0" hangingPunct="1">
              <a:lnSpc>
                <a:spcPct val="120000"/>
              </a:lnSpc>
              <a:spcBef>
                <a:spcPts val="952"/>
              </a:spcBef>
              <a:spcAft>
                <a:spcPts val="0"/>
              </a:spcAft>
              <a:buClr>
                <a:schemeClr val="accent1"/>
              </a:buClr>
              <a:buFontTx/>
              <a:buNone/>
              <a:defRPr lang="en-US" sz="1400" kern="1200">
                <a:solidFill>
                  <a:schemeClr val="tx1"/>
                </a:solidFill>
                <a:latin typeface="+mn-lt"/>
                <a:ea typeface="Volvo Broad Pro" panose="02000606020000020004" pitchFamily="50" charset="0"/>
                <a:cs typeface="+mn-cs"/>
              </a:defRPr>
            </a:lvl1pPr>
            <a:lvl2pPr marL="163513" indent="0" algn="l" defTabSz="967710" rtl="0" eaLnBrk="1" latinLnBrk="0" hangingPunct="1">
              <a:lnSpc>
                <a:spcPct val="114000"/>
              </a:lnSpc>
              <a:spcBef>
                <a:spcPts val="952"/>
              </a:spcBef>
              <a:spcAft>
                <a:spcPts val="0"/>
              </a:spcAft>
              <a:buClr>
                <a:schemeClr val="accent1"/>
              </a:buClr>
              <a:buFontTx/>
              <a:buNone/>
              <a:defRPr sz="1200" kern="1200">
                <a:solidFill>
                  <a:schemeClr val="tx1"/>
                </a:solidFill>
                <a:latin typeface="+mn-lt"/>
                <a:ea typeface="Volvo Broad Pro" panose="02000606020000020004" pitchFamily="50" charset="0"/>
                <a:cs typeface="+mn-cs"/>
              </a:defRPr>
            </a:lvl2pPr>
            <a:lvl3pPr marL="339725" indent="0" algn="l" defTabSz="967710" rtl="0" eaLnBrk="1" fontAlgn="base" latinLnBrk="0" hangingPunct="1">
              <a:lnSpc>
                <a:spcPct val="114000"/>
              </a:lnSpc>
              <a:spcBef>
                <a:spcPts val="952"/>
              </a:spcBef>
              <a:spcAft>
                <a:spcPts val="0"/>
              </a:spcAft>
              <a:buClr>
                <a:schemeClr val="accent1"/>
              </a:buClr>
              <a:buSzPct val="90000"/>
              <a:buFont typeface="Arial" panose="020B0604020202020204" pitchFamily="34" charset="0"/>
              <a:buNone/>
              <a:defRPr lang="en-US" sz="1200" kern="1200">
                <a:solidFill>
                  <a:schemeClr val="tx1"/>
                </a:solidFill>
                <a:latin typeface="+mn-lt"/>
                <a:ea typeface="Volvo Broad Pro" panose="02000606020000020004" pitchFamily="50" charset="0"/>
                <a:cs typeface="+mn-cs"/>
              </a:defRPr>
            </a:lvl3pPr>
            <a:lvl4pPr marL="598488" indent="-134938"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4pPr>
            <a:lvl5pPr marL="730250" indent="-123825"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5pPr>
            <a:lvl6pPr marL="266120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6pPr>
            <a:lvl7pPr marL="3145056"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7pPr>
            <a:lvl8pPr marL="362891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8pPr>
            <a:lvl9pPr marL="4112765"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9pPr>
          </a:lstStyle>
          <a:p>
            <a:pPr marL="163195" lvl="1">
              <a:spcBef>
                <a:spcPts val="600"/>
              </a:spcBef>
              <a:buClr>
                <a:srgbClr val="53565A"/>
              </a:buClr>
              <a:defRPr/>
            </a:pPr>
            <a:r>
              <a:rPr lang="en-US" sz="2000" b="1" dirty="0">
                <a:solidFill>
                  <a:schemeClr val="bg1"/>
                </a:solidFill>
                <a:latin typeface="Volvo Novum"/>
                <a:cs typeface="Arial"/>
              </a:rPr>
              <a:t>The Solution</a:t>
            </a:r>
            <a:endParaRPr lang="en-US" dirty="0">
              <a:solidFill>
                <a:schemeClr val="bg1"/>
              </a:solidFill>
            </a:endParaRPr>
          </a:p>
          <a:p>
            <a:pPr marL="163195" lvl="1">
              <a:spcBef>
                <a:spcPts val="600"/>
              </a:spcBef>
              <a:buClr>
                <a:srgbClr val="53565A"/>
              </a:buClr>
              <a:defRPr/>
            </a:pPr>
            <a:endParaRPr lang="en-US" dirty="0">
              <a:solidFill>
                <a:schemeClr val="bg1"/>
              </a:solidFill>
              <a:latin typeface="Volvo Novum"/>
              <a:cs typeface="Arial"/>
            </a:endParaRPr>
          </a:p>
          <a:p>
            <a:pPr marL="163195" lvl="1">
              <a:lnSpc>
                <a:spcPct val="113999"/>
              </a:lnSpc>
            </a:pPr>
            <a:r>
              <a:rPr lang="en-US" sz="1050" dirty="0">
                <a:solidFill>
                  <a:schemeClr val="bg1"/>
                </a:solidFill>
              </a:rPr>
              <a:t>To address data transfer costs, legal challenges, and the lack of onboard computing power, we propose implementing edge computing. </a:t>
            </a:r>
          </a:p>
          <a:p>
            <a:pPr marL="163195" lvl="1">
              <a:lnSpc>
                <a:spcPct val="113999"/>
              </a:lnSpc>
            </a:pPr>
            <a:r>
              <a:rPr lang="en-US" sz="1050" dirty="0">
                <a:solidFill>
                  <a:schemeClr val="bg1"/>
                </a:solidFill>
              </a:rPr>
              <a:t>Edge computing can take various forms; for Volvo, it involves onboard computing in trucks, while for others, it might be roadside camera units with additional computational capabilities.</a:t>
            </a:r>
            <a:r>
              <a:rPr lang="sv-SE" sz="1050" dirty="0">
                <a:solidFill>
                  <a:schemeClr val="bg1"/>
                </a:solidFill>
              </a:rPr>
              <a:t> </a:t>
            </a:r>
            <a:endParaRPr lang="en-US" sz="1050" dirty="0">
              <a:solidFill>
                <a:schemeClr val="bg1"/>
              </a:solidFill>
            </a:endParaRPr>
          </a:p>
          <a:p>
            <a:pPr marL="163195" lvl="1">
              <a:lnSpc>
                <a:spcPct val="113999"/>
              </a:lnSpc>
            </a:pPr>
            <a:r>
              <a:rPr lang="en-US" sz="1050" dirty="0">
                <a:solidFill>
                  <a:schemeClr val="bg1"/>
                </a:solidFill>
                <a:latin typeface="Volvo Novum"/>
                <a:cs typeface="Arial"/>
              </a:rPr>
              <a:t>In the </a:t>
            </a:r>
            <a:r>
              <a:rPr lang="en-US" sz="1050" dirty="0" err="1">
                <a:solidFill>
                  <a:schemeClr val="bg1"/>
                </a:solidFill>
                <a:latin typeface="Volvo Novum"/>
                <a:cs typeface="Arial"/>
              </a:rPr>
              <a:t>CoTwin</a:t>
            </a:r>
            <a:r>
              <a:rPr lang="en-US" sz="1050" dirty="0">
                <a:solidFill>
                  <a:schemeClr val="bg1"/>
                </a:solidFill>
                <a:latin typeface="Volvo Novum"/>
                <a:cs typeface="Arial"/>
              </a:rPr>
              <a:t> project, the "Edge" refers to computing just behind the base stations, potentially becoming part of future telecom infrastructure provided by Ericsson and operators here represented by Asta Zero (Telia). </a:t>
            </a:r>
          </a:p>
          <a:p>
            <a:pPr marL="163195" lvl="1">
              <a:lnSpc>
                <a:spcPct val="113999"/>
              </a:lnSpc>
            </a:pPr>
            <a:r>
              <a:rPr lang="en-US" sz="1050" dirty="0">
                <a:solidFill>
                  <a:schemeClr val="bg1"/>
                </a:solidFill>
                <a:latin typeface="Volvo Novum"/>
                <a:cs typeface="Arial"/>
              </a:rPr>
              <a:t>This Edge is equipped with state-of-the-art secure computing and data-sharing technology provided by </a:t>
            </a:r>
            <a:r>
              <a:rPr lang="en-US" sz="1050" dirty="0" err="1">
                <a:solidFill>
                  <a:schemeClr val="bg1"/>
                </a:solidFill>
                <a:latin typeface="Volvo Novum"/>
                <a:cs typeface="Arial"/>
              </a:rPr>
              <a:t>CanaryBit</a:t>
            </a:r>
            <a:r>
              <a:rPr lang="en-US" sz="1050" dirty="0">
                <a:solidFill>
                  <a:schemeClr val="bg1"/>
                </a:solidFill>
                <a:latin typeface="Volvo Novum"/>
                <a:cs typeface="Arial"/>
              </a:rPr>
              <a:t>. </a:t>
            </a:r>
          </a:p>
          <a:p>
            <a:pPr marL="163195" lvl="1">
              <a:lnSpc>
                <a:spcPct val="113999"/>
              </a:lnSpc>
            </a:pPr>
            <a:r>
              <a:rPr lang="en-US" sz="1050" dirty="0">
                <a:solidFill>
                  <a:schemeClr val="bg1"/>
                </a:solidFill>
                <a:latin typeface="Volvo Novum"/>
                <a:cs typeface="Arial"/>
              </a:rPr>
              <a:t>Sensor data collected from Volvo Group vehicles and other infrastructure sensors can be processed at this Edge and shared both within the Edge and with traditional cloud computing systems.</a:t>
            </a:r>
          </a:p>
          <a:p>
            <a:pPr marL="163195" lvl="1">
              <a:lnSpc>
                <a:spcPct val="113999"/>
              </a:lnSpc>
            </a:pPr>
            <a:r>
              <a:rPr lang="en-US" sz="1050" dirty="0">
                <a:solidFill>
                  <a:schemeClr val="bg1"/>
                </a:solidFill>
                <a:latin typeface="Volvo Novum"/>
                <a:cs typeface="Arial"/>
              </a:rPr>
              <a:t>A key innovation in this project is a legal investigation conducted with IMY (</a:t>
            </a:r>
            <a:r>
              <a:rPr lang="en-US" sz="1050" dirty="0" err="1">
                <a:solidFill>
                  <a:schemeClr val="bg1"/>
                </a:solidFill>
                <a:latin typeface="Volvo Novum"/>
                <a:cs typeface="Arial"/>
              </a:rPr>
              <a:t>Integritetsskyddsmyndigheten</a:t>
            </a:r>
            <a:r>
              <a:rPr lang="en-US" sz="1050" dirty="0">
                <a:solidFill>
                  <a:schemeClr val="bg1"/>
                </a:solidFill>
                <a:latin typeface="Volvo Novum"/>
                <a:cs typeface="Arial"/>
              </a:rPr>
              <a:t>) to determine if this computing can be considered GDPR-compliant/free. In practice, this would mean that Volvo-specific data processing in </a:t>
            </a:r>
            <a:r>
              <a:rPr lang="en-US" sz="1050" dirty="0" err="1">
                <a:solidFill>
                  <a:schemeClr val="bg1"/>
                </a:solidFill>
                <a:latin typeface="Volvo Novum"/>
                <a:cs typeface="Arial"/>
              </a:rPr>
              <a:t>CoTwin</a:t>
            </a:r>
            <a:r>
              <a:rPr lang="en-US" sz="1050" dirty="0">
                <a:solidFill>
                  <a:schemeClr val="bg1"/>
                </a:solidFill>
                <a:latin typeface="Volvo Novum"/>
                <a:cs typeface="Arial"/>
              </a:rPr>
              <a:t> would be treated as if it were processed within the truck.</a:t>
            </a:r>
          </a:p>
          <a:p>
            <a:pPr lvl="0">
              <a:spcBef>
                <a:spcPts val="600"/>
              </a:spcBef>
              <a:buClr>
                <a:srgbClr val="53565A"/>
              </a:buClr>
              <a:defRPr/>
            </a:pPr>
            <a:endParaRPr lang="en-US" dirty="0">
              <a:solidFill>
                <a:schemeClr val="bg1"/>
              </a:solidFill>
              <a:latin typeface="Volvo Novum"/>
              <a:cs typeface="Arial"/>
            </a:endParaRPr>
          </a:p>
        </p:txBody>
      </p:sp>
    </p:spTree>
    <p:extLst>
      <p:ext uri="{BB962C8B-B14F-4D97-AF65-F5344CB8AC3E}">
        <p14:creationId xmlns:p14="http://schemas.microsoft.com/office/powerpoint/2010/main" val="4257567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E8EB03-8DE4-62DF-D366-57C3B2FDF305}"/>
              </a:ext>
            </a:extLst>
          </p:cNvPr>
          <p:cNvSpPr>
            <a:spLocks noGrp="1"/>
          </p:cNvSpPr>
          <p:nvPr>
            <p:ph type="body" sz="quarter" idx="13"/>
          </p:nvPr>
        </p:nvSpPr>
        <p:spPr/>
        <p:txBody>
          <a:bodyPr/>
          <a:lstStyle/>
          <a:p>
            <a:pPr marL="0" indent="0">
              <a:spcBef>
                <a:spcPts val="600"/>
              </a:spcBef>
              <a:buClr>
                <a:srgbClr val="53565A"/>
              </a:buClr>
              <a:buNone/>
              <a:defRPr/>
            </a:pPr>
            <a:r>
              <a:rPr lang="en-US">
                <a:solidFill>
                  <a:srgbClr val="000000"/>
                </a:solidFill>
                <a:latin typeface="Volvo Novum"/>
                <a:cs typeface="Arial"/>
              </a:rPr>
              <a:t>Project </a:t>
            </a:r>
            <a:r>
              <a:rPr lang="en-US" err="1">
                <a:solidFill>
                  <a:srgbClr val="000000"/>
                </a:solidFill>
                <a:latin typeface="Volvo Novum"/>
                <a:cs typeface="Arial"/>
              </a:rPr>
              <a:t>CoTWIN</a:t>
            </a:r>
            <a:r>
              <a:rPr lang="en-US">
                <a:solidFill>
                  <a:srgbClr val="000000"/>
                </a:solidFill>
                <a:latin typeface="Volvo Novum"/>
                <a:cs typeface="Arial"/>
              </a:rPr>
              <a:t> will develop and demonstrate an edge compute platform enabling low latency, low cost, high performance compute and secure data/information sharing from/to e.g. Vehicles, road infrastructure and other logistics data sources</a:t>
            </a:r>
            <a:r>
              <a:rPr lang="sv-SE">
                <a:solidFill>
                  <a:srgbClr val="000000"/>
                </a:solidFill>
                <a:latin typeface="Volvo Novum"/>
                <a:cs typeface="Arial"/>
              </a:rPr>
              <a:t>. </a:t>
            </a:r>
          </a:p>
          <a:p>
            <a:pPr marL="0" indent="0">
              <a:spcBef>
                <a:spcPts val="600"/>
              </a:spcBef>
              <a:buClr>
                <a:srgbClr val="53565A"/>
              </a:buClr>
              <a:buNone/>
              <a:defRPr/>
            </a:pPr>
            <a:r>
              <a:rPr lang="sv-SE">
                <a:solidFill>
                  <a:srgbClr val="000000"/>
                </a:solidFill>
                <a:latin typeface="Volvo Novum"/>
                <a:cs typeface="Arial"/>
              </a:rPr>
              <a:t>The system </a:t>
            </a:r>
            <a:r>
              <a:rPr lang="en-US">
                <a:solidFill>
                  <a:srgbClr val="000000"/>
                </a:solidFill>
                <a:latin typeface="Volvo Novum"/>
                <a:cs typeface="Arial"/>
              </a:rPr>
              <a:t>combines future telecom infrastructure capabilities (edge compute) from Ericsson and Telia with state-of-the art secure data sharing technology provided by </a:t>
            </a:r>
            <a:r>
              <a:rPr lang="en-US" err="1">
                <a:solidFill>
                  <a:srgbClr val="000000"/>
                </a:solidFill>
                <a:latin typeface="Volvo Novum"/>
                <a:cs typeface="Arial"/>
              </a:rPr>
              <a:t>CanaryBit</a:t>
            </a:r>
            <a:r>
              <a:rPr lang="en-US">
                <a:solidFill>
                  <a:srgbClr val="000000"/>
                </a:solidFill>
                <a:latin typeface="Volvo Novum"/>
                <a:cs typeface="Arial"/>
              </a:rPr>
              <a:t> and sensor data collected from Volvo Group vehicles and others.</a:t>
            </a:r>
          </a:p>
          <a:p>
            <a:pPr marL="0" indent="0">
              <a:spcBef>
                <a:spcPts val="600"/>
              </a:spcBef>
              <a:buClr>
                <a:srgbClr val="53565A"/>
              </a:buClr>
              <a:buNone/>
              <a:defRPr/>
            </a:pPr>
            <a:endParaRPr lang="en-US">
              <a:solidFill>
                <a:srgbClr val="000000"/>
              </a:solidFill>
              <a:latin typeface="Volvo Novum"/>
              <a:cs typeface="Arial"/>
            </a:endParaRPr>
          </a:p>
          <a:p>
            <a:endParaRPr lang="en-US"/>
          </a:p>
        </p:txBody>
      </p:sp>
      <p:sp>
        <p:nvSpPr>
          <p:cNvPr id="3" name="Date Placeholder 2">
            <a:extLst>
              <a:ext uri="{FF2B5EF4-FFF2-40B4-BE49-F238E27FC236}">
                <a16:creationId xmlns:a16="http://schemas.microsoft.com/office/drawing/2014/main" id="{B22EB7C2-F998-C5E2-38D9-20109B1A6327}"/>
              </a:ext>
            </a:extLst>
          </p:cNvPr>
          <p:cNvSpPr>
            <a:spLocks noGrp="1"/>
          </p:cNvSpPr>
          <p:nvPr>
            <p:ph type="dt" sz="half" idx="10"/>
          </p:nvPr>
        </p:nvSpPr>
        <p:spPr/>
        <p:txBody>
          <a:bodyPr/>
          <a:lstStyle/>
          <a:p>
            <a:fld id="{CEE5D548-A57D-48BC-9857-458A35D1CD15}" type="datetime1">
              <a:rPr lang="sv-SE" smtClean="0"/>
              <a:t>2025-08-25</a:t>
            </a:fld>
            <a:endParaRPr lang="en-US"/>
          </a:p>
        </p:txBody>
      </p:sp>
      <p:sp>
        <p:nvSpPr>
          <p:cNvPr id="4" name="Footer Placeholder 3">
            <a:extLst>
              <a:ext uri="{FF2B5EF4-FFF2-40B4-BE49-F238E27FC236}">
                <a16:creationId xmlns:a16="http://schemas.microsoft.com/office/drawing/2014/main" id="{F757E3CB-CA19-D3D0-DA79-6ADD3B223096}"/>
              </a:ext>
            </a:extLst>
          </p:cNvPr>
          <p:cNvSpPr>
            <a:spLocks noGrp="1"/>
          </p:cNvSpPr>
          <p:nvPr>
            <p:ph type="ftr" sz="quarter" idx="11"/>
          </p:nvPr>
        </p:nvSpPr>
        <p:spPr/>
        <p:txBody>
          <a:bodyPr/>
          <a:lstStyle/>
          <a:p>
            <a:r>
              <a:rPr lang="en-US"/>
              <a:t>BA/GF/TD | Department name | Document name/Issuer | Classification</a:t>
            </a:r>
          </a:p>
        </p:txBody>
      </p:sp>
      <p:sp>
        <p:nvSpPr>
          <p:cNvPr id="5" name="Slide Number Placeholder 4">
            <a:extLst>
              <a:ext uri="{FF2B5EF4-FFF2-40B4-BE49-F238E27FC236}">
                <a16:creationId xmlns:a16="http://schemas.microsoft.com/office/drawing/2014/main" id="{35AAAC64-81A7-6DAF-3153-F97B38F31F66}"/>
              </a:ext>
            </a:extLst>
          </p:cNvPr>
          <p:cNvSpPr>
            <a:spLocks noGrp="1"/>
          </p:cNvSpPr>
          <p:nvPr>
            <p:ph type="sldNum" sz="quarter" idx="12"/>
          </p:nvPr>
        </p:nvSpPr>
        <p:spPr/>
        <p:txBody>
          <a:bodyPr/>
          <a:lstStyle/>
          <a:p>
            <a:fld id="{F4BB9EDD-1740-4E4A-8601-A7D0893F42E6}" type="slidenum">
              <a:rPr lang="en-US" smtClean="0"/>
              <a:pPr/>
              <a:t>7</a:t>
            </a:fld>
            <a:endParaRPr lang="en-US"/>
          </a:p>
        </p:txBody>
      </p:sp>
      <p:sp>
        <p:nvSpPr>
          <p:cNvPr id="6" name="Text Placeholder 5">
            <a:extLst>
              <a:ext uri="{FF2B5EF4-FFF2-40B4-BE49-F238E27FC236}">
                <a16:creationId xmlns:a16="http://schemas.microsoft.com/office/drawing/2014/main" id="{E6027BFB-ED51-DA76-F9F5-0F893A8CFEDB}"/>
              </a:ext>
            </a:extLst>
          </p:cNvPr>
          <p:cNvSpPr>
            <a:spLocks noGrp="1"/>
          </p:cNvSpPr>
          <p:nvPr>
            <p:ph type="body" sz="quarter" idx="14"/>
          </p:nvPr>
        </p:nvSpPr>
        <p:spPr/>
        <p:txBody>
          <a:bodyPr/>
          <a:lstStyle/>
          <a:p>
            <a:r>
              <a:rPr lang="sv-SE"/>
              <a:t>Think big start small</a:t>
            </a:r>
            <a:endParaRPr lang="en-US"/>
          </a:p>
        </p:txBody>
      </p:sp>
      <p:sp>
        <p:nvSpPr>
          <p:cNvPr id="7" name="Title 6">
            <a:extLst>
              <a:ext uri="{FF2B5EF4-FFF2-40B4-BE49-F238E27FC236}">
                <a16:creationId xmlns:a16="http://schemas.microsoft.com/office/drawing/2014/main" id="{CAE5DC0D-B1F6-43A6-58FC-60632A8783B9}"/>
              </a:ext>
            </a:extLst>
          </p:cNvPr>
          <p:cNvSpPr>
            <a:spLocks noGrp="1"/>
          </p:cNvSpPr>
          <p:nvPr>
            <p:ph type="title"/>
          </p:nvPr>
        </p:nvSpPr>
        <p:spPr/>
        <p:txBody>
          <a:bodyPr/>
          <a:lstStyle/>
          <a:p>
            <a:r>
              <a:rPr lang="sv-SE"/>
              <a:t>The Cotwin project</a:t>
            </a:r>
            <a:endParaRPr lang="en-US"/>
          </a:p>
        </p:txBody>
      </p:sp>
    </p:spTree>
    <p:extLst>
      <p:ext uri="{BB962C8B-B14F-4D97-AF65-F5344CB8AC3E}">
        <p14:creationId xmlns:p14="http://schemas.microsoft.com/office/powerpoint/2010/main" val="886859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711CB02-C8C7-E4C3-6DEC-8F39E8549432}"/>
              </a:ext>
            </a:extLst>
          </p:cNvPr>
          <p:cNvSpPr>
            <a:spLocks noGrp="1"/>
          </p:cNvSpPr>
          <p:nvPr>
            <p:ph type="title"/>
          </p:nvPr>
        </p:nvSpPr>
        <p:spPr>
          <a:xfrm>
            <a:off x="828945" y="765758"/>
            <a:ext cx="5681724" cy="397666"/>
          </a:xfrm>
        </p:spPr>
        <p:txBody>
          <a:bodyPr/>
          <a:lstStyle/>
          <a:p>
            <a:r>
              <a:rPr lang="sv-SE"/>
              <a:t>Technical desciption</a:t>
            </a:r>
            <a:endParaRPr lang="en-US"/>
          </a:p>
        </p:txBody>
      </p:sp>
      <p:sp>
        <p:nvSpPr>
          <p:cNvPr id="2" name="Date Placeholder 1">
            <a:extLst>
              <a:ext uri="{FF2B5EF4-FFF2-40B4-BE49-F238E27FC236}">
                <a16:creationId xmlns:a16="http://schemas.microsoft.com/office/drawing/2014/main" id="{99CDE860-BB97-0B40-858E-1006AC09ABE8}"/>
              </a:ext>
            </a:extLst>
          </p:cNvPr>
          <p:cNvSpPr>
            <a:spLocks noGrp="1"/>
          </p:cNvSpPr>
          <p:nvPr>
            <p:ph type="dt" sz="half" idx="10"/>
          </p:nvPr>
        </p:nvSpPr>
        <p:spPr/>
        <p:txBody>
          <a:bodyPr/>
          <a:lstStyle/>
          <a:p>
            <a:fld id="{7D066024-BDB2-47DE-94A8-08E253B914A1}" type="datetime3">
              <a:rPr lang="en-US" smtClean="0"/>
              <a:t>25 August 2025</a:t>
            </a:fld>
            <a:endParaRPr lang="en-US"/>
          </a:p>
        </p:txBody>
      </p:sp>
      <p:sp>
        <p:nvSpPr>
          <p:cNvPr id="3" name="Footer Placeholder 2">
            <a:extLst>
              <a:ext uri="{FF2B5EF4-FFF2-40B4-BE49-F238E27FC236}">
                <a16:creationId xmlns:a16="http://schemas.microsoft.com/office/drawing/2014/main" id="{6EF99BE3-F40B-30C5-8DB3-7AEF090C185B}"/>
              </a:ext>
            </a:extLst>
          </p:cNvPr>
          <p:cNvSpPr>
            <a:spLocks noGrp="1"/>
          </p:cNvSpPr>
          <p:nvPr>
            <p:ph type="ftr" sz="quarter" idx="11"/>
          </p:nvPr>
        </p:nvSpPr>
        <p:spPr/>
        <p:txBody>
          <a:bodyPr/>
          <a:lstStyle/>
          <a:p>
            <a:r>
              <a:rPr lang="en-US"/>
              <a:t>Project and Product Strategy Office / Public Projects | Proposal Prioritization/ Maria L-Miskimin | INTERNAL</a:t>
            </a:r>
          </a:p>
        </p:txBody>
      </p:sp>
      <p:sp>
        <p:nvSpPr>
          <p:cNvPr id="4" name="Slide Number Placeholder 3">
            <a:extLst>
              <a:ext uri="{FF2B5EF4-FFF2-40B4-BE49-F238E27FC236}">
                <a16:creationId xmlns:a16="http://schemas.microsoft.com/office/drawing/2014/main" id="{F7EA8A3F-78D7-35CC-33EE-60F0FECCE26F}"/>
              </a:ext>
            </a:extLst>
          </p:cNvPr>
          <p:cNvSpPr>
            <a:spLocks noGrp="1"/>
          </p:cNvSpPr>
          <p:nvPr>
            <p:ph type="sldNum" sz="quarter" idx="12"/>
          </p:nvPr>
        </p:nvSpPr>
        <p:spPr/>
        <p:txBody>
          <a:bodyPr/>
          <a:lstStyle/>
          <a:p>
            <a:fld id="{F4BB9EDD-1740-4E4A-8601-A7D0893F42E6}" type="slidenum">
              <a:rPr lang="en-US" smtClean="0"/>
              <a:pPr/>
              <a:t>8</a:t>
            </a:fld>
            <a:endParaRPr lang="en-US"/>
          </a:p>
        </p:txBody>
      </p:sp>
      <p:sp>
        <p:nvSpPr>
          <p:cNvPr id="12" name="Text Placeholder 11">
            <a:extLst>
              <a:ext uri="{FF2B5EF4-FFF2-40B4-BE49-F238E27FC236}">
                <a16:creationId xmlns:a16="http://schemas.microsoft.com/office/drawing/2014/main" id="{0594EBD0-E8BF-7015-FD70-43469D329305}"/>
              </a:ext>
            </a:extLst>
          </p:cNvPr>
          <p:cNvSpPr>
            <a:spLocks noGrp="1"/>
          </p:cNvSpPr>
          <p:nvPr>
            <p:ph type="body" sz="quarter" idx="21"/>
          </p:nvPr>
        </p:nvSpPr>
        <p:spPr/>
        <p:txBody>
          <a:bodyPr/>
          <a:lstStyle/>
          <a:p>
            <a:endParaRPr lang="en-US"/>
          </a:p>
        </p:txBody>
      </p:sp>
      <p:pic>
        <p:nvPicPr>
          <p:cNvPr id="13" name="Picture 12">
            <a:extLst>
              <a:ext uri="{FF2B5EF4-FFF2-40B4-BE49-F238E27FC236}">
                <a16:creationId xmlns:a16="http://schemas.microsoft.com/office/drawing/2014/main" id="{CDA2738B-E4ED-14B4-6674-4023326D96AD}"/>
              </a:ext>
            </a:extLst>
          </p:cNvPr>
          <p:cNvPicPr>
            <a:picLocks noChangeAspect="1"/>
          </p:cNvPicPr>
          <p:nvPr/>
        </p:nvPicPr>
        <p:blipFill>
          <a:blip r:embed="rId2"/>
          <a:stretch>
            <a:fillRect/>
          </a:stretch>
        </p:blipFill>
        <p:spPr>
          <a:xfrm>
            <a:off x="6833300" y="223567"/>
            <a:ext cx="5358700" cy="3594519"/>
          </a:xfrm>
          <a:prstGeom prst="rect">
            <a:avLst/>
          </a:prstGeom>
        </p:spPr>
      </p:pic>
      <p:pic>
        <p:nvPicPr>
          <p:cNvPr id="1026" name="Picture 2">
            <a:extLst>
              <a:ext uri="{FF2B5EF4-FFF2-40B4-BE49-F238E27FC236}">
                <a16:creationId xmlns:a16="http://schemas.microsoft.com/office/drawing/2014/main" id="{3B1C2B78-16AA-285D-B30F-1F315F4351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6657" y="3818086"/>
            <a:ext cx="5264152" cy="3271646"/>
          </a:xfrm>
          <a:prstGeom prst="rect">
            <a:avLst/>
          </a:prstGeom>
          <a:noFill/>
          <a:extLst>
            <a:ext uri="{909E8E84-426E-40DD-AFC4-6F175D3DCCD1}">
              <a14:hiddenFill xmlns:a14="http://schemas.microsoft.com/office/drawing/2010/main">
                <a:solidFill>
                  <a:srgbClr val="FFFFFF"/>
                </a:solidFill>
              </a14:hiddenFill>
            </a:ext>
          </a:extLst>
        </p:spPr>
      </p:pic>
      <p:sp>
        <p:nvSpPr>
          <p:cNvPr id="8" name="Title 9">
            <a:extLst>
              <a:ext uri="{FF2B5EF4-FFF2-40B4-BE49-F238E27FC236}">
                <a16:creationId xmlns:a16="http://schemas.microsoft.com/office/drawing/2014/main" id="{B3C2B266-6B3F-C832-684E-9C90AE2B6B0B}"/>
              </a:ext>
            </a:extLst>
          </p:cNvPr>
          <p:cNvSpPr txBox="1">
            <a:spLocks/>
          </p:cNvSpPr>
          <p:nvPr/>
        </p:nvSpPr>
        <p:spPr>
          <a:xfrm>
            <a:off x="828945" y="3420420"/>
            <a:ext cx="5681724" cy="397666"/>
          </a:xfrm>
          <a:prstGeom prst="rect">
            <a:avLst/>
          </a:prstGeom>
        </p:spPr>
        <p:txBody>
          <a:bodyPr vert="horz" wrap="square" lIns="0" tIns="45720" rIns="91440" bIns="0" rtlCol="0" anchor="b" anchorCtr="0">
            <a:noAutofit/>
          </a:bodyPr>
          <a:lstStyle>
            <a:lvl1pPr algn="l" defTabSz="967710" rtl="0" eaLnBrk="1" latinLnBrk="0" hangingPunct="1">
              <a:lnSpc>
                <a:spcPct val="100000"/>
              </a:lnSpc>
              <a:spcBef>
                <a:spcPct val="0"/>
              </a:spcBef>
              <a:buNone/>
              <a:defRPr lang="en-US" sz="2400" b="0" kern="1200">
                <a:solidFill>
                  <a:schemeClr val="tx1"/>
                </a:solidFill>
                <a:latin typeface="+mj-lt"/>
                <a:ea typeface="+mj-ea"/>
                <a:cs typeface="+mn-cs"/>
              </a:defRPr>
            </a:lvl1pPr>
          </a:lstStyle>
          <a:p>
            <a:endParaRPr lang="sv-SE"/>
          </a:p>
        </p:txBody>
      </p:sp>
      <p:sp>
        <p:nvSpPr>
          <p:cNvPr id="9" name="Text Placeholder 6">
            <a:extLst>
              <a:ext uri="{FF2B5EF4-FFF2-40B4-BE49-F238E27FC236}">
                <a16:creationId xmlns:a16="http://schemas.microsoft.com/office/drawing/2014/main" id="{5A000CF3-6683-2404-A1C7-7DBCD9C0E462}"/>
              </a:ext>
            </a:extLst>
          </p:cNvPr>
          <p:cNvSpPr txBox="1">
            <a:spLocks/>
          </p:cNvSpPr>
          <p:nvPr/>
        </p:nvSpPr>
        <p:spPr>
          <a:xfrm>
            <a:off x="806351" y="1324455"/>
            <a:ext cx="5704317" cy="4643819"/>
          </a:xfrm>
          <a:prstGeom prst="rect">
            <a:avLst/>
          </a:prstGeom>
        </p:spPr>
        <p:txBody>
          <a:bodyPr vert="horz" lIns="0" tIns="45720" rIns="91440" bIns="45720" rtlCol="0">
            <a:noAutofit/>
          </a:bodyPr>
          <a:lstStyle>
            <a:lvl1pPr marL="0" indent="0" algn="l" defTabSz="967710" rtl="0" eaLnBrk="1" fontAlgn="base" latinLnBrk="0" hangingPunct="1">
              <a:lnSpc>
                <a:spcPct val="120000"/>
              </a:lnSpc>
              <a:spcBef>
                <a:spcPts val="952"/>
              </a:spcBef>
              <a:spcAft>
                <a:spcPts val="0"/>
              </a:spcAft>
              <a:buClr>
                <a:schemeClr val="accent1"/>
              </a:buClr>
              <a:buFontTx/>
              <a:buNone/>
              <a:defRPr lang="en-US" sz="1400" kern="1200">
                <a:solidFill>
                  <a:schemeClr val="tx1"/>
                </a:solidFill>
                <a:latin typeface="+mn-lt"/>
                <a:ea typeface="Volvo Broad Pro" panose="02000606020000020004" pitchFamily="50" charset="0"/>
                <a:cs typeface="+mn-cs"/>
              </a:defRPr>
            </a:lvl1pPr>
            <a:lvl2pPr marL="163513" indent="0" algn="l" defTabSz="967710" rtl="0" eaLnBrk="1" latinLnBrk="0" hangingPunct="1">
              <a:lnSpc>
                <a:spcPct val="114000"/>
              </a:lnSpc>
              <a:spcBef>
                <a:spcPts val="952"/>
              </a:spcBef>
              <a:spcAft>
                <a:spcPts val="0"/>
              </a:spcAft>
              <a:buClr>
                <a:schemeClr val="accent1"/>
              </a:buClr>
              <a:buFontTx/>
              <a:buNone/>
              <a:defRPr sz="1200" kern="1200">
                <a:solidFill>
                  <a:schemeClr val="tx1"/>
                </a:solidFill>
                <a:latin typeface="+mn-lt"/>
                <a:ea typeface="Volvo Broad Pro" panose="02000606020000020004" pitchFamily="50" charset="0"/>
                <a:cs typeface="+mn-cs"/>
              </a:defRPr>
            </a:lvl2pPr>
            <a:lvl3pPr marL="339725" indent="0" algn="l" defTabSz="967710" rtl="0" eaLnBrk="1" fontAlgn="base" latinLnBrk="0" hangingPunct="1">
              <a:lnSpc>
                <a:spcPct val="114000"/>
              </a:lnSpc>
              <a:spcBef>
                <a:spcPts val="952"/>
              </a:spcBef>
              <a:spcAft>
                <a:spcPts val="0"/>
              </a:spcAft>
              <a:buClr>
                <a:schemeClr val="accent1"/>
              </a:buClr>
              <a:buSzPct val="90000"/>
              <a:buFont typeface="Arial" panose="020B0604020202020204" pitchFamily="34" charset="0"/>
              <a:buNone/>
              <a:defRPr lang="en-US" sz="1200" kern="1200">
                <a:solidFill>
                  <a:schemeClr val="tx1"/>
                </a:solidFill>
                <a:latin typeface="+mn-lt"/>
                <a:ea typeface="Volvo Broad Pro" panose="02000606020000020004" pitchFamily="50" charset="0"/>
                <a:cs typeface="+mn-cs"/>
              </a:defRPr>
            </a:lvl3pPr>
            <a:lvl4pPr marL="598488" indent="-134938"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4pPr>
            <a:lvl5pPr marL="730250" indent="-123825"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5pPr>
            <a:lvl6pPr marL="266120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6pPr>
            <a:lvl7pPr marL="3145056"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7pPr>
            <a:lvl8pPr marL="362891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8pPr>
            <a:lvl9pPr marL="4112765"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9pPr>
          </a:lstStyle>
          <a:p>
            <a:pPr lvl="0">
              <a:spcBef>
                <a:spcPts val="600"/>
              </a:spcBef>
              <a:buClr>
                <a:srgbClr val="53565A"/>
              </a:buClr>
              <a:defRPr/>
            </a:pPr>
            <a:r>
              <a:rPr lang="en-US">
                <a:solidFill>
                  <a:srgbClr val="000000"/>
                </a:solidFill>
                <a:latin typeface="Volvo Novum"/>
                <a:cs typeface="Arial"/>
              </a:rPr>
              <a:t>Project </a:t>
            </a:r>
            <a:r>
              <a:rPr lang="en-US" err="1">
                <a:solidFill>
                  <a:srgbClr val="000000"/>
                </a:solidFill>
                <a:latin typeface="Volvo Novum"/>
                <a:cs typeface="Arial"/>
              </a:rPr>
              <a:t>CoTWIN</a:t>
            </a:r>
            <a:r>
              <a:rPr lang="en-US">
                <a:solidFill>
                  <a:srgbClr val="000000"/>
                </a:solidFill>
                <a:latin typeface="Volvo Novum"/>
                <a:cs typeface="Arial"/>
              </a:rPr>
              <a:t> will develop and demonstrate an edge compute platform enabling low latency, low cost, high performance compute and secure data/information sharing from/to e.g. Vehicles, road infrastructure and other logistics data sources</a:t>
            </a:r>
            <a:r>
              <a:rPr lang="sv-SE">
                <a:solidFill>
                  <a:srgbClr val="000000"/>
                </a:solidFill>
                <a:latin typeface="Volvo Novum"/>
                <a:cs typeface="Arial"/>
              </a:rPr>
              <a:t>. The system </a:t>
            </a:r>
            <a:r>
              <a:rPr lang="en-US">
                <a:solidFill>
                  <a:srgbClr val="000000"/>
                </a:solidFill>
                <a:latin typeface="Volvo Novum"/>
                <a:cs typeface="Arial"/>
              </a:rPr>
              <a:t>combines future telecom infrastructure capabilities (edge compute) from Ericsson and Telia with state-of-the art secure data sharing technology provided by </a:t>
            </a:r>
            <a:r>
              <a:rPr lang="en-US" err="1">
                <a:solidFill>
                  <a:srgbClr val="000000"/>
                </a:solidFill>
                <a:latin typeface="Volvo Novum"/>
                <a:cs typeface="Arial"/>
              </a:rPr>
              <a:t>CanaryBit</a:t>
            </a:r>
            <a:r>
              <a:rPr lang="en-US">
                <a:solidFill>
                  <a:srgbClr val="000000"/>
                </a:solidFill>
                <a:latin typeface="Volvo Novum"/>
                <a:cs typeface="Arial"/>
              </a:rPr>
              <a:t> and sensor data collected from Volvo Group vehicles.</a:t>
            </a:r>
          </a:p>
          <a:p>
            <a:pPr lvl="0">
              <a:spcBef>
                <a:spcPts val="600"/>
              </a:spcBef>
              <a:buClr>
                <a:srgbClr val="53565A"/>
              </a:buClr>
              <a:defRPr/>
            </a:pPr>
            <a:r>
              <a:rPr lang="en-US">
                <a:solidFill>
                  <a:srgbClr val="000000"/>
                </a:solidFill>
                <a:latin typeface="Volvo Novum"/>
                <a:cs typeface="Arial"/>
              </a:rPr>
              <a:t>The pictures to the right give a simplified overview of the solution</a:t>
            </a:r>
          </a:p>
          <a:p>
            <a:pPr lvl="0">
              <a:spcBef>
                <a:spcPts val="600"/>
              </a:spcBef>
              <a:buClr>
                <a:srgbClr val="53565A"/>
              </a:buClr>
              <a:defRPr/>
            </a:pPr>
            <a:r>
              <a:rPr lang="en-US">
                <a:solidFill>
                  <a:srgbClr val="000000"/>
                </a:solidFill>
                <a:latin typeface="Volvo Novum"/>
                <a:cs typeface="Arial"/>
              </a:rPr>
              <a:t>In the project file </a:t>
            </a:r>
            <a:r>
              <a:rPr lang="en-US">
                <a:solidFill>
                  <a:srgbClr val="000000"/>
                </a:solidFill>
                <a:latin typeface="Volvo Novum"/>
                <a:cs typeface="Arial"/>
                <a:hlinkClick r:id="rId4"/>
              </a:rPr>
              <a:t>general</a:t>
            </a:r>
            <a:r>
              <a:rPr lang="en-US">
                <a:solidFill>
                  <a:srgbClr val="000000"/>
                </a:solidFill>
                <a:latin typeface="Volvo Novum"/>
                <a:cs typeface="Arial"/>
              </a:rPr>
              <a:t> you can find more detailed solution descriptions.</a:t>
            </a:r>
          </a:p>
          <a:p>
            <a:pPr lvl="0">
              <a:spcBef>
                <a:spcPts val="600"/>
              </a:spcBef>
              <a:buClr>
                <a:srgbClr val="53565A"/>
              </a:buClr>
              <a:defRPr/>
            </a:pPr>
            <a:endParaRPr lang="en-US">
              <a:solidFill>
                <a:srgbClr val="000000"/>
              </a:solidFill>
              <a:latin typeface="Volvo Novum"/>
              <a:cs typeface="Arial"/>
            </a:endParaRPr>
          </a:p>
          <a:p>
            <a:pPr lvl="0">
              <a:spcBef>
                <a:spcPts val="600"/>
              </a:spcBef>
              <a:buClr>
                <a:srgbClr val="53565A"/>
              </a:buClr>
              <a:defRPr/>
            </a:pPr>
            <a:endParaRPr lang="en-US">
              <a:solidFill>
                <a:srgbClr val="000000"/>
              </a:solidFill>
              <a:latin typeface="Volvo Novum"/>
              <a:cs typeface="Arial"/>
            </a:endParaRPr>
          </a:p>
        </p:txBody>
      </p:sp>
    </p:spTree>
    <p:extLst>
      <p:ext uri="{BB962C8B-B14F-4D97-AF65-F5344CB8AC3E}">
        <p14:creationId xmlns:p14="http://schemas.microsoft.com/office/powerpoint/2010/main" val="2605414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nodePh="1">
                                  <p:stCondLst>
                                    <p:cond delay="0"/>
                                  </p:stCondLst>
                                  <p:endCondLst>
                                    <p:cond evt="begin" delay="0">
                                      <p:tn val="7"/>
                                    </p:cond>
                                  </p:end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1F3F2B8B-89F4-A005-059F-2E4EE0F3121E}"/>
              </a:ext>
            </a:extLst>
          </p:cNvPr>
          <p:cNvSpPr>
            <a:spLocks noGrp="1"/>
          </p:cNvSpPr>
          <p:nvPr>
            <p:ph type="body" sz="quarter" idx="13"/>
          </p:nvPr>
        </p:nvSpPr>
        <p:spPr/>
        <p:txBody>
          <a:bodyPr/>
          <a:lstStyle/>
          <a:p>
            <a:endParaRPr lang="en-US"/>
          </a:p>
        </p:txBody>
      </p:sp>
      <p:sp>
        <p:nvSpPr>
          <p:cNvPr id="5" name="Date Placeholder 4">
            <a:extLst>
              <a:ext uri="{FF2B5EF4-FFF2-40B4-BE49-F238E27FC236}">
                <a16:creationId xmlns:a16="http://schemas.microsoft.com/office/drawing/2014/main" id="{542FFA05-9364-E660-6811-EE3451E8EF53}"/>
              </a:ext>
            </a:extLst>
          </p:cNvPr>
          <p:cNvSpPr>
            <a:spLocks noGrp="1"/>
          </p:cNvSpPr>
          <p:nvPr>
            <p:ph type="dt" sz="half" idx="10"/>
          </p:nvPr>
        </p:nvSpPr>
        <p:spPr/>
        <p:txBody>
          <a:bodyPr/>
          <a:lstStyle/>
          <a:p>
            <a:fld id="{58568E77-7A0B-413D-AB20-9B6F0C98E0B7}" type="datetime3">
              <a:rPr lang="en-US" smtClean="0"/>
              <a:t>26 August 2025</a:t>
            </a:fld>
            <a:endParaRPr lang="en-US"/>
          </a:p>
        </p:txBody>
      </p:sp>
      <p:sp>
        <p:nvSpPr>
          <p:cNvPr id="6" name="Footer Placeholder 5">
            <a:extLst>
              <a:ext uri="{FF2B5EF4-FFF2-40B4-BE49-F238E27FC236}">
                <a16:creationId xmlns:a16="http://schemas.microsoft.com/office/drawing/2014/main" id="{98078944-9E2F-0789-12AB-3B34D0D0AEED}"/>
              </a:ext>
            </a:extLst>
          </p:cNvPr>
          <p:cNvSpPr>
            <a:spLocks noGrp="1"/>
          </p:cNvSpPr>
          <p:nvPr>
            <p:ph type="ftr" sz="quarter" idx="11"/>
          </p:nvPr>
        </p:nvSpPr>
        <p:spPr/>
        <p:txBody>
          <a:bodyPr/>
          <a:lstStyle/>
          <a:p>
            <a:r>
              <a:rPr lang="en-US"/>
              <a:t>Project and Product Strategy Office / Public Projects | Proposal Prioritization/ Maria L-Miskimin | INTERNAL</a:t>
            </a:r>
          </a:p>
        </p:txBody>
      </p:sp>
      <p:sp>
        <p:nvSpPr>
          <p:cNvPr id="7" name="Slide Number Placeholder 6">
            <a:extLst>
              <a:ext uri="{FF2B5EF4-FFF2-40B4-BE49-F238E27FC236}">
                <a16:creationId xmlns:a16="http://schemas.microsoft.com/office/drawing/2014/main" id="{E5130DAF-F0D2-ACF6-A3B7-2DF718D12E3A}"/>
              </a:ext>
            </a:extLst>
          </p:cNvPr>
          <p:cNvSpPr>
            <a:spLocks noGrp="1"/>
          </p:cNvSpPr>
          <p:nvPr>
            <p:ph type="sldNum" sz="quarter" idx="12"/>
          </p:nvPr>
        </p:nvSpPr>
        <p:spPr/>
        <p:txBody>
          <a:bodyPr/>
          <a:lstStyle/>
          <a:p>
            <a:fld id="{F4BB9EDD-1740-4E4A-8601-A7D0893F42E6}" type="slidenum">
              <a:rPr lang="en-US" smtClean="0"/>
              <a:pPr/>
              <a:t>9</a:t>
            </a:fld>
            <a:endParaRPr lang="en-US"/>
          </a:p>
        </p:txBody>
      </p:sp>
      <p:sp>
        <p:nvSpPr>
          <p:cNvPr id="10" name="Title 9">
            <a:extLst>
              <a:ext uri="{FF2B5EF4-FFF2-40B4-BE49-F238E27FC236}">
                <a16:creationId xmlns:a16="http://schemas.microsoft.com/office/drawing/2014/main" id="{411A2AAC-D93B-5C51-43DF-57F5453A5E72}"/>
              </a:ext>
            </a:extLst>
          </p:cNvPr>
          <p:cNvSpPr>
            <a:spLocks noGrp="1"/>
          </p:cNvSpPr>
          <p:nvPr>
            <p:ph type="title"/>
          </p:nvPr>
        </p:nvSpPr>
        <p:spPr/>
        <p:txBody>
          <a:bodyPr/>
          <a:lstStyle/>
          <a:p>
            <a:endParaRPr lang="en-US"/>
          </a:p>
        </p:txBody>
      </p:sp>
      <p:sp>
        <p:nvSpPr>
          <p:cNvPr id="12" name="Text Placeholder 11">
            <a:extLst>
              <a:ext uri="{FF2B5EF4-FFF2-40B4-BE49-F238E27FC236}">
                <a16:creationId xmlns:a16="http://schemas.microsoft.com/office/drawing/2014/main" id="{986174A1-E9A6-6CC8-169E-156228505AF6}"/>
              </a:ext>
            </a:extLst>
          </p:cNvPr>
          <p:cNvSpPr>
            <a:spLocks noGrp="1"/>
          </p:cNvSpPr>
          <p:nvPr>
            <p:ph type="body" sz="quarter" idx="14"/>
          </p:nvPr>
        </p:nvSpPr>
        <p:spPr/>
        <p:txBody>
          <a:bodyPr/>
          <a:lstStyle/>
          <a:p>
            <a:endParaRPr lang="en-US"/>
          </a:p>
        </p:txBody>
      </p:sp>
      <p:sp>
        <p:nvSpPr>
          <p:cNvPr id="13" name="Text Placeholder 12">
            <a:extLst>
              <a:ext uri="{FF2B5EF4-FFF2-40B4-BE49-F238E27FC236}">
                <a16:creationId xmlns:a16="http://schemas.microsoft.com/office/drawing/2014/main" id="{363D6B69-6259-E1D1-8A0E-C41595A1C631}"/>
              </a:ext>
            </a:extLst>
          </p:cNvPr>
          <p:cNvSpPr>
            <a:spLocks noGrp="1"/>
          </p:cNvSpPr>
          <p:nvPr>
            <p:ph type="body" sz="quarter" idx="21"/>
          </p:nvPr>
        </p:nvSpPr>
        <p:spPr/>
        <p:txBody>
          <a:bodyPr/>
          <a:lstStyle/>
          <a:p>
            <a:endParaRPr lang="en-US"/>
          </a:p>
        </p:txBody>
      </p:sp>
      <p:pic>
        <p:nvPicPr>
          <p:cNvPr id="27" name="Picture 26">
            <a:extLst>
              <a:ext uri="{FF2B5EF4-FFF2-40B4-BE49-F238E27FC236}">
                <a16:creationId xmlns:a16="http://schemas.microsoft.com/office/drawing/2014/main" id="{E52CA758-EF47-52EE-164C-33FBCF8BAEC9}"/>
              </a:ext>
            </a:extLst>
          </p:cNvPr>
          <p:cNvPicPr>
            <a:picLocks noChangeAspect="1"/>
          </p:cNvPicPr>
          <p:nvPr/>
        </p:nvPicPr>
        <p:blipFill>
          <a:blip r:embed="rId2"/>
          <a:stretch>
            <a:fillRect/>
          </a:stretch>
        </p:blipFill>
        <p:spPr>
          <a:xfrm>
            <a:off x="766763" y="1852121"/>
            <a:ext cx="4458380" cy="4267726"/>
          </a:xfrm>
          <a:prstGeom prst="rect">
            <a:avLst/>
          </a:prstGeom>
        </p:spPr>
      </p:pic>
      <p:pic>
        <p:nvPicPr>
          <p:cNvPr id="29" name="Picture 28">
            <a:extLst>
              <a:ext uri="{FF2B5EF4-FFF2-40B4-BE49-F238E27FC236}">
                <a16:creationId xmlns:a16="http://schemas.microsoft.com/office/drawing/2014/main" id="{EF916997-1751-2C8B-C4BC-54A745436EF4}"/>
              </a:ext>
            </a:extLst>
          </p:cNvPr>
          <p:cNvPicPr>
            <a:picLocks noChangeAspect="1"/>
          </p:cNvPicPr>
          <p:nvPr/>
        </p:nvPicPr>
        <p:blipFill>
          <a:blip r:embed="rId3"/>
          <a:stretch>
            <a:fillRect/>
          </a:stretch>
        </p:blipFill>
        <p:spPr>
          <a:xfrm>
            <a:off x="6400801" y="634511"/>
            <a:ext cx="4832510" cy="5459630"/>
          </a:xfrm>
          <a:prstGeom prst="rect">
            <a:avLst/>
          </a:prstGeom>
        </p:spPr>
      </p:pic>
    </p:spTree>
    <p:extLst>
      <p:ext uri="{BB962C8B-B14F-4D97-AF65-F5344CB8AC3E}">
        <p14:creationId xmlns:p14="http://schemas.microsoft.com/office/powerpoint/2010/main" val="1230763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E4F5E-B550-ADE8-D678-4017A32718B6}"/>
              </a:ext>
            </a:extLst>
          </p:cNvPr>
          <p:cNvSpPr>
            <a:spLocks noGrp="1"/>
          </p:cNvSpPr>
          <p:nvPr>
            <p:ph type="title"/>
          </p:nvPr>
        </p:nvSpPr>
        <p:spPr>
          <a:xfrm>
            <a:off x="766763" y="967048"/>
            <a:ext cx="8986837" cy="760152"/>
          </a:xfrm>
        </p:spPr>
        <p:txBody>
          <a:bodyPr/>
          <a:lstStyle/>
          <a:p>
            <a:r>
              <a:rPr lang="sv-SE"/>
              <a:t>Use cases for vehicle streamed data </a:t>
            </a:r>
            <a:br>
              <a:rPr lang="sv-SE"/>
            </a:br>
            <a:r>
              <a:rPr lang="sv-SE" sz="1800" b="0"/>
              <a:t>General not necessarily Volvo investments</a:t>
            </a:r>
            <a:endParaRPr lang="en-US" b="0"/>
          </a:p>
        </p:txBody>
      </p:sp>
      <p:sp>
        <p:nvSpPr>
          <p:cNvPr id="3" name="Content Placeholder 2">
            <a:extLst>
              <a:ext uri="{FF2B5EF4-FFF2-40B4-BE49-F238E27FC236}">
                <a16:creationId xmlns:a16="http://schemas.microsoft.com/office/drawing/2014/main" id="{7CAFC68F-3FC6-3ED9-B7F4-45CC6019ABF8}"/>
              </a:ext>
            </a:extLst>
          </p:cNvPr>
          <p:cNvSpPr>
            <a:spLocks noGrp="1"/>
          </p:cNvSpPr>
          <p:nvPr>
            <p:ph idx="1"/>
          </p:nvPr>
        </p:nvSpPr>
        <p:spPr>
          <a:xfrm>
            <a:off x="766763" y="1828800"/>
            <a:ext cx="10349970" cy="4394199"/>
          </a:xfrm>
        </p:spPr>
        <p:txBody>
          <a:bodyPr>
            <a:normAutofit/>
          </a:bodyPr>
          <a:lstStyle/>
          <a:p>
            <a:r>
              <a:rPr lang="en-US" sz="1200"/>
              <a:t>First responder – Today research is done with drones as first responder why not Vehicles? Simply share Front Looking Camera (FLC) streams</a:t>
            </a:r>
          </a:p>
          <a:p>
            <a:r>
              <a:rPr lang="en-US" sz="1200"/>
              <a:t>Live Parking status – Today searching for parking is one of the main contributors to congestions? Use FLC and CMS streams to analyze parking situation especially along roadside.</a:t>
            </a:r>
          </a:p>
          <a:p>
            <a:r>
              <a:rPr lang="en-US" sz="1200"/>
              <a:t>Live Traffic Look ahead - Use video streams from vehicle in front of you in order to see what is coming. E.g. see through a truck with trailer or see traffic situation x km ahead of you. Volvo can prepare the sending and receiving of this type of streams. The edge compute system takes away any GDPR data (number plates </a:t>
            </a:r>
            <a:r>
              <a:rPr lang="en-US" sz="1200" err="1"/>
              <a:t>etc</a:t>
            </a:r>
            <a:r>
              <a:rPr lang="en-US" sz="1200"/>
              <a:t>…)</a:t>
            </a:r>
          </a:p>
          <a:p>
            <a:r>
              <a:rPr lang="en-US" sz="1200"/>
              <a:t>Traffic light control optimized on best flow for energy utilization. E.g. Greenlight in perfect time for heavy duty trucks </a:t>
            </a:r>
          </a:p>
          <a:p>
            <a:r>
              <a:rPr lang="en-US" sz="1200"/>
              <a:t>HD map creation or continuous validation for ADAS/autonomous solutions – Huge amount of data available compared to specific logging vehicles… </a:t>
            </a:r>
          </a:p>
          <a:p>
            <a:r>
              <a:rPr lang="en-US" sz="1200" i="1"/>
              <a:t>Requirement discovery for 6G?</a:t>
            </a:r>
          </a:p>
          <a:p>
            <a:r>
              <a:rPr lang="en-US" sz="1200"/>
              <a:t>Create a “prosumer” business ecosystem with credits. If you share you can get paid. If you want to use “traffic Look ahead” you pay with this currency…..</a:t>
            </a:r>
          </a:p>
          <a:p>
            <a:endParaRPr lang="en-US" sz="1200" i="1"/>
          </a:p>
        </p:txBody>
      </p:sp>
    </p:spTree>
    <p:extLst>
      <p:ext uri="{BB962C8B-B14F-4D97-AF65-F5344CB8AC3E}">
        <p14:creationId xmlns:p14="http://schemas.microsoft.com/office/powerpoint/2010/main" val="3326125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F289A-A125-C1B3-E6A3-1DC11F7ED3AA}"/>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305BB189-D0F5-E788-17D9-64244B8A9F35}"/>
              </a:ext>
            </a:extLst>
          </p:cNvPr>
          <p:cNvSpPr>
            <a:spLocks noGrp="1"/>
          </p:cNvSpPr>
          <p:nvPr>
            <p:ph type="body" sz="quarter" idx="13"/>
          </p:nvPr>
        </p:nvSpPr>
        <p:spPr/>
        <p:txBody>
          <a:bodyPr vert="horz" lIns="144000" tIns="45720" rIns="144000" bIns="45720" rtlCol="0" anchor="t">
            <a:noAutofit/>
          </a:bodyPr>
          <a:lstStyle/>
          <a:p>
            <a:r>
              <a:rPr lang="en-US"/>
              <a:t>Logistic flow optimization – Logistic efficiency is one of society's major inefficiencies today. E.g. Construction logistics has no improved over the last decades. Use FLC or any other cameras to analyze sites like building or road construction of logistic flow sites, for municipals or road authorities any type of  crossroads or even event triggered streams/</a:t>
            </a:r>
            <a:r>
              <a:rPr lang="en-US" err="1"/>
              <a:t>loggs</a:t>
            </a:r>
            <a:r>
              <a:rPr lang="en-US"/>
              <a:t>.</a:t>
            </a:r>
          </a:p>
          <a:p>
            <a:r>
              <a:rPr lang="en-US" i="1"/>
              <a:t>Edge compute to improve performance and decrease cost etc. for Teleoperations…</a:t>
            </a:r>
          </a:p>
          <a:p>
            <a:pPr marL="155448" indent="-155448" algn="l" rtl="0" eaLnBrk="1" latinLnBrk="0" hangingPunct="1">
              <a:lnSpc>
                <a:spcPct val="114000"/>
              </a:lnSpc>
              <a:spcBef>
                <a:spcPts val="952"/>
              </a:spcBef>
              <a:buFont typeface="Arial" panose="020B0604020202020204" pitchFamily="34" charset="0"/>
              <a:buChar char="•"/>
            </a:pPr>
            <a:endParaRPr lang="en-US"/>
          </a:p>
        </p:txBody>
      </p:sp>
      <p:sp>
        <p:nvSpPr>
          <p:cNvPr id="4" name="Date Placeholder 3">
            <a:extLst>
              <a:ext uri="{FF2B5EF4-FFF2-40B4-BE49-F238E27FC236}">
                <a16:creationId xmlns:a16="http://schemas.microsoft.com/office/drawing/2014/main" id="{7FB6DF99-1BFE-6E2C-D482-AA2AF8691DD4}"/>
              </a:ext>
            </a:extLst>
          </p:cNvPr>
          <p:cNvSpPr>
            <a:spLocks noGrp="1"/>
          </p:cNvSpPr>
          <p:nvPr>
            <p:ph type="dt" sz="half" idx="10"/>
          </p:nvPr>
        </p:nvSpPr>
        <p:spPr/>
        <p:txBody>
          <a:bodyPr/>
          <a:lstStyle/>
          <a:p>
            <a:fld id="{09832D36-21DC-497F-8721-1CD3036E1DC1}" type="datetime1">
              <a:rPr lang="sv-SE" smtClean="0"/>
              <a:t>2025-08-26</a:t>
            </a:fld>
            <a:endParaRPr lang="en-US"/>
          </a:p>
        </p:txBody>
      </p:sp>
      <p:sp>
        <p:nvSpPr>
          <p:cNvPr id="7" name="Footer Placeholder 6">
            <a:extLst>
              <a:ext uri="{FF2B5EF4-FFF2-40B4-BE49-F238E27FC236}">
                <a16:creationId xmlns:a16="http://schemas.microsoft.com/office/drawing/2014/main" id="{A4C16C85-CAF4-AF68-652C-EFADB52C91A2}"/>
              </a:ext>
            </a:extLst>
          </p:cNvPr>
          <p:cNvSpPr>
            <a:spLocks noGrp="1"/>
          </p:cNvSpPr>
          <p:nvPr>
            <p:ph type="ftr" sz="quarter" idx="11"/>
          </p:nvPr>
        </p:nvSpPr>
        <p:spPr/>
        <p:txBody>
          <a:bodyPr/>
          <a:lstStyle/>
          <a:p>
            <a:r>
              <a:rPr lang="en-US"/>
              <a:t>BA/GF/TD | Department name | Document name/Issuer | Classification</a:t>
            </a:r>
          </a:p>
        </p:txBody>
      </p:sp>
      <p:sp>
        <p:nvSpPr>
          <p:cNvPr id="2" name="Slide Number Placeholder 1">
            <a:extLst>
              <a:ext uri="{FF2B5EF4-FFF2-40B4-BE49-F238E27FC236}">
                <a16:creationId xmlns:a16="http://schemas.microsoft.com/office/drawing/2014/main" id="{8A502612-1C4F-982E-31F3-466455CC48B1}"/>
              </a:ext>
            </a:extLst>
          </p:cNvPr>
          <p:cNvSpPr>
            <a:spLocks noGrp="1"/>
          </p:cNvSpPr>
          <p:nvPr>
            <p:ph type="sldNum" sz="quarter" idx="12"/>
          </p:nvPr>
        </p:nvSpPr>
        <p:spPr/>
        <p:txBody>
          <a:bodyPr/>
          <a:lstStyle/>
          <a:p>
            <a:fld id="{F4BB9EDD-1740-4E4A-8601-A7D0893F42E6}" type="slidenum">
              <a:rPr lang="en-US" smtClean="0"/>
              <a:pPr/>
              <a:t>11</a:t>
            </a:fld>
            <a:endParaRPr lang="en-US"/>
          </a:p>
        </p:txBody>
      </p:sp>
      <p:sp>
        <p:nvSpPr>
          <p:cNvPr id="6" name="Subtitle 5">
            <a:extLst>
              <a:ext uri="{FF2B5EF4-FFF2-40B4-BE49-F238E27FC236}">
                <a16:creationId xmlns:a16="http://schemas.microsoft.com/office/drawing/2014/main" id="{97B6516B-BCB2-0B4E-36AA-D3281DBF7C00}"/>
              </a:ext>
            </a:extLst>
          </p:cNvPr>
          <p:cNvSpPr>
            <a:spLocks noGrp="1"/>
          </p:cNvSpPr>
          <p:nvPr>
            <p:ph type="body" sz="quarter" idx="14"/>
          </p:nvPr>
        </p:nvSpPr>
        <p:spPr/>
        <p:txBody>
          <a:bodyPr vert="horz" lIns="0" tIns="0" rIns="144000" bIns="45720" rtlCol="0" anchor="t">
            <a:noAutofit/>
          </a:bodyPr>
          <a:lstStyle/>
          <a:p>
            <a:r>
              <a:rPr lang="en-US"/>
              <a:t>for Volvo outside Cotwin project</a:t>
            </a:r>
          </a:p>
        </p:txBody>
      </p:sp>
      <p:sp>
        <p:nvSpPr>
          <p:cNvPr id="5" name="Title 4">
            <a:extLst>
              <a:ext uri="{FF2B5EF4-FFF2-40B4-BE49-F238E27FC236}">
                <a16:creationId xmlns:a16="http://schemas.microsoft.com/office/drawing/2014/main" id="{7F93F165-2BE9-DDF6-2FAD-E91CD8F18CF7}"/>
              </a:ext>
            </a:extLst>
          </p:cNvPr>
          <p:cNvSpPr>
            <a:spLocks noGrp="1"/>
          </p:cNvSpPr>
          <p:nvPr>
            <p:ph type="title"/>
          </p:nvPr>
        </p:nvSpPr>
        <p:spPr/>
        <p:txBody>
          <a:bodyPr/>
          <a:lstStyle/>
          <a:p>
            <a:r>
              <a:rPr lang="en-US"/>
              <a:t>Use cases and opportunities</a:t>
            </a:r>
          </a:p>
        </p:txBody>
      </p:sp>
    </p:spTree>
    <p:extLst>
      <p:ext uri="{BB962C8B-B14F-4D97-AF65-F5344CB8AC3E}">
        <p14:creationId xmlns:p14="http://schemas.microsoft.com/office/powerpoint/2010/main" val="1717967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7138ED-C20F-5B0F-8B62-8077B6A75CD5}"/>
              </a:ext>
            </a:extLst>
          </p:cNvPr>
          <p:cNvSpPr>
            <a:spLocks noGrp="1"/>
          </p:cNvSpPr>
          <p:nvPr>
            <p:ph type="body" sz="quarter" idx="13"/>
          </p:nvPr>
        </p:nvSpPr>
        <p:spPr/>
        <p:txBody>
          <a:bodyPr/>
          <a:lstStyle/>
          <a:p>
            <a:r>
              <a:rPr lang="en-US" sz="1800" b="1">
                <a:solidFill>
                  <a:srgbClr val="000000"/>
                </a:solidFill>
                <a:effectLst/>
                <a:latin typeface="Volvo Novum 3.1"/>
              </a:rPr>
              <a:t>Business models and collaboration:</a:t>
            </a:r>
            <a:r>
              <a:rPr lang="en-US" sz="1800">
                <a:solidFill>
                  <a:srgbClr val="000000"/>
                </a:solidFill>
                <a:effectLst/>
                <a:latin typeface="Volvo Novum 3.1"/>
              </a:rPr>
              <a:t> The project will identify key business challenges and create alternative models to access quality data and enable sustainable monetization of transport data. Raw vehicle data often contains noise and sensitive information that must be cleaned before sharing. Processing data near its source reduces transmission costs and increases value. </a:t>
            </a:r>
            <a:r>
              <a:rPr lang="en-US" sz="1800" err="1">
                <a:solidFill>
                  <a:srgbClr val="000000"/>
                </a:solidFill>
                <a:effectLst/>
                <a:latin typeface="Volvo Novum 3.1"/>
              </a:rPr>
              <a:t>CoTWIN</a:t>
            </a:r>
            <a:r>
              <a:rPr lang="en-US" sz="1800">
                <a:solidFill>
                  <a:srgbClr val="000000"/>
                </a:solidFill>
                <a:effectLst/>
                <a:latin typeface="Volvo Novum 3.1"/>
              </a:rPr>
              <a:t> will test a model where sanitized vehicle data is shared with third parties under fair conditions, generating revenue and improving efficiency. The project will develop technologies to securely process and share data, enhance network and energy efficiency, and improve road and transport system use. Results will be demonstrated in Sweden and potentially scaled internationally, aligning with Sweden’s vision for sustainable road transport and digital infrastructure roadmaps.</a:t>
            </a:r>
            <a:endParaRPr lang="en-US"/>
          </a:p>
        </p:txBody>
      </p:sp>
      <p:sp>
        <p:nvSpPr>
          <p:cNvPr id="3" name="Date Placeholder 2">
            <a:extLst>
              <a:ext uri="{FF2B5EF4-FFF2-40B4-BE49-F238E27FC236}">
                <a16:creationId xmlns:a16="http://schemas.microsoft.com/office/drawing/2014/main" id="{38FD6045-222A-8108-B2EE-146AA3A269AE}"/>
              </a:ext>
            </a:extLst>
          </p:cNvPr>
          <p:cNvSpPr>
            <a:spLocks noGrp="1"/>
          </p:cNvSpPr>
          <p:nvPr>
            <p:ph type="dt" sz="half" idx="10"/>
          </p:nvPr>
        </p:nvSpPr>
        <p:spPr/>
        <p:txBody>
          <a:bodyPr/>
          <a:lstStyle/>
          <a:p>
            <a:fld id="{CEE5D548-A57D-48BC-9857-458A35D1CD15}" type="datetime1">
              <a:rPr lang="sv-SE" smtClean="0"/>
              <a:t>2025-08-26</a:t>
            </a:fld>
            <a:endParaRPr lang="en-US"/>
          </a:p>
        </p:txBody>
      </p:sp>
      <p:sp>
        <p:nvSpPr>
          <p:cNvPr id="4" name="Footer Placeholder 3">
            <a:extLst>
              <a:ext uri="{FF2B5EF4-FFF2-40B4-BE49-F238E27FC236}">
                <a16:creationId xmlns:a16="http://schemas.microsoft.com/office/drawing/2014/main" id="{1C1A2991-E44E-7638-79F6-ADA163356D24}"/>
              </a:ext>
            </a:extLst>
          </p:cNvPr>
          <p:cNvSpPr>
            <a:spLocks noGrp="1"/>
          </p:cNvSpPr>
          <p:nvPr>
            <p:ph type="ftr" sz="quarter" idx="11"/>
          </p:nvPr>
        </p:nvSpPr>
        <p:spPr/>
        <p:txBody>
          <a:bodyPr/>
          <a:lstStyle/>
          <a:p>
            <a:r>
              <a:rPr lang="en-US"/>
              <a:t>BA/GF/TD | Department name | Document name/Issuer | Classification</a:t>
            </a:r>
          </a:p>
        </p:txBody>
      </p:sp>
      <p:sp>
        <p:nvSpPr>
          <p:cNvPr id="5" name="Slide Number Placeholder 4">
            <a:extLst>
              <a:ext uri="{FF2B5EF4-FFF2-40B4-BE49-F238E27FC236}">
                <a16:creationId xmlns:a16="http://schemas.microsoft.com/office/drawing/2014/main" id="{2F5E8284-52D1-5422-4C33-156939F15ABE}"/>
              </a:ext>
            </a:extLst>
          </p:cNvPr>
          <p:cNvSpPr>
            <a:spLocks noGrp="1"/>
          </p:cNvSpPr>
          <p:nvPr>
            <p:ph type="sldNum" sz="quarter" idx="12"/>
          </p:nvPr>
        </p:nvSpPr>
        <p:spPr/>
        <p:txBody>
          <a:bodyPr/>
          <a:lstStyle/>
          <a:p>
            <a:fld id="{F4BB9EDD-1740-4E4A-8601-A7D0893F42E6}" type="slidenum">
              <a:rPr lang="en-US" smtClean="0"/>
              <a:pPr/>
              <a:t>12</a:t>
            </a:fld>
            <a:endParaRPr lang="en-US"/>
          </a:p>
        </p:txBody>
      </p:sp>
      <p:sp>
        <p:nvSpPr>
          <p:cNvPr id="6" name="Text Placeholder 5">
            <a:extLst>
              <a:ext uri="{FF2B5EF4-FFF2-40B4-BE49-F238E27FC236}">
                <a16:creationId xmlns:a16="http://schemas.microsoft.com/office/drawing/2014/main" id="{6FA67685-F477-7003-5044-B70B01E19256}"/>
              </a:ext>
            </a:extLst>
          </p:cNvPr>
          <p:cNvSpPr>
            <a:spLocks noGrp="1"/>
          </p:cNvSpPr>
          <p:nvPr>
            <p:ph type="body" sz="quarter" idx="14"/>
          </p:nvPr>
        </p:nvSpPr>
        <p:spPr/>
        <p:txBody>
          <a:bodyPr/>
          <a:lstStyle/>
          <a:p>
            <a:endParaRPr lang="en-US"/>
          </a:p>
        </p:txBody>
      </p:sp>
      <p:sp>
        <p:nvSpPr>
          <p:cNvPr id="7" name="Title 6">
            <a:extLst>
              <a:ext uri="{FF2B5EF4-FFF2-40B4-BE49-F238E27FC236}">
                <a16:creationId xmlns:a16="http://schemas.microsoft.com/office/drawing/2014/main" id="{576BB37A-03AF-FC29-EDCA-1EE8E1ADF77D}"/>
              </a:ext>
            </a:extLst>
          </p:cNvPr>
          <p:cNvSpPr>
            <a:spLocks noGrp="1"/>
          </p:cNvSpPr>
          <p:nvPr>
            <p:ph type="title"/>
          </p:nvPr>
        </p:nvSpPr>
        <p:spPr/>
        <p:txBody>
          <a:bodyPr/>
          <a:lstStyle/>
          <a:p>
            <a:r>
              <a:rPr lang="en-US"/>
              <a:t>Business models and collaboration</a:t>
            </a:r>
          </a:p>
        </p:txBody>
      </p:sp>
    </p:spTree>
    <p:extLst>
      <p:ext uri="{BB962C8B-B14F-4D97-AF65-F5344CB8AC3E}">
        <p14:creationId xmlns:p14="http://schemas.microsoft.com/office/powerpoint/2010/main" val="1924663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BB681B7-9E83-84C1-AC66-2055334E52F1}"/>
              </a:ext>
            </a:extLst>
          </p:cNvPr>
          <p:cNvSpPr>
            <a:spLocks noGrp="1"/>
          </p:cNvSpPr>
          <p:nvPr>
            <p:ph type="body" sz="quarter" idx="13"/>
          </p:nvPr>
        </p:nvSpPr>
        <p:spPr/>
        <p:txBody>
          <a:bodyPr/>
          <a:lstStyle/>
          <a:p>
            <a:pPr marL="0" indent="0">
              <a:buNone/>
            </a:pPr>
            <a:r>
              <a:rPr lang="en-US" sz="1800">
                <a:solidFill>
                  <a:srgbClr val="000000"/>
                </a:solidFill>
                <a:effectLst/>
                <a:latin typeface="Volvo Novum 3.1"/>
              </a:rPr>
              <a:t>Data sharing is challenging but vital for the growing data economy. Various national and international initiatives, like the EU Data Act and Singapore’s Trusted Data Sharing Framework, aim to promote secure data exchange. However, high legal and regulatory costs, along with fragmented technologies, limit practical deployment. Current solutions lack seamless integration and collaboration needed to optimize operations and share data securely across industries.</a:t>
            </a:r>
            <a:endParaRPr lang="en-US"/>
          </a:p>
        </p:txBody>
      </p:sp>
      <p:sp>
        <p:nvSpPr>
          <p:cNvPr id="3" name="Date Placeholder 2">
            <a:extLst>
              <a:ext uri="{FF2B5EF4-FFF2-40B4-BE49-F238E27FC236}">
                <a16:creationId xmlns:a16="http://schemas.microsoft.com/office/drawing/2014/main" id="{E729206C-9191-857A-F21D-3E756D090088}"/>
              </a:ext>
            </a:extLst>
          </p:cNvPr>
          <p:cNvSpPr>
            <a:spLocks noGrp="1"/>
          </p:cNvSpPr>
          <p:nvPr>
            <p:ph type="dt" sz="half" idx="10"/>
          </p:nvPr>
        </p:nvSpPr>
        <p:spPr/>
        <p:txBody>
          <a:bodyPr/>
          <a:lstStyle/>
          <a:p>
            <a:fld id="{CEE5D548-A57D-48BC-9857-458A35D1CD15}" type="datetime1">
              <a:rPr lang="sv-SE" smtClean="0"/>
              <a:t>2025-08-26</a:t>
            </a:fld>
            <a:endParaRPr lang="en-US"/>
          </a:p>
        </p:txBody>
      </p:sp>
      <p:sp>
        <p:nvSpPr>
          <p:cNvPr id="4" name="Footer Placeholder 3">
            <a:extLst>
              <a:ext uri="{FF2B5EF4-FFF2-40B4-BE49-F238E27FC236}">
                <a16:creationId xmlns:a16="http://schemas.microsoft.com/office/drawing/2014/main" id="{7FA358E1-C262-44F3-A0D2-6F72AE4A6D3B}"/>
              </a:ext>
            </a:extLst>
          </p:cNvPr>
          <p:cNvSpPr>
            <a:spLocks noGrp="1"/>
          </p:cNvSpPr>
          <p:nvPr>
            <p:ph type="ftr" sz="quarter" idx="11"/>
          </p:nvPr>
        </p:nvSpPr>
        <p:spPr/>
        <p:txBody>
          <a:bodyPr/>
          <a:lstStyle/>
          <a:p>
            <a:r>
              <a:rPr lang="en-US"/>
              <a:t>BA/GF/TD | Department name | Document name/Issuer | Classification</a:t>
            </a:r>
          </a:p>
        </p:txBody>
      </p:sp>
      <p:sp>
        <p:nvSpPr>
          <p:cNvPr id="5" name="Slide Number Placeholder 4">
            <a:extLst>
              <a:ext uri="{FF2B5EF4-FFF2-40B4-BE49-F238E27FC236}">
                <a16:creationId xmlns:a16="http://schemas.microsoft.com/office/drawing/2014/main" id="{252B6DD0-5193-4AC9-E566-B895CC3F73BE}"/>
              </a:ext>
            </a:extLst>
          </p:cNvPr>
          <p:cNvSpPr>
            <a:spLocks noGrp="1"/>
          </p:cNvSpPr>
          <p:nvPr>
            <p:ph type="sldNum" sz="quarter" idx="12"/>
          </p:nvPr>
        </p:nvSpPr>
        <p:spPr/>
        <p:txBody>
          <a:bodyPr/>
          <a:lstStyle/>
          <a:p>
            <a:fld id="{F4BB9EDD-1740-4E4A-8601-A7D0893F42E6}" type="slidenum">
              <a:rPr lang="en-US" smtClean="0"/>
              <a:pPr/>
              <a:t>13</a:t>
            </a:fld>
            <a:endParaRPr lang="en-US"/>
          </a:p>
        </p:txBody>
      </p:sp>
      <p:sp>
        <p:nvSpPr>
          <p:cNvPr id="6" name="Text Placeholder 5">
            <a:extLst>
              <a:ext uri="{FF2B5EF4-FFF2-40B4-BE49-F238E27FC236}">
                <a16:creationId xmlns:a16="http://schemas.microsoft.com/office/drawing/2014/main" id="{761E3B56-4B7B-15BD-BC7E-1EBBDAD6F568}"/>
              </a:ext>
            </a:extLst>
          </p:cNvPr>
          <p:cNvSpPr>
            <a:spLocks noGrp="1"/>
          </p:cNvSpPr>
          <p:nvPr>
            <p:ph type="body" sz="quarter" idx="14"/>
          </p:nvPr>
        </p:nvSpPr>
        <p:spPr/>
        <p:txBody>
          <a:bodyPr/>
          <a:lstStyle/>
          <a:p>
            <a:endParaRPr lang="en-US"/>
          </a:p>
        </p:txBody>
      </p:sp>
      <p:sp>
        <p:nvSpPr>
          <p:cNvPr id="7" name="Title 6">
            <a:extLst>
              <a:ext uri="{FF2B5EF4-FFF2-40B4-BE49-F238E27FC236}">
                <a16:creationId xmlns:a16="http://schemas.microsoft.com/office/drawing/2014/main" id="{55EFC33B-C3DC-2D5B-2BEB-0A897A8D33D0}"/>
              </a:ext>
            </a:extLst>
          </p:cNvPr>
          <p:cNvSpPr>
            <a:spLocks noGrp="1"/>
          </p:cNvSpPr>
          <p:nvPr>
            <p:ph type="title"/>
          </p:nvPr>
        </p:nvSpPr>
        <p:spPr/>
        <p:txBody>
          <a:bodyPr/>
          <a:lstStyle/>
          <a:p>
            <a:r>
              <a:rPr lang="en-US"/>
              <a:t>State-of-the-art</a:t>
            </a:r>
          </a:p>
        </p:txBody>
      </p:sp>
    </p:spTree>
    <p:extLst>
      <p:ext uri="{BB962C8B-B14F-4D97-AF65-F5344CB8AC3E}">
        <p14:creationId xmlns:p14="http://schemas.microsoft.com/office/powerpoint/2010/main" val="3956460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B88F95-9BE9-AF6F-D8B2-3A60A63B25B6}"/>
              </a:ext>
            </a:extLst>
          </p:cNvPr>
          <p:cNvSpPr>
            <a:spLocks noGrp="1"/>
          </p:cNvSpPr>
          <p:nvPr>
            <p:ph type="body" sz="quarter" idx="13"/>
          </p:nvPr>
        </p:nvSpPr>
        <p:spPr/>
        <p:txBody>
          <a:bodyPr/>
          <a:lstStyle/>
          <a:p>
            <a:r>
              <a:rPr lang="sv-SE"/>
              <a:t>During autumn we will initiate dialog with the Cotwin partners around the next step of CoTwin. </a:t>
            </a:r>
          </a:p>
          <a:p>
            <a:r>
              <a:rPr lang="sv-SE"/>
              <a:t>Initial dialog with Ericsson has started while they are one of the key stakeholders</a:t>
            </a:r>
            <a:endParaRPr lang="en-US"/>
          </a:p>
        </p:txBody>
      </p:sp>
      <p:sp>
        <p:nvSpPr>
          <p:cNvPr id="3" name="Date Placeholder 2">
            <a:extLst>
              <a:ext uri="{FF2B5EF4-FFF2-40B4-BE49-F238E27FC236}">
                <a16:creationId xmlns:a16="http://schemas.microsoft.com/office/drawing/2014/main" id="{23200B0F-46E5-91FD-ADED-41A78CC89444}"/>
              </a:ext>
            </a:extLst>
          </p:cNvPr>
          <p:cNvSpPr>
            <a:spLocks noGrp="1"/>
          </p:cNvSpPr>
          <p:nvPr>
            <p:ph type="dt" sz="half" idx="10"/>
          </p:nvPr>
        </p:nvSpPr>
        <p:spPr/>
        <p:txBody>
          <a:bodyPr/>
          <a:lstStyle/>
          <a:p>
            <a:fld id="{CEE5D548-A57D-48BC-9857-458A35D1CD15}" type="datetime1">
              <a:rPr lang="sv-SE" smtClean="0"/>
              <a:t>2025-08-26</a:t>
            </a:fld>
            <a:endParaRPr lang="en-US"/>
          </a:p>
        </p:txBody>
      </p:sp>
      <p:sp>
        <p:nvSpPr>
          <p:cNvPr id="4" name="Footer Placeholder 3">
            <a:extLst>
              <a:ext uri="{FF2B5EF4-FFF2-40B4-BE49-F238E27FC236}">
                <a16:creationId xmlns:a16="http://schemas.microsoft.com/office/drawing/2014/main" id="{1750993D-2254-8697-8CEC-648492932F37}"/>
              </a:ext>
            </a:extLst>
          </p:cNvPr>
          <p:cNvSpPr>
            <a:spLocks noGrp="1"/>
          </p:cNvSpPr>
          <p:nvPr>
            <p:ph type="ftr" sz="quarter" idx="11"/>
          </p:nvPr>
        </p:nvSpPr>
        <p:spPr/>
        <p:txBody>
          <a:bodyPr/>
          <a:lstStyle/>
          <a:p>
            <a:r>
              <a:rPr lang="en-US"/>
              <a:t>BA/GF/TD | Department name | Document name/Issuer | Classification</a:t>
            </a:r>
          </a:p>
        </p:txBody>
      </p:sp>
      <p:sp>
        <p:nvSpPr>
          <p:cNvPr id="5" name="Slide Number Placeholder 4">
            <a:extLst>
              <a:ext uri="{FF2B5EF4-FFF2-40B4-BE49-F238E27FC236}">
                <a16:creationId xmlns:a16="http://schemas.microsoft.com/office/drawing/2014/main" id="{0375E314-02CE-3B48-FEE0-53871569DD4E}"/>
              </a:ext>
            </a:extLst>
          </p:cNvPr>
          <p:cNvSpPr>
            <a:spLocks noGrp="1"/>
          </p:cNvSpPr>
          <p:nvPr>
            <p:ph type="sldNum" sz="quarter" idx="12"/>
          </p:nvPr>
        </p:nvSpPr>
        <p:spPr/>
        <p:txBody>
          <a:bodyPr/>
          <a:lstStyle/>
          <a:p>
            <a:fld id="{F4BB9EDD-1740-4E4A-8601-A7D0893F42E6}" type="slidenum">
              <a:rPr lang="en-US" smtClean="0"/>
              <a:pPr/>
              <a:t>14</a:t>
            </a:fld>
            <a:endParaRPr lang="en-US"/>
          </a:p>
        </p:txBody>
      </p:sp>
      <p:sp>
        <p:nvSpPr>
          <p:cNvPr id="6" name="Text Placeholder 5">
            <a:extLst>
              <a:ext uri="{FF2B5EF4-FFF2-40B4-BE49-F238E27FC236}">
                <a16:creationId xmlns:a16="http://schemas.microsoft.com/office/drawing/2014/main" id="{DE5A3A30-FDF5-327D-6F73-7B57946B4012}"/>
              </a:ext>
            </a:extLst>
          </p:cNvPr>
          <p:cNvSpPr>
            <a:spLocks noGrp="1"/>
          </p:cNvSpPr>
          <p:nvPr>
            <p:ph type="body" sz="quarter" idx="14"/>
          </p:nvPr>
        </p:nvSpPr>
        <p:spPr/>
        <p:txBody>
          <a:bodyPr/>
          <a:lstStyle/>
          <a:p>
            <a:r>
              <a:rPr lang="sv-SE"/>
              <a:t>Another Vinnova application</a:t>
            </a:r>
            <a:endParaRPr lang="en-US"/>
          </a:p>
        </p:txBody>
      </p:sp>
      <p:sp>
        <p:nvSpPr>
          <p:cNvPr id="7" name="Title 6">
            <a:extLst>
              <a:ext uri="{FF2B5EF4-FFF2-40B4-BE49-F238E27FC236}">
                <a16:creationId xmlns:a16="http://schemas.microsoft.com/office/drawing/2014/main" id="{D7606F8E-F247-B11E-E96A-FE93A6D2D3B0}"/>
              </a:ext>
            </a:extLst>
          </p:cNvPr>
          <p:cNvSpPr>
            <a:spLocks noGrp="1"/>
          </p:cNvSpPr>
          <p:nvPr>
            <p:ph type="title"/>
          </p:nvPr>
        </p:nvSpPr>
        <p:spPr/>
        <p:txBody>
          <a:bodyPr/>
          <a:lstStyle/>
          <a:p>
            <a:r>
              <a:rPr lang="sv-SE"/>
              <a:t>Next step after CoTwin	</a:t>
            </a:r>
            <a:endParaRPr lang="en-US"/>
          </a:p>
        </p:txBody>
      </p:sp>
    </p:spTree>
    <p:extLst>
      <p:ext uri="{BB962C8B-B14F-4D97-AF65-F5344CB8AC3E}">
        <p14:creationId xmlns:p14="http://schemas.microsoft.com/office/powerpoint/2010/main" val="3385717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Volvo Group Template 2.0">
  <a:themeElements>
    <a:clrScheme name="Volvo 240502">
      <a:dk1>
        <a:srgbClr val="000000"/>
      </a:dk1>
      <a:lt1>
        <a:srgbClr val="FFFFFF"/>
      </a:lt1>
      <a:dk2>
        <a:srgbClr val="53565A"/>
      </a:dk2>
      <a:lt2>
        <a:srgbClr val="E8E5E3"/>
      </a:lt2>
      <a:accent1>
        <a:srgbClr val="202A44"/>
      </a:accent1>
      <a:accent2>
        <a:srgbClr val="A7A8A9"/>
      </a:accent2>
      <a:accent3>
        <a:srgbClr val="8DC9BF"/>
      </a:accent3>
      <a:accent4>
        <a:srgbClr val="678C96"/>
      </a:accent4>
      <a:accent5>
        <a:srgbClr val="A8D46B"/>
      </a:accent5>
      <a:accent6>
        <a:srgbClr val="53565A"/>
      </a:accent6>
      <a:hlink>
        <a:srgbClr val="396976"/>
      </a:hlink>
      <a:folHlink>
        <a:srgbClr val="96B0B6"/>
      </a:folHlink>
    </a:clrScheme>
    <a:fontScheme name="Volvo 20240502">
      <a:majorFont>
        <a:latin typeface="Volvo Novum 3.1"/>
        <a:ea typeface=""/>
        <a:cs typeface=""/>
      </a:majorFont>
      <a:minorFont>
        <a:latin typeface="Volvo Novum 3.1"/>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9050">
          <a:noFill/>
        </a:ln>
      </a:spPr>
      <a:bodyPr rtlCol="0" anchor="ctr"/>
      <a:lstStyle>
        <a:defPPr algn="ctr">
          <a:lnSpc>
            <a:spcPct val="114000"/>
          </a:lnSpc>
          <a:spcBef>
            <a:spcPts val="952"/>
          </a:spcBef>
          <a:defRPr sz="18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888B8D"/>
          </a:solidFill>
          <a:headEnd type="none" w="med" len="med"/>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lnSpc>
            <a:spcPct val="114000"/>
          </a:lnSpc>
          <a:spcBef>
            <a:spcPts val="952"/>
          </a:spcBef>
          <a:defRPr sz="1800" dirty="0" err="1" smtClean="0"/>
        </a:defPPr>
      </a:lstStyle>
    </a:txDef>
  </a:objectDefaults>
  <a:extraClrSchemeLst/>
  <a:custClrLst>
    <a:custClr name="Volvo Sea">
      <a:srgbClr val="1B365D"/>
    </a:custClr>
    <a:custClr name="Volvo Flow">
      <a:srgbClr val="2D606F"/>
    </a:custClr>
    <a:custClr name="Volvo Volvo Teal">
      <a:srgbClr val="1E6659"/>
    </a:custClr>
    <a:custClr name="Volvo Leaf">
      <a:srgbClr val="426932"/>
    </a:custClr>
    <a:custClr name="Volvo Sand">
      <a:srgbClr val="7D5638"/>
    </a:custClr>
    <a:custClr name="Volvo Blue">
      <a:srgbClr val="202A44"/>
    </a:custClr>
    <a:custClr name="Black">
      <a:srgbClr val="000000"/>
    </a:custClr>
    <a:custClr name="White">
      <a:srgbClr val="FFFFFF"/>
    </a:custClr>
    <a:custClr name="Volvo Grey One">
      <a:srgbClr val="53565A"/>
    </a:custClr>
    <a:custClr name="BLANK">
      <a:srgbClr val="FFFFFF"/>
    </a:custClr>
    <a:custClr name="Volvo Sea One">
      <a:srgbClr val="06497A"/>
    </a:custClr>
    <a:custClr name="Volvo Flow One">
      <a:srgbClr val="396976"/>
    </a:custClr>
    <a:custClr name="Volvo Volvo Teal One">
      <a:srgbClr val="B8DED8"/>
    </a:custClr>
    <a:custClr name="Volvo Leaf One">
      <a:srgbClr val="C8E691"/>
    </a:custClr>
    <a:custClr name="Volvo Sand One">
      <a:srgbClr val="AC8464"/>
    </a:custClr>
    <a:custClr name="BLANK">
      <a:srgbClr val="FFFFFF"/>
    </a:custClr>
    <a:custClr name="BLANK">
      <a:srgbClr val="FFFFFF"/>
    </a:custClr>
    <a:custClr name="BLANK">
      <a:srgbClr val="FFFFFF"/>
    </a:custClr>
    <a:custClr name="Volvo Grey Two">
      <a:srgbClr val="888B8D"/>
    </a:custClr>
    <a:custClr name="BLANK">
      <a:srgbClr val="FFFFFF"/>
    </a:custClr>
    <a:custClr name="Volvo Sea Two">
      <a:srgbClr val="476896"/>
    </a:custClr>
    <a:custClr name="Volvo Flow Two">
      <a:srgbClr val="678C96"/>
    </a:custClr>
    <a:custClr name="Volvo Volvo Teal Two">
      <a:srgbClr val="8DC9BF"/>
    </a:custClr>
    <a:custClr name="Volvo Leaf Two">
      <a:srgbClr val="A8D46B"/>
    </a:custClr>
    <a:custClr name="Volvo Sand Two">
      <a:srgbClr val="C0A790"/>
    </a:custClr>
    <a:custClr name="BLANK">
      <a:srgbClr val="FFFFFF"/>
    </a:custClr>
    <a:custClr name="BLANK">
      <a:srgbClr val="FFFFFF"/>
    </a:custClr>
    <a:custClr name="BLANK">
      <a:srgbClr val="FFFFFF"/>
    </a:custClr>
    <a:custClr name="Volvo Grey Three">
      <a:srgbClr val="A7A8A9"/>
    </a:custClr>
    <a:custClr name="BLANK">
      <a:srgbClr val="FFFFFF"/>
    </a:custClr>
    <a:custClr name="Volvo Sea Three">
      <a:srgbClr val="7B9AB8"/>
    </a:custClr>
    <a:custClr name="Volvo Flow Three">
      <a:srgbClr val="96B0B6"/>
    </a:custClr>
    <a:custClr name="Volvo Volvo Teal Three">
      <a:srgbClr val="66B3A6"/>
    </a:custClr>
    <a:custClr name="Volvo Leaf Three">
      <a:srgbClr val="8FC54E"/>
    </a:custClr>
    <a:custClr name="Volvo Sand Three">
      <a:srgbClr val="D8BEA4"/>
    </a:custClr>
    <a:custClr name="BLANK">
      <a:srgbClr val="FFFFFF"/>
    </a:custClr>
    <a:custClr name="BLANK">
      <a:srgbClr val="FFFFFF"/>
    </a:custClr>
    <a:custClr name="BLANK">
      <a:srgbClr val="FFFFFF"/>
    </a:custClr>
    <a:custClr name="Volvo Grey Four">
      <a:srgbClr val="E1DFDD"/>
    </a:custClr>
    <a:custClr name="BLANK">
      <a:srgbClr val="FFFFFF"/>
    </a:custClr>
    <a:custClr name="Volvo Sea Four">
      <a:srgbClr val="D8E1EB"/>
    </a:custClr>
    <a:custClr name="Volvo Flow Four">
      <a:srgbClr val="C3D2D6"/>
    </a:custClr>
    <a:custClr name="Volvo Volvo Teal Four">
      <a:srgbClr val="50A294"/>
    </a:custClr>
    <a:custClr name="Volvo Leaf Four">
      <a:srgbClr val="78B833"/>
    </a:custClr>
    <a:custClr name="Volvo Sand Four">
      <a:srgbClr val="EEE2D2"/>
    </a:custClr>
    <a:custClr name="BLANK">
      <a:srgbClr val="FFFFF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Volvo Group_template_new_20210901.potx" id="{F5602CD0-50A1-4902-9886-89B4FDDA0C2B}" vid="{F0B3A50A-5579-4587-A220-FA12069062F6}"/>
    </a:ext>
  </a:extLst>
</a:theme>
</file>

<file path=ppt/theme/theme2.xml><?xml version="1.0" encoding="utf-8"?>
<a:theme xmlns:a="http://schemas.openxmlformats.org/drawingml/2006/main" name="Volvo Template">
  <a:themeElements>
    <a:clrScheme name="Volvo colors V3">
      <a:dk1>
        <a:srgbClr val="000000"/>
      </a:dk1>
      <a:lt1>
        <a:srgbClr val="FFFFFF"/>
      </a:lt1>
      <a:dk2>
        <a:srgbClr val="53565A"/>
      </a:dk2>
      <a:lt2>
        <a:srgbClr val="E8E5E3"/>
      </a:lt2>
      <a:accent1>
        <a:srgbClr val="202A44"/>
      </a:accent1>
      <a:accent2>
        <a:srgbClr val="A7A8A9"/>
      </a:accent2>
      <a:accent3>
        <a:srgbClr val="8DC9BF"/>
      </a:accent3>
      <a:accent4>
        <a:srgbClr val="678C96"/>
      </a:accent4>
      <a:accent5>
        <a:srgbClr val="A8D46B"/>
      </a:accent5>
      <a:accent6>
        <a:srgbClr val="53565A"/>
      </a:accent6>
      <a:hlink>
        <a:srgbClr val="396976"/>
      </a:hlink>
      <a:folHlink>
        <a:srgbClr val="96B0B6"/>
      </a:folHlink>
    </a:clrScheme>
    <a:fontScheme name="Volvo">
      <a:majorFont>
        <a:latin typeface="Volvo Novum Medium"/>
        <a:ea typeface=""/>
        <a:cs typeface=""/>
      </a:majorFont>
      <a:minorFont>
        <a:latin typeface="Volvo Novum Semi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9050">
          <a:noFill/>
        </a:ln>
      </a:spPr>
      <a:bodyPr rtlCol="0" anchor="ctr"/>
      <a:lstStyle>
        <a:defPPr algn="ctr">
          <a:lnSpc>
            <a:spcPct val="114000"/>
          </a:lnSpc>
          <a:spcBef>
            <a:spcPts val="952"/>
          </a:spcBef>
          <a:defRPr sz="14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888B8D"/>
          </a:solidFill>
          <a:headEnd type="none" w="med" len="med"/>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lnSpc>
            <a:spcPct val="114000"/>
          </a:lnSpc>
          <a:spcBef>
            <a:spcPts val="952"/>
          </a:spcBef>
          <a:defRPr sz="1400" dirty="0" err="1" smtClean="0"/>
        </a:defPPr>
      </a:lstStyle>
    </a:txDef>
  </a:objectDefaults>
  <a:extraClrSchemeLst/>
  <a:custClrLst>
    <a:custClr name="Volvo Grey One">
      <a:srgbClr val="E1DFDD"/>
    </a:custClr>
    <a:custClr name="Volvo Leaf One">
      <a:srgbClr val="C8E691"/>
    </a:custClr>
    <a:custClr name="Volvo Teal One">
      <a:srgbClr val="B8DED8"/>
    </a:custClr>
    <a:custClr name="Volvo Flow One">
      <a:srgbClr val="396976"/>
    </a:custClr>
    <a:custClr name="Volvo Dark Blue">
      <a:srgbClr val="202A44"/>
    </a:custClr>
    <a:custClr name=" ">
      <a:srgbClr val="FFFFFF"/>
    </a:custClr>
    <a:custClr name=" ">
      <a:srgbClr val="FFFFFF"/>
    </a:custClr>
    <a:custClr name=" ">
      <a:srgbClr val="FFFFFF"/>
    </a:custClr>
    <a:custClr name=" ">
      <a:srgbClr val="FFFFFF"/>
    </a:custClr>
    <a:custClr name=" ">
      <a:srgbClr val="FFFFFF"/>
    </a:custClr>
    <a:custClr name="Volvo Grey Two">
      <a:srgbClr val="A7A8A9"/>
    </a:custClr>
    <a:custClr name="Volvo Leaf Two">
      <a:srgbClr val="A8D46B"/>
    </a:custClr>
    <a:custClr name="Volvo Teal Two">
      <a:srgbClr val="8DC9BF"/>
    </a:custClr>
    <a:custClr name="Volvo Flow Two">
      <a:srgbClr val="678C96"/>
    </a:custClr>
    <a:custClr name="Volvo Black">
      <a:srgbClr val="000000"/>
    </a:custClr>
    <a:custClr name=" ">
      <a:srgbClr val="FFFFFF"/>
    </a:custClr>
    <a:custClr name=" ">
      <a:srgbClr val="FFFFFF"/>
    </a:custClr>
    <a:custClr name=" ">
      <a:srgbClr val="FFFFFF"/>
    </a:custClr>
    <a:custClr name=" ">
      <a:srgbClr val="FFFFFF"/>
    </a:custClr>
    <a:custClr name=" ">
      <a:srgbClr val="FFFFFF"/>
    </a:custClr>
    <a:custClr name="Volvo Grey Three">
      <a:srgbClr val="888B8D"/>
    </a:custClr>
    <a:custClr name="Volvo Leaf Three">
      <a:srgbClr val="8FC54E"/>
    </a:custClr>
    <a:custClr name="Volvo Teal Three">
      <a:srgbClr val="66B3A6"/>
    </a:custClr>
    <a:custClr name="Volvo Flow Three">
      <a:srgbClr val="96B0B6"/>
    </a:custClr>
    <a:custClr name="Volvo White">
      <a:srgbClr val="FFFFFF"/>
    </a:custClr>
    <a:custClr name=" ">
      <a:srgbClr val="FFFFFF"/>
    </a:custClr>
    <a:custClr name=" ">
      <a:srgbClr val="FFFFFF"/>
    </a:custClr>
    <a:custClr name=" ">
      <a:srgbClr val="FFFFFF"/>
    </a:custClr>
    <a:custClr name=" ">
      <a:srgbClr val="FFFFFF"/>
    </a:custClr>
    <a:custClr name=" ">
      <a:srgbClr val="FFFFFF"/>
    </a:custClr>
    <a:custClr name="Volvo Grey Four">
      <a:srgbClr val="53565A"/>
    </a:custClr>
    <a:custClr name="Volvo Leaf Four">
      <a:srgbClr val="78B833"/>
    </a:custClr>
    <a:custClr name="Volvo Teal Fours">
      <a:srgbClr val="50A294"/>
    </a:custClr>
    <a:custClr name="Volvo Flow Four">
      <a:srgbClr val="C3D2D6"/>
    </a:custClr>
  </a:custClrLst>
  <a:extLst>
    <a:ext uri="{05A4C25C-085E-4340-85A3-A5531E510DB2}">
      <thm15:themeFamily xmlns:thm15="http://schemas.microsoft.com/office/thememl/2012/main" name="Presentation2" id="{75F951D8-FB58-4BDB-B4A6-9207DB5758EB}" vid="{D1044C86-4B2A-43FE-B3C6-F9B358F0E9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Collaboration Document" ma:contentTypeID="0x0101007A60771C5753A247A9E629B69FD0F51E0800A22AB73DBE0EDF49BAD70B9958C6C030" ma:contentTypeVersion="15" ma:contentTypeDescription="Create a new document." ma:contentTypeScope="" ma:versionID="285bf925826e1a6053ee91da3bb6419a">
  <xsd:schema xmlns:xsd="http://www.w3.org/2001/XMLSchema" xmlns:xs="http://www.w3.org/2001/XMLSchema" xmlns:p="http://schemas.microsoft.com/office/2006/metadata/properties" xmlns:ns2="dd61f513-01c4-4ffa-be65-0e62d932680e" targetNamespace="http://schemas.microsoft.com/office/2006/metadata/properties" ma:root="true" ma:fieldsID="cd18d2fa7561d8e0d752ebca992dabc4" ns2:_="">
    <xsd:import namespace="dd61f513-01c4-4ffa-be65-0e62d93268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61f513-01c4-4ffa-be65-0e62d93268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5D9AB4D-787E-44E1-817F-F319080751D2}">
  <ds:schemaRefs>
    <ds:schemaRef ds:uri="http://schemas.microsoft.com/sharepoint/v3/contenttype/forms"/>
  </ds:schemaRefs>
</ds:datastoreItem>
</file>

<file path=customXml/itemProps2.xml><?xml version="1.0" encoding="utf-8"?>
<ds:datastoreItem xmlns:ds="http://schemas.openxmlformats.org/officeDocument/2006/customXml" ds:itemID="{542ACB94-B412-46F7-A2DD-8034A1AAAC18}">
  <ds:schemaRefs>
    <ds:schemaRef ds:uri="dd61f513-01c4-4ffa-be65-0e62d932680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5488C97-A579-42B0-8F9A-7670A3DDB0F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dd61f513-01c4-4ffa-be65-0e62d932680e"/>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2970</Words>
  <Application>Microsoft Office PowerPoint</Application>
  <PresentationFormat>Widescreen</PresentationFormat>
  <Paragraphs>105</Paragraphs>
  <Slides>14</Slides>
  <Notes>4</Notes>
  <HiddenSlides>2</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14</vt:i4>
      </vt:variant>
    </vt:vector>
  </HeadingPairs>
  <TitlesOfParts>
    <vt:vector size="27" baseType="lpstr">
      <vt:lpstr>Aptos</vt:lpstr>
      <vt:lpstr>Arial</vt:lpstr>
      <vt:lpstr>Volvo Broad Pro</vt:lpstr>
      <vt:lpstr>Volvo Broad Spread</vt:lpstr>
      <vt:lpstr>Volvo Broad Spread Outline Larg</vt:lpstr>
      <vt:lpstr>Volvo Broad Spread Outline Medi</vt:lpstr>
      <vt:lpstr>Volvo Broad Spread Outline Smal</vt:lpstr>
      <vt:lpstr>Volvo Novum</vt:lpstr>
      <vt:lpstr>Volvo Novum 3.1</vt:lpstr>
      <vt:lpstr>Volvo Novum Medium</vt:lpstr>
      <vt:lpstr>Volvo Novum SemiLight</vt:lpstr>
      <vt:lpstr>Volvo Group Template 2.0</vt:lpstr>
      <vt:lpstr>Volvo Template</vt:lpstr>
      <vt:lpstr>Cotwin</vt:lpstr>
      <vt:lpstr>PowerPoint Presentation</vt:lpstr>
      <vt:lpstr>PowerPoint Presentation</vt:lpstr>
      <vt:lpstr>Background</vt:lpstr>
      <vt:lpstr>The solution</vt:lpstr>
      <vt:lpstr>PowerPoint Presentation</vt:lpstr>
      <vt:lpstr>The Cotwin project</vt:lpstr>
      <vt:lpstr>Technical desciption</vt:lpstr>
      <vt:lpstr>PowerPoint Presentation</vt:lpstr>
      <vt:lpstr>Use cases for vehicle streamed data  General not necessarily Volvo investments</vt:lpstr>
      <vt:lpstr>Use cases and opportunities</vt:lpstr>
      <vt:lpstr>Business models and collaboration</vt:lpstr>
      <vt:lpstr>State-of-the-art</vt:lpstr>
      <vt:lpstr>Next step after CoTwin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Ingmar Bengtsson</cp:lastModifiedBy>
  <cp:revision>1</cp:revision>
  <dcterms:created xsi:type="dcterms:W3CDTF">2025-06-17T14:26:04Z</dcterms:created>
  <dcterms:modified xsi:type="dcterms:W3CDTF">2025-08-26T12:38:46Z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0x0101007A60771C5753A247A9E629B69FD0F51E0800A22AB73DBE0EDF49BAD70B9958C6C030</vt:lpwstr>
  </property>
  <property fmtid="{D5CDD505-2E9C-101B-9397-08002B2CF9AE}" pid="3" name="MSIP_Label_19540963-e559-4020-8a90-fe8a502c2801_Enabled">
    <vt:lpwstr>true</vt:lpwstr>
  </property>
  <property fmtid="{D5CDD505-2E9C-101B-9397-08002B2CF9AE}" pid="4" name="MSIP_Label_19540963-e559-4020-8a90-fe8a502c2801_SetDate">
    <vt:lpwstr>2025-06-17T14:26:06Z</vt:lpwstr>
  </property>
  <property fmtid="{D5CDD505-2E9C-101B-9397-08002B2CF9AE}" pid="5" name="MSIP_Label_19540963-e559-4020-8a90-fe8a502c2801_Method">
    <vt:lpwstr>Standard</vt:lpwstr>
  </property>
  <property fmtid="{D5CDD505-2E9C-101B-9397-08002B2CF9AE}" pid="6" name="MSIP_Label_19540963-e559-4020-8a90-fe8a502c2801_Name">
    <vt:lpwstr>19540963-e559-4020-8a90-fe8a502c2801</vt:lpwstr>
  </property>
  <property fmtid="{D5CDD505-2E9C-101B-9397-08002B2CF9AE}" pid="7" name="MSIP_Label_19540963-e559-4020-8a90-fe8a502c2801_SiteId">
    <vt:lpwstr>f25493ae-1c98-41d7-8a33-0be75f5fe603</vt:lpwstr>
  </property>
  <property fmtid="{D5CDD505-2E9C-101B-9397-08002B2CF9AE}" pid="8" name="MSIP_Label_19540963-e559-4020-8a90-fe8a502c2801_ActionId">
    <vt:lpwstr>6d632537-97d8-47cc-9329-f7244730a579</vt:lpwstr>
  </property>
  <property fmtid="{D5CDD505-2E9C-101B-9397-08002B2CF9AE}" pid="9" name="MSIP_Label_19540963-e559-4020-8a90-fe8a502c2801_ContentBits">
    <vt:lpwstr>0</vt:lpwstr>
  </property>
  <property fmtid="{D5CDD505-2E9C-101B-9397-08002B2CF9AE}" pid="10" name="MSIP_Label_19540963-e559-4020-8a90-fe8a502c2801_Tag">
    <vt:lpwstr>10, 3, 0, 2</vt:lpwstr>
  </property>
  <property fmtid="{D5CDD505-2E9C-101B-9397-08002B2CF9AE}" pid="11" name="MediaServiceImageTags">
    <vt:lpwstr/>
  </property>
</Properties>
</file>